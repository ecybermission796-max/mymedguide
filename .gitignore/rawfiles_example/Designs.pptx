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760" y="-1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3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1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5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EC6E2-7A1D-4158-BF4D-53F86117D6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2895C-8639-4763-BEDA-F4F5CEA9B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3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on't let the bugs bite | C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433461" y="-1796119"/>
            <a:ext cx="1655064" cy="1655065"/>
            <a:chOff x="2895600" y="3224049"/>
            <a:chExt cx="1655064" cy="1655065"/>
          </a:xfrm>
        </p:grpSpPr>
        <p:sp>
          <p:nvSpPr>
            <p:cNvPr id="4" name="Rectangle 3"/>
            <p:cNvSpPr/>
            <p:nvPr/>
          </p:nvSpPr>
          <p:spPr>
            <a:xfrm>
              <a:off x="2895600" y="3224049"/>
              <a:ext cx="1655064" cy="165506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3"/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" r="12137"/>
            <a:stretch/>
          </p:blipFill>
          <p:spPr bwMode="auto">
            <a:xfrm rot="16200000">
              <a:off x="2895600" y="3408767"/>
              <a:ext cx="1655064" cy="1285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461" y="1739619"/>
            <a:ext cx="1658937" cy="1652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3403600" y="-1818577"/>
            <a:ext cx="1655064" cy="1655064"/>
            <a:chOff x="914400" y="2800350"/>
            <a:chExt cx="1655064" cy="1655064"/>
          </a:xfrm>
        </p:grpSpPr>
        <p:sp>
          <p:nvSpPr>
            <p:cNvPr id="15" name="Rectangle 14"/>
            <p:cNvSpPr/>
            <p:nvPr/>
          </p:nvSpPr>
          <p:spPr>
            <a:xfrm>
              <a:off x="914400" y="2800350"/>
              <a:ext cx="1655064" cy="1655064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4" name="Picture 10" descr="D:\GitPage\rawfiles\Bugs_Pictures_Folder\Browse_bugs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3083216"/>
              <a:ext cx="1655064" cy="1089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1783275"/>
            <a:ext cx="1658937" cy="165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219200" y="38671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951426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464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Huanyao Gao</dc:creator>
  <cp:lastModifiedBy>Huanyao Gao</cp:lastModifiedBy>
  <cp:revision>14</cp:revision>
  <dcterms:created xsi:type="dcterms:W3CDTF">2025-10-31T19:33:09Z</dcterms:created>
  <dcterms:modified xsi:type="dcterms:W3CDTF">2025-11-16T21:41:06Z</dcterms:modified>
</cp:coreProperties>
</file>