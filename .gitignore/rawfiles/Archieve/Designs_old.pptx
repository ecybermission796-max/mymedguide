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016" y="-5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EC6E2-7A1D-4158-BF4D-53F86117D660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2895C-8639-4763-BEDA-F4F5CEA9B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693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EC6E2-7A1D-4158-BF4D-53F86117D660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2895C-8639-4763-BEDA-F4F5CEA9B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8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EC6E2-7A1D-4158-BF4D-53F86117D660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2895C-8639-4763-BEDA-F4F5CEA9B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188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EC6E2-7A1D-4158-BF4D-53F86117D660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2895C-8639-4763-BEDA-F4F5CEA9B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605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EC6E2-7A1D-4158-BF4D-53F86117D660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2895C-8639-4763-BEDA-F4F5CEA9B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37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EC6E2-7A1D-4158-BF4D-53F86117D660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2895C-8639-4763-BEDA-F4F5CEA9B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104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EC6E2-7A1D-4158-BF4D-53F86117D660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2895C-8639-4763-BEDA-F4F5CEA9B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295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EC6E2-7A1D-4158-BF4D-53F86117D660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2895C-8639-4763-BEDA-F4F5CEA9B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411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EC6E2-7A1D-4158-BF4D-53F86117D660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2895C-8639-4763-BEDA-F4F5CEA9B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557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EC6E2-7A1D-4158-BF4D-53F86117D660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2895C-8639-4763-BEDA-F4F5CEA9B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219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EC6E2-7A1D-4158-BF4D-53F86117D660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2895C-8639-4763-BEDA-F4F5CEA9B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220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EC6E2-7A1D-4158-BF4D-53F86117D660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12895C-8639-4763-BEDA-F4F5CEA9B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334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jpeg"/><Relationship Id="rId18" Type="http://schemas.openxmlformats.org/officeDocument/2006/relationships/image" Target="../media/image17.jpe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12" Type="http://schemas.openxmlformats.org/officeDocument/2006/relationships/image" Target="../media/image11.jpeg"/><Relationship Id="rId17" Type="http://schemas.openxmlformats.org/officeDocument/2006/relationships/image" Target="../media/image16.png"/><Relationship Id="rId2" Type="http://schemas.openxmlformats.org/officeDocument/2006/relationships/image" Target="../media/image1.jpeg"/><Relationship Id="rId16" Type="http://schemas.openxmlformats.org/officeDocument/2006/relationships/image" Target="../media/image15.jpe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jpeg"/><Relationship Id="rId15" Type="http://schemas.openxmlformats.org/officeDocument/2006/relationships/image" Target="../media/image14.jpeg"/><Relationship Id="rId10" Type="http://schemas.openxmlformats.org/officeDocument/2006/relationships/image" Target="../media/image9.jpeg"/><Relationship Id="rId19" Type="http://schemas.openxmlformats.org/officeDocument/2006/relationships/image" Target="../media/image18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1066800" y="2038350"/>
            <a:ext cx="1524000" cy="419100"/>
            <a:chOff x="533400" y="2038350"/>
            <a:chExt cx="1524000" cy="419100"/>
          </a:xfrm>
        </p:grpSpPr>
        <p:sp>
          <p:nvSpPr>
            <p:cNvPr id="5" name="Flowchart: Manual Input 4"/>
            <p:cNvSpPr/>
            <p:nvPr/>
          </p:nvSpPr>
          <p:spPr>
            <a:xfrm rot="5400000" flipH="1">
              <a:off x="1085850" y="1485900"/>
              <a:ext cx="419100" cy="1524000"/>
            </a:xfrm>
            <a:prstGeom prst="flowChartManualInput">
              <a:avLst/>
            </a:prstGeom>
            <a:ln/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38200" y="2063233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Bauhaus 93" pitchFamily="82" charset="0"/>
                </a:rPr>
                <a:t>Home</a:t>
              </a:r>
              <a:endParaRPr lang="en-US" dirty="0">
                <a:latin typeface="Bauhaus 93" pitchFamily="82" charset="0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286000" y="2038349"/>
            <a:ext cx="1828800" cy="419100"/>
            <a:chOff x="2057400" y="2038349"/>
            <a:chExt cx="1828800" cy="419100"/>
          </a:xfrm>
        </p:grpSpPr>
        <p:sp>
          <p:nvSpPr>
            <p:cNvPr id="12" name="Parallelogram 11"/>
            <p:cNvSpPr/>
            <p:nvPr/>
          </p:nvSpPr>
          <p:spPr>
            <a:xfrm>
              <a:off x="2057400" y="2038349"/>
              <a:ext cx="1828800" cy="419100"/>
            </a:xfrm>
            <a:prstGeom prst="parallelogram">
              <a:avLst>
                <a:gd name="adj" fmla="val 73312"/>
              </a:avLst>
            </a:prstGeom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202612" y="2050018"/>
              <a:ext cx="1531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Bauhaus 93" pitchFamily="82" charset="0"/>
                </a:rPr>
                <a:t>Browse Biters</a:t>
              </a:r>
              <a:endParaRPr lang="en-US" dirty="0">
                <a:latin typeface="Bauhaus 93" pitchFamily="82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3810000" y="2038349"/>
            <a:ext cx="2438400" cy="419100"/>
            <a:chOff x="3810000" y="2038349"/>
            <a:chExt cx="2438400" cy="419100"/>
          </a:xfrm>
        </p:grpSpPr>
        <p:sp>
          <p:nvSpPr>
            <p:cNvPr id="14" name="Parallelogram 13"/>
            <p:cNvSpPr/>
            <p:nvPr/>
          </p:nvSpPr>
          <p:spPr>
            <a:xfrm>
              <a:off x="3810000" y="2038349"/>
              <a:ext cx="2438400" cy="419100"/>
            </a:xfrm>
            <a:prstGeom prst="parallelogram">
              <a:avLst>
                <a:gd name="adj" fmla="val 73312"/>
              </a:avLst>
            </a:prstGeom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962400" y="2063233"/>
              <a:ext cx="21563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Bauhaus 93" pitchFamily="82" charset="0"/>
                </a:rPr>
                <a:t>Picture recognition</a:t>
              </a:r>
              <a:endParaRPr lang="en-US" dirty="0">
                <a:latin typeface="Bauhaus 93" pitchFamily="82" charset="0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5943600" y="2038350"/>
            <a:ext cx="2057400" cy="419100"/>
            <a:chOff x="6400800" y="2038350"/>
            <a:chExt cx="2057400" cy="419100"/>
          </a:xfrm>
        </p:grpSpPr>
        <p:sp>
          <p:nvSpPr>
            <p:cNvPr id="13" name="Flowchart: Manual Input 12"/>
            <p:cNvSpPr/>
            <p:nvPr/>
          </p:nvSpPr>
          <p:spPr>
            <a:xfrm rot="16200000" flipH="1">
              <a:off x="7181849" y="1257301"/>
              <a:ext cx="419100" cy="1981198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00"/>
                <a:gd name="connsiteY0" fmla="*/ 1615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1615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1615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1615"/>
                  </a:lnTo>
                  <a:close/>
                </a:path>
              </a:pathLst>
            </a:custGeom>
            <a:ln/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577557" y="2063233"/>
              <a:ext cx="18806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Bauhaus 93" pitchFamily="82" charset="0"/>
                </a:rPr>
                <a:t>Nearby Providers</a:t>
              </a:r>
              <a:endParaRPr lang="en-US" dirty="0">
                <a:latin typeface="Bauhaus 93" pitchFamily="82" charset="0"/>
              </a:endParaRP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1066800" y="1200150"/>
            <a:ext cx="6857998" cy="838200"/>
            <a:chOff x="1066800" y="1200150"/>
            <a:chExt cx="6857998" cy="838200"/>
          </a:xfrm>
        </p:grpSpPr>
        <p:sp>
          <p:nvSpPr>
            <p:cNvPr id="24" name="Rectangle 23"/>
            <p:cNvSpPr/>
            <p:nvPr/>
          </p:nvSpPr>
          <p:spPr>
            <a:xfrm>
              <a:off x="1066800" y="1276350"/>
              <a:ext cx="6857998" cy="7620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362200" y="1200150"/>
              <a:ext cx="42672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dirty="0" smtClean="0">
                  <a:latin typeface="Bauhaus 93" pitchFamily="82" charset="0"/>
                </a:rPr>
                <a:t>My Med Guide</a:t>
              </a:r>
              <a:endParaRPr lang="en-US" sz="4800" dirty="0">
                <a:latin typeface="Bauhaus 93" pitchFamily="8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7849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GitPage\rawfiles\Browse_gug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57150"/>
            <a:ext cx="1652587" cy="165258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D:\GitPage\rawfiles\golden-retriever-tongue-out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23" r="29361"/>
          <a:stretch/>
        </p:blipFill>
        <p:spPr bwMode="auto">
          <a:xfrm>
            <a:off x="1752600" y="54673"/>
            <a:ext cx="1651000" cy="165506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:\GitPage\rawfiles\Poisonus_Plants_thingy.jpg"/>
          <p:cNvPicPr>
            <a:picLocks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92" b="24186"/>
          <a:stretch/>
        </p:blipFill>
        <p:spPr bwMode="auto">
          <a:xfrm>
            <a:off x="3429000" y="95250"/>
            <a:ext cx="1655064" cy="165506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2" descr="Don't let the bugs bite | CN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5433461" y="-1796119"/>
            <a:ext cx="1655064" cy="1655065"/>
            <a:chOff x="2895600" y="3224049"/>
            <a:chExt cx="1655064" cy="1655065"/>
          </a:xfrm>
        </p:grpSpPr>
        <p:sp>
          <p:nvSpPr>
            <p:cNvPr id="4" name="Rectangle 3"/>
            <p:cNvSpPr/>
            <p:nvPr/>
          </p:nvSpPr>
          <p:spPr>
            <a:xfrm>
              <a:off x="2895600" y="3224049"/>
              <a:ext cx="1655064" cy="1655064"/>
            </a:xfrm>
            <a:prstGeom prst="rect">
              <a:avLst/>
            </a:prstGeom>
            <a:blipFill>
              <a:blip r:embed="rId5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Picture 3"/>
            <p:cNvPicPr>
              <a:picLocks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6" r="12137"/>
            <a:stretch/>
          </p:blipFill>
          <p:spPr bwMode="auto">
            <a:xfrm rot="16200000">
              <a:off x="2895600" y="3408767"/>
              <a:ext cx="1655064" cy="12856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95250"/>
            <a:ext cx="1658937" cy="165258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 descr="D:\GitPage\rawfiles\Bugs_Pictures_Folder\10.3928_00904481-20090401-02-fig1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3808" y="21985"/>
            <a:ext cx="1655064" cy="172044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/>
          <p:cNvGrpSpPr/>
          <p:nvPr/>
        </p:nvGrpSpPr>
        <p:grpSpPr>
          <a:xfrm>
            <a:off x="3778397" y="-1796118"/>
            <a:ext cx="1655064" cy="1655064"/>
            <a:chOff x="814394" y="2593530"/>
            <a:chExt cx="1655064" cy="1655064"/>
          </a:xfrm>
        </p:grpSpPr>
        <p:sp>
          <p:nvSpPr>
            <p:cNvPr id="7" name="Rectangle 6"/>
            <p:cNvSpPr/>
            <p:nvPr/>
          </p:nvSpPr>
          <p:spPr>
            <a:xfrm>
              <a:off x="814394" y="2593530"/>
              <a:ext cx="1655064" cy="1655064"/>
            </a:xfrm>
            <a:prstGeom prst="rect">
              <a:avLst/>
            </a:prstGeom>
            <a:blipFill>
              <a:blip r:embed="rId9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30" name="Picture 6" descr="D:\GitPage\rawfiles\Bugs_Pictures_Folder\A_Wheel_bug_Arilus_cristatus_eating_a_Japanese_beetle_Popillia_japonica.jp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4394" y="2800350"/>
              <a:ext cx="1655064" cy="12414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7514" y="1771501"/>
            <a:ext cx="1652587" cy="165893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2" name="Group 11"/>
          <p:cNvGrpSpPr/>
          <p:nvPr/>
        </p:nvGrpSpPr>
        <p:grpSpPr>
          <a:xfrm>
            <a:off x="2095731" y="-1795917"/>
            <a:ext cx="1655064" cy="1655064"/>
            <a:chOff x="2953672" y="2737621"/>
            <a:chExt cx="1655064" cy="1655064"/>
          </a:xfrm>
        </p:grpSpPr>
        <p:sp>
          <p:nvSpPr>
            <p:cNvPr id="11" name="Rectangle 10"/>
            <p:cNvSpPr/>
            <p:nvPr/>
          </p:nvSpPr>
          <p:spPr>
            <a:xfrm>
              <a:off x="2953672" y="2737621"/>
              <a:ext cx="1655064" cy="1655064"/>
            </a:xfrm>
            <a:prstGeom prst="rect">
              <a:avLst/>
            </a:prstGeom>
            <a:blipFill>
              <a:blip r:embed="rId12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32" name="Picture 8" descr="D:\GitPage\rawfiles\Bugs_Pictures_Folder\AdobeStock_73243529-1024x641.jpeg"/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53672" y="3047138"/>
              <a:ext cx="1655064" cy="10360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9674" y="1750314"/>
            <a:ext cx="1652587" cy="165893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6" name="Group 15"/>
          <p:cNvGrpSpPr/>
          <p:nvPr/>
        </p:nvGrpSpPr>
        <p:grpSpPr>
          <a:xfrm>
            <a:off x="440667" y="-1799527"/>
            <a:ext cx="1655064" cy="1655064"/>
            <a:chOff x="914400" y="2800350"/>
            <a:chExt cx="1655064" cy="1655064"/>
          </a:xfrm>
        </p:grpSpPr>
        <p:sp>
          <p:nvSpPr>
            <p:cNvPr id="15" name="Rectangle 14"/>
            <p:cNvSpPr/>
            <p:nvPr/>
          </p:nvSpPr>
          <p:spPr>
            <a:xfrm>
              <a:off x="914400" y="2800350"/>
              <a:ext cx="1655064" cy="1655064"/>
            </a:xfrm>
            <a:prstGeom prst="rect">
              <a:avLst/>
            </a:prstGeom>
            <a:blipFill>
              <a:blip r:embed="rId15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34" name="Picture 10" descr="D:\GitPage\rawfiles\Bugs_Pictures_Folder\Browse_bugs.jpg"/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4400" y="3083216"/>
              <a:ext cx="1655064" cy="10893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3600" y="1783275"/>
            <a:ext cx="1658937" cy="165893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9" name="Group 18"/>
          <p:cNvGrpSpPr/>
          <p:nvPr/>
        </p:nvGrpSpPr>
        <p:grpSpPr>
          <a:xfrm>
            <a:off x="-1194689" y="-1799527"/>
            <a:ext cx="1655064" cy="1655064"/>
            <a:chOff x="1750568" y="2495550"/>
            <a:chExt cx="1655064" cy="1655064"/>
          </a:xfrm>
        </p:grpSpPr>
        <p:sp>
          <p:nvSpPr>
            <p:cNvPr id="17" name="Rectangle 16"/>
            <p:cNvSpPr/>
            <p:nvPr/>
          </p:nvSpPr>
          <p:spPr>
            <a:xfrm>
              <a:off x="1750568" y="2495550"/>
              <a:ext cx="1655064" cy="1655064"/>
            </a:xfrm>
            <a:prstGeom prst="rect">
              <a:avLst/>
            </a:prstGeom>
            <a:blipFill>
              <a:blip r:embed="rId18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36" name="Picture 12" descr="D:\GitPage\rawfiles\Bugs_Pictures_Folder\Chigger-Trombiculidae.jpg"/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50568" y="2836299"/>
              <a:ext cx="1655064" cy="9735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38" name="Picture 14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7987" y="1815026"/>
            <a:ext cx="1652587" cy="165893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219200" y="3867150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23951426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464</TotalTime>
  <Words>10</Words>
  <Application>Microsoft Office PowerPoint</Application>
  <PresentationFormat>On-screen Show (16:9)</PresentationFormat>
  <Paragraphs>5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Default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Huanyao Gao</dc:creator>
  <cp:lastModifiedBy>Felix Meaw</cp:lastModifiedBy>
  <cp:revision>13</cp:revision>
  <dcterms:created xsi:type="dcterms:W3CDTF">2025-10-31T19:33:09Z</dcterms:created>
  <dcterms:modified xsi:type="dcterms:W3CDTF">2025-11-09T22:26:56Z</dcterms:modified>
</cp:coreProperties>
</file>