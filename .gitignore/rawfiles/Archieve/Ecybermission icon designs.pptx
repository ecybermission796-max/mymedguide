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465cef1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465cef1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5th deadly nighshade rash pi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500" y="0"/>
            <a:ext cx="1655100" cy="165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