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11" Type="http://schemas.openxmlformats.org/officeDocument/2006/relationships/image" Target="../media/image5.jpg"/><Relationship Id="rId10" Type="http://schemas.openxmlformats.org/officeDocument/2006/relationships/image" Target="../media/image1.png"/><Relationship Id="rId12" Type="http://schemas.openxmlformats.org/officeDocument/2006/relationships/image" Target="../media/image3.png"/><Relationship Id="rId9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44575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4">
            <a:alphaModFix/>
          </a:blip>
          <a:srcRect b="117056" l="-19094" r="-8799" t="-37230"/>
          <a:stretch/>
        </p:blipFill>
        <p:spPr>
          <a:xfrm>
            <a:off x="4113802" y="3210625"/>
            <a:ext cx="3069200" cy="333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6800" y="744588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1900" y="688875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77000" y="744588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32100" y="744575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1700" y="2399700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966813" y="2402888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4" name="Google Shape;64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21913" y="2343975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277000" y="2399700"/>
            <a:ext cx="1655100" cy="1655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