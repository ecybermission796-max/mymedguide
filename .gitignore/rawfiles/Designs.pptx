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16" y="-4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4767D-26E6-4BE1-9641-429FF9DB28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6899D-77E7-435D-B815-EF4CB331A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0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96899D-77E7-435D-B815-EF4CB331A0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97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8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0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3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9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1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5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2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3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11" Type="http://schemas.openxmlformats.org/officeDocument/2006/relationships/image" Target="../media/image31.png"/><Relationship Id="rId5" Type="http://schemas.openxmlformats.org/officeDocument/2006/relationships/image" Target="../media/image25.jpeg"/><Relationship Id="rId10" Type="http://schemas.openxmlformats.org/officeDocument/2006/relationships/image" Target="../media/image30.jpeg"/><Relationship Id="rId4" Type="http://schemas.openxmlformats.org/officeDocument/2006/relationships/image" Target="../media/image24.png"/><Relationship Id="rId9" Type="http://schemas.openxmlformats.org/officeDocument/2006/relationships/image" Target="../media/image2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66800" y="2038350"/>
            <a:ext cx="1524000" cy="419100"/>
            <a:chOff x="533400" y="2038350"/>
            <a:chExt cx="1524000" cy="419100"/>
          </a:xfrm>
        </p:grpSpPr>
        <p:sp>
          <p:nvSpPr>
            <p:cNvPr id="5" name="Flowchart: Manual Input 4"/>
            <p:cNvSpPr/>
            <p:nvPr/>
          </p:nvSpPr>
          <p:spPr>
            <a:xfrm rot="5400000" flipH="1">
              <a:off x="1085850" y="1485900"/>
              <a:ext cx="419100" cy="1524000"/>
            </a:xfrm>
            <a:prstGeom prst="flowChartManualInput">
              <a:avLst/>
            </a:prstGeom>
            <a:ln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8200" y="2063233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Home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286000" y="2038349"/>
            <a:ext cx="1828800" cy="419100"/>
            <a:chOff x="2057400" y="2038349"/>
            <a:chExt cx="1828800" cy="419100"/>
          </a:xfrm>
        </p:grpSpPr>
        <p:sp>
          <p:nvSpPr>
            <p:cNvPr id="12" name="Parallelogram 11"/>
            <p:cNvSpPr/>
            <p:nvPr/>
          </p:nvSpPr>
          <p:spPr>
            <a:xfrm>
              <a:off x="2057400" y="2038349"/>
              <a:ext cx="1828800" cy="419100"/>
            </a:xfrm>
            <a:prstGeom prst="parallelogram">
              <a:avLst>
                <a:gd name="adj" fmla="val 73312"/>
              </a:avLst>
            </a:prstGeom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02612" y="2050018"/>
              <a:ext cx="1531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Browse Biters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810000" y="2038349"/>
            <a:ext cx="2438400" cy="419100"/>
            <a:chOff x="3810000" y="2038349"/>
            <a:chExt cx="2438400" cy="419100"/>
          </a:xfrm>
        </p:grpSpPr>
        <p:sp>
          <p:nvSpPr>
            <p:cNvPr id="14" name="Parallelogram 13"/>
            <p:cNvSpPr/>
            <p:nvPr/>
          </p:nvSpPr>
          <p:spPr>
            <a:xfrm>
              <a:off x="3810000" y="2038349"/>
              <a:ext cx="2438400" cy="419100"/>
            </a:xfrm>
            <a:prstGeom prst="parallelogram">
              <a:avLst>
                <a:gd name="adj" fmla="val 73312"/>
              </a:avLst>
            </a:prstGeom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62400" y="2063233"/>
              <a:ext cx="2156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Picture recognition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943600" y="2038350"/>
            <a:ext cx="2057400" cy="419100"/>
            <a:chOff x="6400800" y="2038350"/>
            <a:chExt cx="2057400" cy="419100"/>
          </a:xfrm>
        </p:grpSpPr>
        <p:sp>
          <p:nvSpPr>
            <p:cNvPr id="13" name="Flowchart: Manual Input 12"/>
            <p:cNvSpPr/>
            <p:nvPr/>
          </p:nvSpPr>
          <p:spPr>
            <a:xfrm rot="16200000" flipH="1">
              <a:off x="7181849" y="1257301"/>
              <a:ext cx="419100" cy="1981198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1615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1615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615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1615"/>
                  </a:lnTo>
                  <a:close/>
                </a:path>
              </a:pathLst>
            </a:custGeom>
            <a:ln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77557" y="2063233"/>
              <a:ext cx="1880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Nearby Providers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066800" y="1200150"/>
            <a:ext cx="6857998" cy="838200"/>
            <a:chOff x="1066800" y="1200150"/>
            <a:chExt cx="6857998" cy="838200"/>
          </a:xfrm>
        </p:grpSpPr>
        <p:sp>
          <p:nvSpPr>
            <p:cNvPr id="24" name="Rectangle 23"/>
            <p:cNvSpPr/>
            <p:nvPr/>
          </p:nvSpPr>
          <p:spPr>
            <a:xfrm>
              <a:off x="1066800" y="1276350"/>
              <a:ext cx="6857998" cy="762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62200" y="1200150"/>
              <a:ext cx="4267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Bauhaus 93" pitchFamily="82" charset="0"/>
                </a:rPr>
                <a:t>My Med Guide</a:t>
              </a:r>
              <a:endParaRPr lang="en-US" sz="4800" dirty="0">
                <a:latin typeface="Bauhaus 93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84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GitPage\rawfiles\Browse_gug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57150"/>
            <a:ext cx="165258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GitPage\rawfiles\golden-retriever-tongue-out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3" r="29361"/>
          <a:stretch/>
        </p:blipFill>
        <p:spPr bwMode="auto">
          <a:xfrm>
            <a:off x="1752600" y="54673"/>
            <a:ext cx="1651000" cy="16550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GitPage\rawfiles\Poisonus_Plants_thingy.jpg"/>
          <p:cNvPicPr>
            <a:picLocks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2" b="24186"/>
          <a:stretch/>
        </p:blipFill>
        <p:spPr bwMode="auto">
          <a:xfrm>
            <a:off x="3429000" y="95250"/>
            <a:ext cx="1655064" cy="16550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Don't let the bugs bite | C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433461" y="-1796119"/>
            <a:ext cx="1655064" cy="1655065"/>
            <a:chOff x="2895600" y="3224049"/>
            <a:chExt cx="1655064" cy="1655065"/>
          </a:xfrm>
        </p:grpSpPr>
        <p:sp>
          <p:nvSpPr>
            <p:cNvPr id="4" name="Rectangle 3"/>
            <p:cNvSpPr/>
            <p:nvPr/>
          </p:nvSpPr>
          <p:spPr>
            <a:xfrm>
              <a:off x="2895600" y="3224049"/>
              <a:ext cx="1655064" cy="1655064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3"/>
            <p:cNvPicPr>
              <a:picLocks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6" r="12137"/>
            <a:stretch/>
          </p:blipFill>
          <p:spPr bwMode="auto">
            <a:xfrm rot="16200000">
              <a:off x="2895600" y="3408767"/>
              <a:ext cx="1655064" cy="128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95250"/>
            <a:ext cx="1658937" cy="16525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D:\GitPage\rawfiles\Bugs_Pictures_Folder\10.3928_00904481-20090401-02-fig1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977" y="62835"/>
            <a:ext cx="1655064" cy="17204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3778397" y="-1796118"/>
            <a:ext cx="1655064" cy="1655064"/>
            <a:chOff x="814394" y="2593530"/>
            <a:chExt cx="1655064" cy="1655064"/>
          </a:xfrm>
        </p:grpSpPr>
        <p:sp>
          <p:nvSpPr>
            <p:cNvPr id="7" name="Rectangle 6"/>
            <p:cNvSpPr/>
            <p:nvPr/>
          </p:nvSpPr>
          <p:spPr>
            <a:xfrm>
              <a:off x="814394" y="2593530"/>
              <a:ext cx="1655064" cy="1655064"/>
            </a:xfrm>
            <a:prstGeom prst="rect">
              <a:avLst/>
            </a:prstGeom>
            <a:blipFill>
              <a:blip r:embed="rId10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D:\GitPage\rawfiles\Bugs_Pictures_Folder\A_Wheel_bug_Arilus_cristatus_eating_a_Japanese_beetle_Popillia_japonica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394" y="2800350"/>
              <a:ext cx="1655064" cy="1241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514" y="1771501"/>
            <a:ext cx="165258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2095731" y="-1795917"/>
            <a:ext cx="1655064" cy="1655064"/>
            <a:chOff x="2953672" y="2737621"/>
            <a:chExt cx="1655064" cy="1655064"/>
          </a:xfrm>
        </p:grpSpPr>
        <p:sp>
          <p:nvSpPr>
            <p:cNvPr id="11" name="Rectangle 10"/>
            <p:cNvSpPr/>
            <p:nvPr/>
          </p:nvSpPr>
          <p:spPr>
            <a:xfrm>
              <a:off x="2953672" y="2737621"/>
              <a:ext cx="1655064" cy="1655064"/>
            </a:xfrm>
            <a:prstGeom prst="rect">
              <a:avLst/>
            </a:prstGeom>
            <a:blipFill>
              <a:blip r:embed="rId13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 descr="D:\GitPage\rawfiles\Bugs_Pictures_Folder\AdobeStock_73243529-1024x641.jpe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3672" y="3047138"/>
              <a:ext cx="1655064" cy="10360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74" y="1750314"/>
            <a:ext cx="165258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440667" y="-1799527"/>
            <a:ext cx="1655064" cy="1655064"/>
            <a:chOff x="914400" y="2800350"/>
            <a:chExt cx="1655064" cy="1655064"/>
          </a:xfrm>
        </p:grpSpPr>
        <p:sp>
          <p:nvSpPr>
            <p:cNvPr id="15" name="Rectangle 14"/>
            <p:cNvSpPr/>
            <p:nvPr/>
          </p:nvSpPr>
          <p:spPr>
            <a:xfrm>
              <a:off x="914400" y="2800350"/>
              <a:ext cx="1655064" cy="1655064"/>
            </a:xfrm>
            <a:prstGeom prst="rect">
              <a:avLst/>
            </a:prstGeom>
            <a:blipFill>
              <a:blip r:embed="rId1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4" name="Picture 10" descr="D:\GitPage\rawfiles\Bugs_Pictures_Folder\Browse_bugs.jpg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3083216"/>
              <a:ext cx="1655064" cy="1089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1783275"/>
            <a:ext cx="165893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-1194689" y="-1799527"/>
            <a:ext cx="1655064" cy="1655064"/>
            <a:chOff x="1750568" y="2495550"/>
            <a:chExt cx="1655064" cy="1655064"/>
          </a:xfrm>
        </p:grpSpPr>
        <p:sp>
          <p:nvSpPr>
            <p:cNvPr id="17" name="Rectangle 16"/>
            <p:cNvSpPr/>
            <p:nvPr/>
          </p:nvSpPr>
          <p:spPr>
            <a:xfrm>
              <a:off x="1750568" y="2495550"/>
              <a:ext cx="1655064" cy="1655064"/>
            </a:xfrm>
            <a:prstGeom prst="rect">
              <a:avLst/>
            </a:prstGeom>
            <a:blipFill>
              <a:blip r:embed="rId19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6" name="Picture 12" descr="D:\GitPage\rawfiles\Bugs_Pictures_Folder\Chigger-Trombiculidae.jpg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568" y="2836299"/>
              <a:ext cx="1655064" cy="973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7" y="1815026"/>
            <a:ext cx="1652587" cy="165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7088525" y="-1781100"/>
            <a:ext cx="1655064" cy="1655064"/>
            <a:chOff x="2504280" y="3503776"/>
            <a:chExt cx="1655064" cy="1655064"/>
          </a:xfrm>
        </p:grpSpPr>
        <p:sp>
          <p:nvSpPr>
            <p:cNvPr id="13" name="Rectangle 12"/>
            <p:cNvSpPr/>
            <p:nvPr/>
          </p:nvSpPr>
          <p:spPr>
            <a:xfrm>
              <a:off x="2504280" y="3503776"/>
              <a:ext cx="1655064" cy="1655064"/>
            </a:xfrm>
            <a:prstGeom prst="rect">
              <a:avLst/>
            </a:prstGeom>
            <a:blipFill>
              <a:blip r:embed="rId10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2" descr="D:\GitPage\rawfiles\Bugs_Pictures_Folder\images.jpg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4280" y="3867890"/>
              <a:ext cx="1655064" cy="926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1376"/>
            <a:ext cx="165258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951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RMBkADASIAAhEBAxEB/8QAHQAAAgIDAQEBAAAAAAAAAAAABAUCAwEGBwAICf/EAFUQAAAEAgMIDAsHBAICAgIABwACAwQBEwUSIwYRISIyM0LwFDFBQ1FSU2FicXKCB2OBkZKhorGywdEVJMLh4vHyCDRz0haDJURUkyajFzUJRWQYNv/EABoBAAMBAQEBAAAAAAAAAAAAAAECAwAEBQb/xAAxEQACAgIBAwQCAgEEAwEBAQEAAQIREiEDIjFBBBMyUUJhBXFSFBVigSNykaEzsQb/2gAMAwEAAhEDEQA/APkYsMgGtFfFZYWQzQJbnVHVD4nlW9jhNQFJq+wFiZgakoqqrru8IpFRjo5mHon7YKbKq5qb0f3C9E+XNxAYVSVrlRAjN9gYVtB6R7XseUE7Jmq94LUC2U2b0/PEFzA4MekPLDelf5dYvNGyAJT61gUgokrmgMfJOKUrC28e2cXVda26KCTeSxO0LTKa67Yb8jJRisCZS2uay+LtYRcQ29cQV5riZIuTTV6GINPYqJlhN6BMHvGIqDJICW/AYj/sjCImWHseYejC8Lk810MGiNIZESI77m+iQWEgrnfhGU498mvzFxS/6ibEcGtkC+NEF096BMU/G/UQijKStcc4HJ1Ivx99AKJbUHpH9P6AaJUuwJGNakHl8ke56vDPQwIurNzoZsFtcI15RaVa9QNYvZVQeV6jj0erwciN1QWmhg1+DzDV2bn+O4H6C9kTxZR5EunuepB5LQWrDxQi3VGU1ZosTRDZKgOOxkydhyiorvtQavCEoOGLpLlcgHPKIMKDHRrUVpRlKkBEFElfxCtSAKeuwsehhpXQwc83uZIoIYSUTlBHGMew9ui5Fvr9RBRISTUld8WqQFn8dEm0LFExCTEErpb6BjnE4PqpjPsULp76F7iE0ELurUQvJKgsWshC7a64QtcMuxLGyOEwHFDLmikZ6tk5o0ek2fJJBGY0quN3fs7X9Q11zR8pXND1PR+pxkkeb6n0+cRcQ3cGCp64RYo35XE+t8RhN3R9NxzjOOj5vlhKEsPonEnJC2JP0CophbCHK9rsxFV8SDaPXtauDyDJUZu9VB6J7LNDEISqmmcZIH0ZKUWe2c4iU2+9IWx5UP8AIC29ESnmpC6B0uV/cVlgJEJ7d8JccqHJJx8bl+4eND9AxCKSSRN8/cRU1KGiBlcTzdfmJpKWuseEQvzf0jxbLjh2ThaCIwSle2Jlj8GUcVJ2XHFkD2UqVXCj0kz0FVc13TdQwY3pk0+a/fvCZoCkxQLQLa7s8e17+juCUTf/AFiBjemMV+V5sgM0C8kTPyQmQv8APjCssLXQqCZYcr7Gj1BW6Ao2Tja9wZLHvjxi+NGIwlDJhkzBT5ft7YhCPJQOJ1JuuV1iuJvQ0wGsjL9kzQ30QGL82uloD0CehkeUG8ewaV6PFN4oXHOr3xXAoxyfxbpgfkCsbMlOPQhNss39BGZa6AlBS10Bjf2Wpwsk5XYFqpUhBMqsr9XAJG2gLGk9UVqF5UeTNa9zW+JrZqaKoHV/06gfxA/kXFhKE4G5IDlNa2vF43mEr6u9DfiC8XRcmbfRA6lkflOOI3/bHki/HrES5emFlYJymkxpRCVr7BRtbdRWV0AlohAbEimPh/WvLlbPuPRxx4UYRUEnbWakMwSlC1J3vQ5txZ1xipQFqKAYRQsu4BVF0poOQcTe/wC4NKY9UtAqakpLW8B3Dj+IvdpylQEHTyYK8BVGP1UlbJUPUn82yVGrkL2CBtRKCqqvYE+d6BxQNtbEsgpphTIG10Q0+68fE+Q126VsPNjeR1SegGiWyV6aA7qVJTU4Oo9zsVIaLd5TcquPR9JDLlOX1M4wgcyurdzVTyuNxr41FRwDqUdWp7XLNrf5wtgXXdH3fpVjxHwvq3ny5ETG1rCGv7iX+IevQHUpMhGO/wBGSRBjU2WklrzARJP9QMR3sD5BnDEPRjNS4+u6DCF7YFbxS7fv5/WDyG4EugGiS7JlyRchIHIp9v3ChAvYB6Sas3zd0PBiSCUyK5349sFF/kKk49/8INSS8aMYsJDldeCAITLKEEjggkJudGNiXEU75xeUvKgdOCQKSKCjBiJgSUsqyA6ZsgEJhgbl0hKJ9awlGFqIESElDpTRh6cY0yZogpIs0Cp+N9IoNSjK/GFk8QwCUEgcmjKAyOaBe9BbKlpRfCH/ANYGTiDU42QJNgqqIDVbBtX3rQFaiU0CwpZGuuW4AM37g2Jyj2wsXb8kNRRpUavS0fFawHO7oTykrXLreS8Oi0yiqkOfU+mqOfk/Y/BybNEemtTq6+TmFKS/b9cAydN7U6WhxgEcsrXJHnOKyPYh9gi5+HiRC50pZa3gY8OlvuvMFjhSb2A2yZVCHjfaFiBwLU3oXJq2tkrru3gjRSDNgYr9yuNjZq61hpSKodMHO+ze7uhHoZvI2aDxXEBiLjtjXk6SmpAxu8yOOHSyFbH6aiSVRX0ig1q7tbLufXrCBBabnUgxZFtdb14FD/Fm00Y5Gxs0Zo16jW2QNyolDxQvCGZKfPhom2ozlfqGqFHBmwo+aGqLIXjxHHycrFKLINWzMEwRSFpB1QSicznkSSTlCyJeEQSUE4G4AxKJQomImIC78BBVIY2IFEiQrOT0AVEnAPQTDiOwIxPkKlyTc0DZcRVL6xieAmWQlAJdIbAskkFbtuAxoRNbdFChdNXelRsL6ARrpyt6ChbA5n6/qD2psjiBfA0pXXXdB7Iwcm1dD9sYMUIhSyiGaMFVQI/RT5IaEMLI98DNxeaOpwRKxJ1LKUKIwtc0J1oCuE295wGhsitUonAnpjJzewMx/wAoIhi/HUoqPAERNvQoP6YVB/5FZIb0L0kRCJeSFxDg2NDuQjAQgmqkqLDQEjp2QIt4njQ9AeJuDxjWQjeiEDfksKUTJDlUhJIZhHdgAwmKsBk5h62GImBSDF6MVYiUI7sBWQyu9DJo5E0BhMFjr5RYK6yu9CyMNyIWQf8AoyU4uhC8Bim7gurcwCBZfGAlBTehURQYMYEGi2rzitcwiZQCmPKBCWHN2xAy/JK/URMoKDH7AzGSMxNNHiCIjA4Bq8l4oP7A9XgJljZDJmbvufmgQwJRWlWU0Jkl+SVqfiBiS6WJa68/OOWHSdkh8mtytcGkVlJae5UCVBYGIOd6VCOXUBxVDYi29TQYQ+QFBFUgakcVyRHfYbwce2X3AtJTI1wBW3jkTagJge1zvvBT3oT4oPKqrmvwgoikpXoVsQAEXBaZptRX4BkyajiGwUy97914GJqK71kYAvIoDUDb1jhg7lsMTFpieN9HhFJNDyfMEFUS9sYQ8WKQ8WPxCVfXbFiRt618ob9gqiB01c6LIFm8cYqQFpSK/rNg9eEKGtmSG8V2gUUuu4Bymmpa4wvTjK7/AJgmOQV3/RBT/EMmPrzC00oUqRSzsonYBfYMHiUl2hiJhm/a3x5Q3K90cXJx5HdxcjQIoZXevzGEXVrNFq233QHCVN/SPO5+C4nf6fmykbG0eKq9AbIxeegNIo9earrijYmrreh4XPxqz3uDk6bNtIpNzQLRc9wa6i7BRHfK6+UciXg7E7HZ1potRiEiTkOWCuQCljsD6h0zUsumLFVZQXlVEnCyudFE8hGixF/40HJrzQhKkqGbcwaXStCQuSoYFMLSLBcaPJa/MXIzVRldBmqCTHSzQFcob6kLIQ+MWJxm2QzRNWa+6JaiKBJtkG7hlaqK/hABkJVqNoesuxiJAI4gCzn8aBnEFVQRXERPIpZ1XHC2KU0PXDWaFSicrehSEyDjsR0gzspSSQULElVBtCpApcIpK/qHteh9XhSZ438h6VyuaFRM6fIx+MLoGSS7HwiqBbU4nA1lobo+hi8laPnnHHTI196V5tH5wEjKd8RUjN9H1jMI5HEDvQGvovKaalreEjG9jQrCmrvXS1iLiw3rI7YPZmSljZ6BhO96eEuvWIFLN4mIM35qvTGjDdiqzwkY8fcPQJa9P5cIzAmtbANYSMf+sejC8Mqx8bX7o9/1fqDAaT02eKbxWvCJkECFFpM7KxAt7FMQzXTPoCUYfAJRT5LvDB477+QyqykunsUyt9GCf4u2MmiKjn30Ma0iw9kMmN4oQitZDJM7nRhLy7FqRfFZYwYowSP8BYQlkBY1J6I19SCuMLXW8LIxSS13RFSHiv1eQZILI1oCVfn9YwSKQycmtb3DNCowUw8pEYhC8JVefv7Q2exWzJk0u+PTVRWY3f6Qze3qV6ICYyCIHyOmLYq2ut4DpGV/WM1pvQ84xn/xPKn9sZhK/l7hkiffEDE7mOGtdjNf/SUPQ4glW6hXCMr/AG3RhSPY+QVip/ZcWItZmmigh/QBdHFmurL0+L5By+pnjxOzr9JDPlRtlGJpJJeYMEXepQChmiJDN6VXHxvIsptn20HhBILduwAm9mq8QUncKqqyscDvSKpVFcgBrwUhPQxV0NOuLU1FWtQLWbuaGsCTUhBwcXsvlfYrO6mibUnigvUjKV11gGDNeyGj0jfsvQYTXQ3GiqJSlTRr9GRmqk6A3NtH7qF5ns0OlMZMzykhrt0e2LjrqzTygsppzZHV6I5ONdZSXxNYfvlUhy+693sqvrtjbKcpNWaOe3QLWR/x7W2Pd/j+K+Q8n183gac6Vmqn+KtlAeBklVRh2a144qIZIfY8MOk+R5E5SYQXxWWPRIr2/qJpG3oXppZfoh6JN7pFSRLKal8vcDE0FUlZsrXmHiFVm2vE4vACSFmq63gzYW8tFiJN9lfqj7wejC1J2KwETm9AGolAbF8DFoml7usGJQ5VKv3skAJQV3oMSQ3oGCJPKTsMRL43EBiNqBSx3r2NeAFpESzUoMwxubCCAspvY6IHQF6e0Cb8iZbUEIw1+gqhKFqZpu77MRsgB5CzbL2xeSOvOBEyq8r2wQmYH5DJ70XRhK44jGCQibkhJP8AxemGCFFjkA9ryoVpWqsrIDFOPsCbQEw9EwImANOIsMZUKWCIGBBVwHCKsoSjC+MTaoYIKzQRAyQDbHBMwCwxgyldv6YAXS/+wOCFFTlAEqjTaWaTUhoNPMssdWpBqNLp1nl2X0HL6h+Tr9PCNHKHjGUqdXQ4g154TLG7UzFJJU+sBpVJrWp7XEHmrkldHqe0nGxK8iFjg8oFOF1ce1Ck6k2uLWyDWLJxUm6+sSTMByp+x7UBcaP8tzzBfkNl0jBspNzoMRV33W8EyK00HpG9jSDqO6ETdDVu/B7Z2kqrNlY9Qa7MlZrm/O+DGq1qTj8UNBGn2NxZqzakobfQrQa3c+jN9XqHSqHo/IssQ5BeEEc3JyOOhpRLGyzQ2mj2qQEo9mkkHaMBeMFE558oxYwSSDRIwQpqyvg4Ac3dZAqRU7GJi2ozEowkoPGiCOZjDdHijIiDQpfGHJDIrJ/2DNfnBB1YkYkEYkF4xKDk0DmIIHTBMYTRE5BgtAB80BVE5oYnIA1ShbB2RrlIopTc0EDpMbW+INYpAoFGcYig6c2ylEywQ3PKFB0pW+44m0NrzhvyJ47Q/ZmDJNYKGpvTByRhqGb+homoLpkQCiYXlVBFktBRDCX+IVt48kLiw12toYCZWbbEEyi1QwgkX0BgGYRvD0I3hiJux2xOMN6AYzX0UG/xC6MbwrVKIV+cKBPEJjG+JCmMd9Eq+u4MIycdoeNtCuHtjET/AMQaGSLyxE60BTCN4XQL+kANHoxvDF+I9elVxVGF4Yb8SyMLyQgeEoS3oRjGbmhomitE4mHoGEYR5UeCv7NZaJQjfEIQvDEI3gA/EnV5xiMZowYojBQYF7JVoCo5hIxhUc4wy+R4soQUh/ERTMMK64wxRvpIxUtRCJxTGN8eIoMLZfBUXJHsgLftbwuQNyQahGz8t27jXmBqC9rmv1BQmeVrhMD263KjiTPSnFjlFWaDSKBS3V5IGpKDdJPY4QPl9gEIONaoUNTyq9r3AeirrrwhrBhIaon30MUlvbyAmbr8qDU1f0AEnx2MklJoMRXspQVJKzd9BiRlc7x8vcDL4k3FjNNWVU9kHENKsvT6wqSjl4NeYFpq+N+uEOtoV67DZDxIIKf+G5f4QA2U8boA0n4QaFYQQwsLys3L4gHhG+LiBha6i0u0JwMlK9j8xXCPihKqr+n6hJBrEvITkuILIH332BRD+YIIblfR3RogdyPQglKFSkNeYeViKqm+hGsh4EynSGVo5GRj+8RMWyzXbOMxIr7sUTaLxk49ypQn6gKuVLpzNcALOpKzWsBUYnoccSnx5RG4uTCQuKvKVD1i8m2vUEjpKb/sMMHCqSspXI448X1fpcdo970fqFVM29N57fUCGdIzVSdoa4VabvWgC2x1Zv4x5E+LZ68eTJ2beT8QYtnMqyCFmvZd/wCQOIfehHBls4myIOJoNTjvQSMXGtUHoubUMoSBnQxKlZCxE4qaqzfhE4xvieX+RoxsORLNBBSANI9kLI0gkkHTM47JuIyhJupNC1y7SVHmrsBow4UJZBc5h4oFlczUhBQgxhMpHxQlV5L6xF7gkoAxN40K7fYFEVUUgA7aWQPjG+IKQFRcTU3aCqSuvuC5dQbS9ZzUj8ca46bKpb12heEsdnNyRy0+wkeIiopVdfeGKrfLAR26qVRLOEH0fofV5dMj531no8eopv8AzE72RK9gowY3/wCwS/7fRL7x6/yo8hdNkyG+DmxhZestfMKSm8ULiGSSSm5ZAWBL6Zku2JRh4oRrSqgnW5hRPEDWJKBcjL4okciUoYTgr/rjfIZJAI3iB7WiEZW4MEKJV8j9hKMPYv8A5DX0g9vdmYHSlH9AVliJFilvumK5lrZDRbGnoJIpZDBjJSs0B6/6fngFx4WQNbRn1aKlC+KriNVJKpr5BOEb1cYU/wAQzYIIx7dcZra/MQTN8hOEb+u4DlQPjpGU/bFwoiQXQikCzK2YKYRVhN19QwaH8RI0fQAekZEClm19AZiUYPFLkvaHiE5XWAG4gdWYN+ISOdUQgbOYRlSFqBJbAZJH0BFU49/iHoeN7eSCojNliRR6B96GIqzR6JpX6AQpLwWJqeK/SMxNruCs5ZWaGAKM3sthHdgIG0BC/wDB5BiMbKb1AixdssgeV3w4oaUkrK73n3AiLC8rrtB5QyM1UeX/ACc8eM9b+MX/AJTbm8AQ6RSSC1qor3Awer2XdHymDyuz6xvpEiKv3o4BpZ7Zd4WRilnUtdYhHSSm9aFcWS6zJUqNnoBNJ0kRUMnZ5QV3NkVlEBdKq5aWmOfk+RXj+iSCiToTNGUFLddVLXcBRVxBJydlnXZmz0PGaNpaqShptDKyqmuAbWirvs3EE+S4jpDSKU21GoXVrJNUu7HqD1akNipdwaFdHSM2uN6RfYnKaXS1qqe19EaPdGdVJLoa4RvKieWqNCurhanta/Q2h9H6BL3Dwf5Cbwo1M8Ve4PJCk8VZosLGVUH0cJYnzzphbc1l58YFtJs3p9PaKAUbXuApOPofTaFU8iDW7GUCK63heiTuAZKKQLTPvWvMNizXXcuqa8wILms1+oDFh+gGoQ3qV0uyNQFILShkTan+v5himoBG5+wCUc7muwKqFRE9wLSMl0P3ByRrXsAQhd6BSZbX4gJGuviFIxBJI/B6wKjD0DgiOashjJ46CIRyBaXaAsIKglHaAoF6DEkwQQ0pJT2ScYDkUsrX6C6EZvQ6G4YMgJ9R6PN6AvLyvoiESb6LImyMI1jNMuQNNBhDBfE+RK7wJTOklrzBLGpxD0VciaCSmC0qgKSVEnSKRsNTMLS/MDQOCChjeWy+Flai1M2tUUkN6AtJZCbC7oMIcZOKEzC9OAZP7NF/QspVPLGg3SWVf0Ko6JSKdl2BoV0ie+jThkX4pYnH7p3EpU457STvL/2HQLrUlVVZsr3bQ52/ZK9zTHnT48T04crYnXeTVemK4Ka7l4RcNVUlbLHFafscQIx7/wAg1PNSvgFsCCmPoEOCImsux7QUV0SJDLGU1JXr/IVkMJFILxexJ3JUWncq76GFDlm64TdQTxj4oPrnSTVc1kCsEc3I5HTblGmQOr0ChZDndzSCWIOmUSnZDpgjinOUp6HaEEhfA3AKG8bIXHKKUK2XTNfILiKWoETOLYf5QQ39DhBbegaUwSoqgxBQCx0Mr8RmpEVEjNFtaA1mo9VgIFiL4RFUSyhRMD7FqRhdEoGSKCSSgyEPGRFKqQYCpUozAhUoUBrkDQ6YBVRCjNCF+VJIIHsLIbI+JZH+PyjX3ZRid5CBzDX3ChL/ACg14n8gIkna63w4rg15HDU6vfByZwsaWSs0M24WwV9BgIhDcgK0oC6y4RrGouSUF8DAJMwJrWQehaiWZ3+IkUoHIoLk4hXcRT0IXhGBhaaAyUgFjURNtj0EBKMO4JJlANRXCN4ejC8LTJCCoxkDGjliMVB5QnjRVW6gbNX0EzASkoACnFxTAGYUctkKIm7gzFcQicY22ZiqqPHjKzQoOYegcYNhKUBM0ANM6hYQ4XYZ/QQmUWwgKk4i4sEpQNfRl1FShuSFBs6CVAIrFJUEzoyY0pUVKHshGPpiBzhaAokK4ic4yoKzfMAZLwQvqiIlGN/XdFUDjBovNEWJ/wCICQMLSqjG/I/LBM/K69QKTUldioFEHKqoIRjN5QcXyPVnj4NjbLWXx6xBhVPG4nyCNsvvUrEDJJRLkg5KaxiNyLdj1gtuayzuvvCtBdKVN1wAxNQYLWMbQ0bqd/1e8HpuZWt8JElPjDBE+9TcQY5psbJH8aC0T+Nr1OoJ0FkteAHEWyOOGAuqI0RczfwA1A9rnQmIbI0Axa7QP9EKlY3TjK1ygYRVJLXXaCopu2DW63+v7hl07M6GRD6mF6UOwAyn8brzC8p+SBQupBpIZv2xI8ZSWu0KiHGYJ5YbpA68BScUvYx/yGVDZaumK0jTe55x4s1IBGaxJmhvorU8UkLDFm2orikrK+E4SXcpfiJKEOS73WIwjakFyRP5AhJn7fH6wMNGdyQIcuXZfQRKWaLXUrlfZFcVEscb9FIQKztvFVwOs19P4YAjZYHcK61Qk/TxnHZ0Qm+LSMkglN19fN1CwrxLlfQ2gFvRFfSA8S8kOP8A27jOmPr+SKNnQpbXX5AuNO64YDTTrqpJCBqQVldPtDP+P4Sj9bzRN9Ruk8b6YshdUkkrNm68w0IjybnfiFC7rklQH/HcIF67k7nUW13DVL/2tdwMkruWsrOjiJnCsoUJUk6S332hyz/iuNnRD+R5InfC3aNVd9AZ7sUs0OOI0q6SSzol9rOuUGX8Xx47H/3Gb2deLdc1m539IwW6tqlvo5IpS+vOKFqZ8bwZIR/xnHHsb/cJnc2l2DVXfQ5a3SteVy/cPnAtPOks0rjglK7ClJtqroQ0hzT/AIvL4nRx/wAiz6Ic021VzQVq0glNzo463uzdb6r774yS7BVJXOn/AHE1/FTiH/cVkdrTepcqSoMnXS/0HIEbuFRf/wA7V5Wp+IL/ALbOIz/kYHUa6Su+gB63SGg/898aevk8wn/zuaJ/6KeQX6mEkPlUUv8AX6CpduqEhrpZtrNIDE6dSVSzvy846ePg5eLZzznCZS4RVS3rEA5TSs0LHNKNe+BJtqfjj6D0/LJxWR4HqeLH4lyagsj4oUEUSFkFEs1rgHVKWLONr9FtblROB1ZXf+gqMolKlfHtCRDzbXW9wh7jIDgXpn9DDo84tLFL+YoTsq/k6heTOjM0ek8eM3iEEIQlKiR9f3HjRBA3RXVy9avOIEtRKCiWPocbFEb8oLeIjeRmBJvf82AWFja/AK6s2y6A9CPphl1du4xk0LLxhxkxFZWu3AevzUhApt6lAYmbMHP7fyEzRyJVev6iw849fS91YegXgB6Qv/ItjH0NcERAphAvjdYcAlXS3oYWycYa64BK/EQKTv1xExMsLIyskrCUkJxhl+QUnKMmgCmD8mZvb1jiEI3xIsVZXbEYGsgRq0TJ7Bx4hx40bIeLtDULeyV/xWt/6CJYa4BgumrN6IkWHJDYgMQNa5rX5icYJYmuG9tDBExkYfbRCFr3L+iIxNyothDXCKK29ANgZZC13rXgGyUCjZa3hrBSa4RtNC/2soeL/K/Cj3f4iPVY5TIK6SVVSS0wSytVSAukWNlN6I+bTxPoquzVmRFXVdLj6AKNc6qraiSZkmqofUe+mpdsJz8jjtHVxQU1sGQZ7FS7AU0gTfRtTiE3+I1qkm0pUea+d5Ujt9qKQK3KqDSo8l7AxRjcOCoJD0OJUrOHmlvRQxjK7gfMXU0KoJcl2+YGM05Sv+hr37iPM6Kp6Dn2aPa6A0Omo5emNrpZ9NSlJKjUl0lVVdb4PptA5FlEVQTlJHVV+Ic1u0WtZXeHT6ZUg1YfAYccumd7KdZ0fS/xsPJ89/JS/ASQjfFhc1ne+ByxlAmEcge6jwnHwXtyfBlgmHJYgGKTI6ANTL2A0RNR7haafJVNdu+DEjSv9wIjDI9oGIp2s3iCjkJcAsieQDmxPT+m2Ak4Bg3hKV13AchKDG6U34waQm+gRA3JA1scZPQiivJfesrIEpkm71l5Qi307XgBJUtS+cE1WZTSS9AXp7fdFd9L35fMJRjeC4szXUXpxBKUPGgVOAJTMCFoKLCb3L/qBFaVvQFSlK536C6Bpv4d2t+QZClsFNcAzDaFdSyFkDBvAVb2WFW8boC+/wDqFBY64BKtyQA927CCG5UFpqAQsASmYTaKRDklPFAkh7LW+ASC4ikoTHiq7hpFBaRTegITbBJDBWaSy0gosPbBiZ7LXGC8hsgEQUG7gSx0VvzWX4xplPIzUjjbnCvKjWKWLZAynSoqoHKLoqLm8TLiNKfUaljjqNMJWp8j5DVqQo6bmhxN5M7uNYnNqTorkvYGruW6qSvT0+odWd0claWQ1akqDmqnV44EVrZaa7M1Iik3ucYEQjZawBP2YqkqfIGINt69DrCYk+2wc0VROBxIyWvOMJkte2KqPk2b8FpYDa7lGs1UnojX21G2vb18w3i5RqkkqK8fyObkTqzpFzDSUl+EdCYIWU3uDVLnCZHTG6t01ZQ64nH8S9BMEkgK0YDJjijJZF0Cze2QZFZT98YgbgC4hUwkpteYEJqgCCgnNteIM+pDKXgcJOfQBqawQorpcqC0nIWqHgN4qDKZwCm430XRWDB0GQgJonlAIiotKoDYGMk1RBRYBQUVSHpwbIQtUOBFxKKorViMB9QseIWVlkDXKSJljZ3BxrlIpg0vIlrtE11VQDpwlK9vXCC3icriAAqtqGMlS6hk3hayg1ThkBQmf0MAaIGEn8hoBqMJouOYUt4ghWIYVmCQ8aLDGFEFJQyc4KYC2ZEXJm74DMcSiqHYYoORU13BfW5gCiqDE4CfkJYY1kIpm15xJWIrMay0O+MFfIvOabnQLWgMHVGIK+gMIVwjeApzWoJNKm63gIpG1DhS8Hkji6CoqiXfdAQL8ghv+IQZUZgpvX5iqBhCJgUHRZE/AMRVFZlBCtahWYKgcWEmgYhhaU4U3yD0D71pi4qgAipNF5FQdxAwuMbwoVIKjqKyhkylkMCimEZWdyBQtESVMKDgFPxKjzfKK4LegPKx1JtCiJgULnssUUEIHEYHGJkQWFPZaQ4uLtgcqgnFQEGR+UKKv6yglJXIC8ywtROPM2ezp9h41V5IMm7nI4/xcN8I2yncDEi2RKD+aIzuQ8bHsumCm6gTlc717f1BbdZJLjn6QwKscpfHplBJDWsoKkFgWRSaGQk3+humra/pBqJpoTonlZqINQV5L2hmyUlWx4RX5AhsYKG6lrreL9Qxaq+gGXSieT8DpFRLOzfaBqCoSQUyNPoboYtjpStPsB7Ep5DRta9sFFUlZoLW61qcHpGsv9S7g14gaW2gskfbxhcVXxuQBSqJdMGN23K/mLJEqyLkE1Ve2LIkDCjmqXtiT8iSVqDgH5LQKnBWUKVj5GuEMSQsrUUOUElbVLs/QLPuVhHVC4qioJTdK+8QkxEVrXNfmJIdrEGOtNzohFXehgqaqqumTb73qFTkvpnD4GzLyR+MDPl7XT7NbCMwMrKFaiU3OgVkGGgSL1XkvTHmx+VSFxU0hWpKCpYmcnLsjKqU0CbG7n1BLg/cAKri1Ctlaky2JPgFJiWpB482bKyyKZBiX4CScVUt6+e1EBB+WmZVT339hQWCX4wRGO9Y+OKyt1QOQMbgVxT30DmU13QQdmr3K4rOhanm1OjuDfjY/wAgOEdwSjN/2E4t1RJNsr29sDuCQPLm8QRMna63wUVoqlU6euEZUQE2sSsGCmsrKaIRV9MXqsxRBHXm/Yb5Gfcio5VSSIPGe+N1iPLJ+gBjoK718N8ahfIQobxp/S3L4wmq6m52z0MbcHkUnXYxNPrGTJ2tkkFUOoLf/wACdnKyu7jbkPILEaVVlZ36AE82VnRSZNVUZR+wSHMKcVVzqp+/g8uAWoU1K33vhEaO9d3s+UUzldfeDHp7DJLybeWnFd6FidOcqNPI+lV/jwgpFzN45+KDchJ8UTZY08rmpWvCCE6YVVzqv7DWCuOVyMPe5hfBykrU0CBkwPhibihS6WJa1/3ByVJZeQNCI5tZs35iw9ISs0qD7jsn7Sl2Rv5aSyPh6xeR2l0K/wAxzgtOqpVPTrm9wJLdCrnVVSE9Qp7i8kX6d9zfzOBEpuVGlIXS+O9oFFprxuP2tdwb3UTh6Z7s3Ah0hGpanlDXEKXm51XIF6VJ77+IaHJ9DP0/ax5DkvjHok4ArLSqSqvsHBJHc3XXAKZb2Snx4di+KXKiw0QPsi1E01rIMSUcScIJb0JxLrxRXFT4f24BlOGXa+mMFqtE4myLXEGYm/3EDaHixO+qqqebp3ggf/UiosJ2XOIQhkJdfWPTMsPjkL8bM1ecVxhl6wEoqJa+oZGSSB8kTh7GASibxo8QoxetZU0gMDN4mIzcdWUQWF2/9BksfFDxIcrxxrBWRGEL4xEw8pG1tecZhtgghcdHoESm6+oVRJK13BI8d6x8TojNXL4mDR3Qsuw8FZhEtr+r5Db6JRSlJ6A1dm3mqjeKKa5A+b/lORWfS/xXG1EZMkbUNVkUlUuUATZIXGmpb79B4Lmj3OOInpGh7WaIM0ZQauFVVd6FbZnNV/SOXl5NHdCG7Cm5LIJqUStRt6VH2UpIavS6NqOHi3Ms24orallJZoVQUVgMQdSrIEtG81IezxyPPmvsY0enNVDBw18UKqLbb6HS5EpQlOGUh4PpNXWZBBSCUobe6jl5BBqNLrcqH44YsWc9GoXVFV2Kf/bmHGqWWVVdH/2/IdbuvfWR+J8xyGkFZqp1eJf0rw+p/jINQs+Y/kZ3LXcFhH2wQmUUk3ATAmQlj1NMetA8xuwhCFkfT6GvAL4KWspXQvd6HOBi/wCWprtAkinK/CGSFdDFt4r8gaiUL2/ildMHpfxDCTqrGCJP0YoOSKAW8PGgwuvBeB+XcnvEOIaVUBKUcsBoAxL0A6QtMOSjvSXEBN/xoFSh8Ot/CJliBRrrQWUyW+1+4JVbUVwhK6FfWEBeWKXoZYNjFqPjRdCIqILa3UAjV+wlE/Yri2JvGihMs0XEjKBs0/tFiYtPtCqBrUWFjrWBBBqWi21lE8oyhNETmHk45fo+oZoMu+g0m9glHbAiZwSkqEkPENTjNE0y9wVkNNBCJQjL3owQWlgqM1IDAUwSSInW1rASP+UWwtQUbI8vyo1+mDckHasQmpCG4J8mI8fkadSKaXthYsyss1ruB++CyKfjRwP5Ho8cHRr7mjgodUclmpQ3Y7ebncQL3LJLt94Vi/so9HPHtCWua9EoUKUVajo6lHzQA5olXkhSsiNmhKUdK/Fi5ICgz+VQbo7o2VvWWE67P0/oAoGsFZk8UNzueSyPINTRLKG13NLB4dJPkOo0DZDb2i1kNDodwrCpajcG7myHVx9WzzpjQpxk6gAg5Gdk6/QWoiwuBlROKlkAYrCJVvGgAsYlOkMRjuxARXAsm71+EYeLiME1BckulNC8sRbXSCNeAqVDMrv0PmL03PjccKSqWQuIcYXLIbwXlSxfOjqYKiuBaRwDQyY0nQ1MPROBSnFpVBqGsnAwjfgIxPwDFaAYVpA7ooRPih6rEJXhMsYU1p0UKzEtQ8dkCdyTkg6fgNeSxq4DZBQJkCQSDBIqqQWX6HrQ3SXlAiJuELUTxxAXFWyAJvRaU49WiKa/MLSQmgoM1kYicWEMKDmFcFQwsPoNrgpFdVL0QsTVFxVAg3yGhnKW+j0FQARQZKcYzgFKKWorKbehVAwlE3CMFFhoClSImYUnKDYKrser8kMmzQgUokaABv8AkSgQQNC1GE4jMTDGogZQVmOJnMIVkhhv0WkMLYyuVAl+AsJEBiBiSgyRYClMJxOCCwsiowY01IUEjrgGImVAsZGTR+YqNtC1SPoesDwUADfTRWpADGKClygSJkveAIys3zGIG8VkDxY70JELvQxrLCn3oeVED7YshGaGQXUj8nYx8V9RJI38BBQlqJX1R566j2mvoORU5Xt814GkVCpMyoYQilZ2ugCn5JvvoaIKJA5BbvkCdusql3/ZBaceSV4NeoYzgh22Vmg1FVJII0j5AYpKZFqF6sib+TG6a++gtBXxuXrgCsqlkCG5vjgHRN67jtJXffzDBBTWtux3QjQVSx9YFB6B/lpBiTQ1QUlTMvc4QyQcq9D3eXq5gkTUDFEwN5EsMhuidVUN2yM3j4nSANG0a6VtdD5DYGBZXbrVO1AWirYjhig+jqMmpTVRbBOUqdLpwBCZ1UkrJLh84HQNKVmqivkFa0EGVVSqfgFJnCqvTxw1RI1Vazcg4XKlapZrTGcxoa7BFaytanZAZYze/wBYzMSFcVZXYP5yx2gkynHL7Lzk7lTogW9Ktfwi7ZSUommAqRcTQj7dIUvJJc0rv6+cDLlm1Jvb8vUIxWVxPKITP4cwbLSFvJlsCpCtc2pRQdTL0/wiByKq8cYfUWUrk5L4hU3o92rXmg5ForjqqpC0qn8QtCqdAhmKojBuklvQJWdqqq5rH7MRXCCuu3f8o1DKT8EFBVXSm98WRQVzSo8dtZTdS9YSsTLIrgpKVPkYmgMnUtc0TH4oqLBLXa8nOLTRS5X3XwbKK2DqG+IeOTxWOMROl2+9G919YnBwl7PlEpr6HiwFZNVJUeKmrie3ugtVxN3ro5IFisr/AA2wRtolX8V2+iKVs7apdgVRWVFmyUlUun8xgxce7MKp+2KDQ/kC4E+HWIqUhkTcjsiFjYqQNAokUtqLFIJJACMVZudBhZmsRgij6Ymo27G55ogIru1J0ASR1NBaZl3KzNuxkeUUSefpcwLNCbnQKYviv3CDvQOpH5Ck0Jut4ERTFJrIGwf0XoNJqRxam1lfjEW63wg5GM3NKh0ZlRm2RhFShLLoBjE29cQUmVVx+J+Yn8ZBdLQvhHxXZ4Rir1ghSP8Av2vKKzQ5L67l/bDCRjiCngKARFVLHy9wVkIlNApSAspaZ4kVZvmBkDqjBCJK5r8xeVt2Ohwg2aPcmiurnRcWkFce1A0UJXQEIkV5UCwTipdw9KlJXHy4Vxb9teNC0sFUtfOKFIKzfOGc8u4fb0PE6byL9cGJXQ2spVXpcw0+MZXixWY6vK+8L7gvsRnX2dCbU9Nl2obJUikrncjXzjmTZZVL/QNmtISkuPrtCqmS5OD6N9TVS3pXI0xZFWbre8sBqDamwxSpbeu8QP7hGXC/A+KdLviRo76FCVLb13vqL0qWa9/1ecN7mRH2pRGV6bvo8RTxX1AhX6Su+1ARB0liZGR7xRvQii4ottc1+IW1b+dqAeCyW9C69kWoKeLB/wAiUTKyrLsF+cR4kddwRMfxuu7gEdeyCm33J7bJGj8eP1cwlftfh3BXEvbxB6Mcjy43yBkFGIqb7xxmtKzqunAQGYEtSaxviXL8GW4oZTSH9GIZE3WI3aj0vQGlUUpakSG+UTCy1vj4v13I5TPsvRwwhSGjNsCjUckqMN42QMbqjyuU9Pi7ARqJEW7aV2w3VU9sAHIOVvE6YB19KVfGpU2kljh4qtKGu0ocDgWMrKz7Core1DhOUkkFbSIONNxJQ9Tj6o2zhm9jqj3AxSL8CNYykhSse1UVGUtitFDpdXHtbMa1Sq0pL8YaUnSCTVIahStJTUjqpaA7OKO0cnLKrRqF1rv2/MOemNan0/qNmuoeTVT2tSuNQOr8h9R6VYwo+c9RO52i29kQEynFJYa/QEJwS5IdhxSYQSORvgJSLN6HvwgYsZoIQzVjrAFAdWMUzJTc1wHBiSiqW+1K+QUCJxsu+CYFm9wMTaDkog1M1kT4gCRT9QugeaGTJtDJopvvoH+QYEV3rjn8gVNT2XYDRsXI44KoW59g5up4rLFyREhBMkrXdF8S2WvnGTA04IthaiULXXAK0yTdfULikDB+RcSOu6JFlCAmmVIJEGISQ3oCxM0rjiki+9ShbPGaH0jMIKi6BfFYggS17AzWlWQe8RfjsvIX9BDj0TZHEEVD67okia1tQbM31UFpxlAlA1l+DdAkFAUkJMvxpDFuCEdABon8UDUdsTHj3L4Q7ghfSlXhmJhA20MFKjEdsSgbgEFDShXCF8FsJaeNkFNInsgwUMEtIK5YnyLyW42In6m+hYdTxonSq0qIUqvEt9yx50/kejx9Qcs7tbL5AdZzvQWrvdeYVFdWudBiUnoZow/+smuEYPKAsHeu15xbMHTGVdzjlFi6kUJu9DV30JSo218pKSPrrAak+ztrUD5RDEWKnte3pVcIf0Mv36+t8a6pCaG9FKypcoBPqFmjpNDOI64Bs7Z3KSzo0Ci3dkRLH12xsKDsdfGsUeZyp5Gzpv0h4j4a6Z8KjvrWyFrJtm0wfTd9qD0HfjRrf2jNqCRX8oBIT5Gyldpcr2wSmv6A1lN56fl9YLRe70CuoaOjYk1wUVca+VzkBiityoDgMpq6G6SgsSVC1NbL6fsglFUYyYcmtyotgcCpxBaUEhgfENTWBaZgDCO7AXorDBCR40RCBx6vyQFj/iYWIFDxLldMNz39eEAPyBkL5s1p6lr1hI7h4rIGwUhD2AieJqh0hX9AiJrUMG6k0AkLK75PcCW0dwaitUhikf5AivZd7yXgLCVKFiZ9fyCUKy2B+fuC9MwCiXX5AhE41C7ei6Md2IiWKQlAnwio8LIahfjs8LCqAcsRYX5ADR+IQQ6QknEDiwmdGGRePRUHoqWQhCIFBLYG13ROMBTVgPJH5UEDJl2hKMN0VntfTEobQwr+iZoCChpQzFT9IgaIZoOaWis5hVGN4erQFBj+wFGiERUEixAs3nE01BhAg5hMtqBhcgeUMKWIRFpjCmEbwlFWCoVdQUSgZUYgWUPVf9hZEgNhKVEwOqkGJEvFCB2wKRmKFErUWyrUFmayhXFOyGaColESiBBZLGDZ0YzVn5RkT+YrqAs5ZXx+cYKTIHm/E9owiTIwi8p/QA5i8kJlKMmhMcQ5M6soFoH8b6IVxUBTdVLv9ABPIZfY0goGSGdm6+4JUlbUGIntQy6iK7NjspsjWALQglvve6QUtl5vcB6CiWdDfEk5IYILdsMGRsgKUf8AKDWy2u4GEfcfJmteP+EbHQtGTVSTQnoRpspUmsPWN5otmk1V/wBxbj462yNraQzQjsVrKSSEW8LWaGJGk1KakKIw2LXmi1YiZrHEepE+650I11Epud/ceWpFWVphadwriBZOMBYRGyiqsqVN6eJ7ogBU6oyRay7nzF0UklUhNvLZbCiCK6v+wKPCbxwucIylSK+j0ucEt1Afl3EbLTIpcqKIopZrv/kL3SHt8UCRbqpKzdeoTprSKQkYUilKFKBUhItkr0BitKVJ5Q8V4Dkgs5Uks1jk6QimeUqTWqIqRtSAY5Ve5Wrc4Aklmwsy+RZa/MUHSVVtUsvJPij0NesXNlVUhSDjJjOOKKUWkrXJFleH6xJw6ARjTfX+wE4/QvxeySxtesAqOFc0loe0DUipclj4P3Fa0rvhClfQrPBXoVz6GEYUmpVJuPt6IMidLkhBROb+gI08SlCxWHJV+l5Rcnnc1ka3r4NUQsv0gOKavJdsDwaJaeVK71errtgeMZSowdBXNd6v9BXU7/F+YR9JZdRFSPcFZD2VlvYmtDI1gBYKJJV+ODD4iv8AQyvqgZU8q1EkVks70Y94VOVEleOIPpY0JFSjmyshRFebmu/uQ8gwspK7YGm+KrjOVDfIyc6qQKQVsgvv9+oL0FActB0nsOrjE1VL0uv1CJoCKpu+JZjY1tEF1UpQGMtkdAmKMOFP4gUx0uwGzFq+wSVWVa5AYNVvkFMLVK19CtgBjQk1VPLxPcHyZlAbwXVFJjDP+ooLDfRObyHwwMrK/AKFD/o3K0L17nFa57Wbl8b8hWspqcZUKlkywhkpWa6JgPFSVruCMVP/AK9feKiRvekFgNWIwYLWvKBqgdLfccJmRA3Sh4ogpYiLqiWdVA68rdGVVQKdXxuv7BMse7M96LjQSVA60d6Srihd36fyFcHIOaQcFFlq8Ox+YgmWaKDKK5rXnEkllZvQ19YbplsUYppzf5AorYRZx164BkQs1IbMVR8i6Jd6mjMTq8qftAlSUkrmvT4BWSCXQmA5RFxUygy6vK/sJFpNURVIlrhAqxFQXPsOlXSxinTSqVTtBkjdByo1A03v8f3C2/a8cUyIuFaRvCFO+h5g2QpObUHPEIb6HLJ2r/sHXIS/0/c3kjhJX+Itm+30hqqVI684LRpeVUFFyJnNLgnAfENKHqsQrJSCW++yDUnqSvcDJok4SLo5qV7QtaQSm/CBCHmq2v5XwTRhElVc7iDm9XPoqzp9HBy5EbZRKSSVRXXCNxozNDUGieRK9IbVROaHxnqHlKz7TiVRodkNyQtbqf8AWKIKSks0BoqK50c3IlhovCUoseKrWQyhKGuuXSuIlxwfRSk3Ojz58cvJ2weTGC6QRUmikqH6y6Uoa5SbuarKEeNPJFp1Wyhgz8UCtic4xRxt6Bpoj2oLpo8ucuoGWhKSCN4qqkNolJSRrNOtxoQdjT5EaTT7pW0lBIdaU1tQ5pJG1ONapk0pI9qO7hjlNHFyPCDmaNdEvNVOEcI2s0X0ipanAhYengH1XDHGJ8xPkynomaVr7hdCbvQo/wBxeU4uuog3kEp64wNSLZKJaeuEBIlBSKmpALcTUoxGCUZSQLTj4rg+UQImWb/qCUvQJ6xWHUieoO0GFzvQ+fACSw8aAym/mCU7UYGa7h7U2Ra9oM0YWtkFTfxoaIGGVpk2shu3FxYgRrBVK1S9HcBqUN96GR7w6QGiaYsPuiBBZCF8MFEkzfoFyO0Kq3MLk4/qC7+gLuWVvmJEgPEESmyOJpAAfcviX4hmJrUQGYGSDtG0XJQm2omhC1P7PzFcY2Qkmt/Pd6gtjX5ZfM7AKbm339gGlGyBacqVZKhWNAOIcGJqqygrTNr9QUmrKC0Uy6rGJFh40QEVwLIKhfB0FxjDBYAaKnK4gnM6gLFowucIqTNtqhw6PN6A1ylj6kC8hTjX2a1Sy6VoNdWc2tll6R/yDOl3Fqca8oZKbnR5011noReKui9RSUKq6u+iqB7IeKdIHEaVS0EwcCw9IhWspZWWXXAqrsWiqQkn+LDnj5VWulxMfKjtBM4Vmqn09rSFqik1XW+Bq1r+rcGy1YqWJVCCWPag5jCUr0Avv2p/TqfmDmB7X4w0XciculWbKyXtbIOGzmUkRIa40UsvhKGKaw7+NHlct3aGUXqv+nUI7LABnHwCoymvMLUKmNiPdfeLk3k3uYwSJnSVF6cLXtn9wyRtvRsCLlXNBk3MELUsrsVcsNm5hl3JjlNQMUV5W9BUiWaGDb/L3AV2GixgmpyoNTVAKZQSkcKyljRuYGN4pSgubGByJgBWGpG8UMkPanGCx8aPGsgWBMkQwtgbXnA0I3hiCwVjX4DK0QM8gJkNyoqdxGRmuoSPk7LXdCB0SVmtMbG7iqNfpAqWvWKZUahWQ3KgpBQBqlBTOINip+BkntAgvzFKBrITPGaEY1mTR/ULk4iBSjJEwA39BUDD16yvCJdoSKDY39lKkB6t1C5UVn8UAIvo9HlRgvfE6sBWaMoYKLymEigWJhaVQBsa09BBTjxigcpxbAwJiUI3hMkRXGIxA6QFGbJ1oCBjShM20K1YBrBVFZtoDqRSFhvkIHKGB3RSUvbEon9gYq9Q8XufuEBCK2EJmSE01Nau4B0lBO+kMbGNhR1RiML4qEiRVC4/Q3yCCGsheWAEriaStqAag+Bd6Ht5ESLDKps2Hg0ZlJygRwpKBCxrUCrWoLYPBQc4zA1kKRUjEACZ+YCqc0QKT0AYogrNFKySPY+g859Oj14vqvwCHJvvp9YoMe1F60OSA0Yb17fOFsf5EyF5X4fMLkYygNGCqX6ROMRscTYMYJOLXXaBqSquIFaZpVr6YISUlb7XDIXFWO0HMpL4AwQUyFZv7hGgfetAFt4+NBJzgP01fbGw0FR+ylf9/kNTaxtSDptyVGykpqv8fmKw6jn5PibTRLDYqWa6QbopzVScTQFFGm2VU4+HzBi5aqpWvexNEdEenucikPGUZTX9I12lndrZfkL036qqUrT194DdN1ZU38QXkbsaEMlZNk+SVzvp9fyBqjGb/a6Gn+QRlQVSqdsPaKfJJZ30QE/8ijT1QpiZXsEJf9WEWoO/GiLlylNPKyMPrFcVUlf8fk2wraB1TYad4lvomi7S7H54AvqeKxxXE6qVrp1o+YbLyMoZdjYjpTbJJUCKrSs6KWL9Wbag9wlspLp9IHJyMoYLQAoqkqBlzb6kIrIqtbLL6Yw2XVV+Hsw5wM/IfaS6hk0JspLziLguQkKkTKpZoZLDlRn2BEtQKLayUoCnhruCcE1ZQEAyS8gxog9JslyVT8QGI3mq+2CFoK9wVa0RTVgTkkquFZoTdckMqqqqqiXoiozGUrxzgOGSKqeCoHgzlV5quvAJoQSF8zlfqAXERIy6uoLUVAjqCSWu6PIEyOILnCP8gGUt0LZuvOKFDdwEOGff6IgWEpK1E5j8c8XQsWhf9GIEUJ8HkKGLhTv9sCqqJfhL0giZR1HbKErL/IDYpzaiumBEUbXQxMvog8kFUkpqWOM0gwdPQEu3VS194FUhr1hhH4/OKjpJe0IrQf8AkBppK9+ppghNr+oWwIlNBJUUtdHqhuhm8RodRRAgHU5VUXmPail1GyHM19FL2BLQSVS1gBjQSSzoKUh6ArOWaDVGyyIkLvvXUDNv7ADRIl6YaosrIV/E3jRk2mll7QrWIrjqi1ZPXn+gpMZUTvRqyFys1UQMcXOUvG9wUGS5XL7Ia7F0ilGHKywQkmMFbqpb1X7oOaNptlkY9YNh5YEyxsgkkrK6vcDDqJZrHyxFJGUlmtdy8PKpzQreQ3YoMpNAS81JUHKkhyXD8gComFkbH7AllVfQyB4wvWQV74oTJKV44FhLIFV/CD2jPvkwYnUPNW4ZpESFLUUBlaZEkhYd5KV/0EFI3/1Ac5wjf2bAws8Sm6fpCg7zksv6CteGXrh/IVwha/p5g14ozgXK0gr/AKmAxX83NKiqKYiiha2qQzFcNrZcm6/1Bze1mDCDZLkgYklvuJj+TAKQ5L2zPjaYQ1bykpvdqAsqcqpZVALBdJrrfGTv8jTJ0zDe5YHEOjDua8HCKq6qWt8DneWRBQd5yQfM3xGEH6qQtLSqqSU0JjPLIUweDZk8Iy7mzoU1vU042q5x1NqdMc1aKKuqnlHU7i2eRxyFgPP9fz9B1+k9PHO0b3RjfvjaGKIVUaSUHzEw+W5eSR9FxQpByLaaJKMQYkkJnKIPbOha0IVGFqSyB7VrKEoSpoJhC8I8s2XgshbScLIaseKuyrUbq7SSlDT6ShKVD+mWTF5VQ1aGmpTQTGF6oEtHqyt90w4RUtR6cXSo81xlkFGjvvdGtU2ZVUbI5jKSCNwZJUJm7A4W6NEpEspU9l3/AMhod1D1KUfp3x0e6K1ryhye6iNkfj4a/R6h6XoIZzs4/VPDjezS3Wd7Aogp4oZVPan184hEsqp8Q+pi+k+aaSlovgbuVBcVMDEh7fkF6MPkDkFLbYYkWV0wShD4fmKEzzdfULkCpTbJKv3hT5EZ34D0oengBCVlvXfFRIfyrYASUvK6Hv4YAXjoT28dsITL/EEppgaBf1ghGaD1A0MEPFBqgn/ILm3cDJslkcQOnZIPR/y/uD2xAGgXIyAzRTlJB0LbkRilK44xewfiBiac0DmTBDX0QTLl/CJpx8aMZ3eu8JpH13MHyGGouhGUPE5IRLKEiFSSCB/osia1HoR8aMFlTeIMkjkfEDYH9ltf0/kJb0KiwVFkFLL2gAWW3/FZYmWPoaIEOryv8RIiwLb8jxGJV8i10xKLuUFEXdqK1HOtYJNFE7Q+TczVbUElda8Ua+g5SBiawTE6IJpDqvZAc6oH2UlreFCjmb/sB+RRxYU4eDXaQXS5UEO1woeLd/igS6gRezXqaOrqUa6t7A2ClDDXVId8cM4bO/jeiB1lZvQ1vQGUz8qBVD/5CCB3PfCtACFzWuu0BYnssFfiZWvCMTpvwCgxhovLYWyCqn8KooMfldeoWLxAiiepwyezfiXFiGLCyzun5dsKECSg4aaCXKeUVh3JcjSQ4Yl9PomB8TeKqHOBmaeRZEB5y5fofsPQ4zyeR9RTAtrZd7pCK4xAqU38XUPF/wAQt3dhvRMkMjtdX73gUkS1FSfx6P0iCG8PFBhHPwMGs3fewG7SNqFrVEOESJStb/OJ0Ku+xk3L7AYokSlAFAnJBgiQNkUVJ0ghIGJgdIovRlZ0IaYUgGBIgFOAJTMChA8h+SHjKWooKoPKRDGLa+WKZggY4qMcTY36CE1hhVQCFUF54KjIcFVOET4qWOHC8QqelDITyIlTf6AtpC96AHcxtZXx7Qm25UUUcokkOEARAgFbmmglKGvFARRlhYWuvuBJkwMWaCkzBZhgZqwFiRZoxGAkmdJIECIKlFRYghWP6xSWAQdsnBMDuBfA4guUYXIoKQW1r/4hWeIlvQGGQaPQMLr8BRAouTADd9yQrh/iFxIDBia7oYyPQjruCRi2QjGO4MwgCjNfZQcgrMXxuIL1CiitAMJiVHh4oVGOqCIl30VGKkMCJlMTiUVi4sQqG79yxOI9CMoZILDQGaNvwyN6aPFUHoQSVGKvJANDJliKionFdXdAVa1su/uCpVYYP4hiy3JCpRUUmVFcFQEIqkzMDqqiChhSdS1E1AfInhn5uLIWoWuYJTQ2dFSxwtc2v+/OPOZ7KQvWLKqAep7fS8wuXhN6ZNPFvVRWYm9BRqREg8aEq1le0LCwSx+OKlIb6kNQb1R5KIJQjazdABX7K+LSmmq8Q4Z/oDX2NEj5Cut4Foqzex6wpTja+YOaHS2e6J2sfqCxFlLE3W4+g1X6pFeIOutUZTUiUrQCG5Fkk1apqjcSN99Hco4x0cHJLZ6h2sp1N1vcAY3RP/uspr8QCSUlccndFC8JvTqa7Q2biLhCXcXNXLpra+2HzVfZVkr8IUxRSVBtGnVSzWQFzcu5ZQWNl1Ks5Vrr5AO3Nl2ohT9KKq9wa4RZXOzRJm4ePIcOUFZun6ImWEqpxPqMMX03O+1zfUExJ6YA7eOiCSis0GoQSVVtbQnyApvwCtu53r6Bc9gp2EuklUlbLT9wk1fyqmWJu1rKarxQKnSTXNZArVbQo4XSSdJTQvNR6vK4gkm8mpWXxAYiqqWd7gbQYtrv2GDeG9AgsQIk7SVVzvALiryrWaNUO7JW2y8rb2xfE0qy7wCXdpa+76jySgyY22XqnVSVm+xuCtRealNyBlWO9cfGE2jSa184omTccWAQslddoWLqi1RvazegKVEZqvY8wEvkFvQGUs1UZXRSVr67QIWa2U0BRtQGvIVNUVKKJJZr4hMzqbmvQ14RSs1la+4EIHSSSCySoeDYucny7Kp+IAnKqrXtcQM3SzXU24AFFUptkrXEJl0BKIqgNVv43IDU5fG/uAzfISgxpRZBqQHSpWa4oCIrKqSsTGB6C/wjT7WGBVBtKFZiJYnTN1Ahx4oLnNkrK0/J8xKy1Fpy2ud+UcAmV5kBSeKqQk1mq65ILqaIwTjMPUPNAihgxKhZZ3vChZr7Y5knE6MBZGV/oIZrXdBUhXXDEYWSm5pLQFANUeZWqvE421fvjYUoWWvlCJkglNJoB+geylSsgFuxfiAuM7oAKJlddsMlFUklRTCCSuusQDRoXxgrN0/RFR4SugDVCa4RWqhN49f5BhsQduW1/CGzYu9Jdj5/MBNkLXse1zhqjDeg0nkJErPoJK9/6xGTnSFxpQpjG+EocGUgrrwAdRBX8QYKbQkZObrAZR+xqT7iRUmu2JooTbXuhmoyy1UhFu28UB0ilybGV38gESZStkljiZSpSvxfIeOrKr/6xC2NoEUhyoDcIq9wFxNN6H5YRVfSlB0a9ApiWVqr2MUDLElK2Xog9M6SudE9jTdbwXswPsJSlmqhuzoybUVEYUerNmhozLKSJZAuWhaIGYSv9x4zflcsGqr/AKMUDlcJJWunrtCT3GxkwBZJUCHLyQYru0seUBzLpK+oBKVGl3ADmVStQIZSUGhzpa3oAGKU0OnIRrdFJVFVROCHij67YkRvqcHIphlMKiE0Olak/COzXINpSU3qHMqEaTbXEr6JB125VvZJ6e0PH9dyeD0/R8ezc2JUpQY0bD71rtANIiSSQMo6NrN1wjxJ/Z68Uba2JZAZ1EVFfCtwvNzQRst8dgpTWoOIBm6INvxEORNlVQqpdzKSGsOjzc19Q1phSarKFbFHlR2enhSOflmQaN5tQNmTeV/IYgnKFiZ5tcdtHF7sgWlnEpI41hZRWV0w2pNTLGs0i4BrHYt5OxRSrpXaS9IcvusUy1R0ikv7Xzjk11C33qVl1B6f8X1TPN/kXhFfs1Y3oDyZtfmMLGtRmUPo3XY8Ki2Gh2PKL2pQK3Ol/sDCQmpdv3BcQSC0oSrL2/yBSML36AEjri8AKSiKk02MkY+wCkvqBUe/26oLIQYE2whGG4CUzAZCGu4CiRGFt9w5AyU0NmpJqVlrDgCdtH1hogp6AeDE1djNmpvvEDJJYJk1fT4gOQVmiogwIqM1uYUFVHq/sYwRsNllaImmnvugIJxshbCI3UGLJVd6E4Q3ICBICV9JIZsOiZoJCIyXbEVDgxYESrzRmCgrPCymikxwaNdElTWQpi4lCCqiQFMoAxQoy4rMuBjqb6KIqTdcIDLQp9wwlISgybUkkqNcOt2Bkq8rv6YnZ0wyRscXnxiqL2ar0yH4wRwpGbZCcXdqFvbHnY3Xfa8YKnCuu36hSZwBjrZYnySobjj5YK+h8YTPLLfQxeGmq2QUuzJe/XnHI2dsXrQtWj3Pd+4GvSrUWrQ112hVWVx5QQZllXxpBKPtnGUSykhMsPFfsD2QKYGokr2wNFOaGKiSXK1PwikpMvL13RSAs+kHSJa6AcsE96mpgJu2lVFQ1alFILqIT+I0bkmgw8bICNS+gDY2SWgO/jPM5I5SYEomMXuVxKmnxhOBkv5CSRZtlx8odERZRSQW1LrzhikhvopITI/IMW8N618wHxDejKSeu4GzVPIA6JQwaoAJBTYa3T15wcgZXfbQCIl1KC04yuIA6C15CSmBBIa4AMkYWFiEsUNKYXEOB0twWENyo1hoKrjJhRA3ALDQDIBWcSLC1Hr8oRJKSCsxMvyGYk8aK4n5UZrRBZrKFzBW9MkGCxpQWOSzRik9ClyWbruCCO2CF439d0UwjaiqshYekbkgwRU7gWpn/wBAe3OkFdsdINhFKAnGHD8QqFpkwtGLiGGD+KGSSh6Mb4etGo8eIgLK0BCJZQXwZmRA49FQVmgqC0DsVm2hCvEeVhyojYjG7k0zi2t1ii/N7AvL8wKGir+RMscgWwOKiREy/Ib8TKjJoDxRkZNEEz+ylXdFZiCxSIic4CFxIHKB1IAg3yFMSyg1UbNEavihIsRjfROBADMuSh8hcYqQGKqLixGNZ6JuERNESFR4DAIqCi/NF5rL4hQoYLQzejMCCB90eTV5UZUMAN0xBzkEoWoxE6U3iCEIa7nlBomfna8Q/gFjhOVX0NMP1SZevmCpRHldYDzbPWh2EpyyhUUiqSXwhgsjKVAy1lrzjUMBRRFYIFP+UZlY9ikxZQwaHJaGh+YycuXl684xCHigpi9I/bHRvBvRGz3RLLEGg0e3VVVJ2h3jweUAq1azZWPg6r0RXiWRDmaNwO3Sa1EkkpY2ahV7K1xMUIJdra/CD03CSVl0dYDohL8Tg5O1IjdHSKTVU8rs7m3rEK2FKJTdfWMvW2ylZubxskUpNpXrEZvEtDiuOzYm6STpLQ7IDdQ2ArxNd0WUavKS7vFCimnSrpWVl+/yho/HYu7wQQ5Ok6SsscCKtlc7KJU83vADdWUr5g2SeJSrVXh9Ym2XUMdWUN4a8UNEDJJDxKOSVSmpfng+oHKrKzoyYX9BsIJY/H0AEdZKb+wsnKq+jELnBgG0BR6hg6XmpWXEyThQ5bq+gIFeWuayAc0cpTbX+XOM5hUFLyDJLukbLUoeN6QSVStfz6wIqzSVtUpnviKzJhL2M+pUHSMhVJXE+XuE01lUkhQ3dSrLIIDFITf7UUcsuxNrHTKUzb7+wZtYhCcqvJd0MGcVUlQyZMbV7UMD2XoVwqK5S74MI7mpWtToiqn4IO+7KnBNdoCKJq52UCXBt6S7v7gxmT7rruBl1Ct4iZTZW+gMkOV44buSpY4Xu00t6xzjPYV1dipway0PmFqynJYgMQRm/wCvyFLpOV2BPkXgvF4i1dpN+OsAClteJthqkp6Yi4aTVVPJ1DnacSv9AyEZqV/N6eP5vmMmaJb7UFB4KpKiC71X/bohXURk3I8ogLkoyq6XtgA7wXpRm+nUqDNB3H+w45/hCxyffdOvxReqfxvp4cPN1Be6NkaY5y8WYiabvXRNUE4E33QC85VZpA3Yl5UY1rwSTdSqkoQXVmqzfrtjKpEpp9YAc5lZugJ9QyopXPK1v+UZIsIKN1RCCUreiH7YKYd22NmpeVBikZVe1ATFWVZC9ZWaDVdwQqgVQyqvE14BakmIpyptloAxNLIVVGffQI9wFxDlfzFSR+4DXSfJAZNv/oDYzRcmkLyQtemTXqHq0ZX4BQdwqAKwspsj8Q9En+4pbLTVdDIDhJFJXXm2hjRQsteSBKSe9SqnmF8jfej6IqhCUMnoOIWVqkr3PdzgRVPXyjxn4Hi5m9++YYxeQn/7NGsJrIK+3kbnWBU15SoaNjzak30ggGKzMVfQv+cDqtVZvQINgU8akAVUptqGszTxEyyHfBbCGRZfqBJmqSQoiWUrK1/cCwUFqypWdA4qOdXEFcXFqQLgOg06au9eh8xUuzVS8YCGLwMFYpSpqQ3xWIPGjXFWPse15gEo1VSVtdDJGxqFSC9wSbXsj9oK7oesWIjQVm/78HnFyZhNUniqgpOSUrZV/kDdCVl1Fy+a19YqQWm/p5uYUqRy5vf6h5rCa606mu5uAvpGT8G93N7wlr6x2+5hmlsUkrQvY+DbHH7nWOQrxCQHZbkFvuo+f/kJ9Wj2PRLWxg+XlBlQcZoX0yiGNzycqoPNnLKB6EBsZHkhYmQGRTEYFEYrqKy+ilPOg2TZBMs+tbIN2rma1F5QQqZrtKM1ccUM29kQPXhJqoqTbSs6L8c8UR5IMFjqQElRlJCMEBapCyFIPJkmqh+xDSqaU0+vmGiUw6lemNvp1xlpDQ6SJsp1K4nmFG+nZGClJgdKvJTU/YHIadVmujq8f2R0e6hzsVqccmeOJr8/bxB7n8VDpyPM/lHlJR+igxci1r6Q9f12wQVCym5fY0RQrD0x7KPJax0ZTj3AQnDIV9j5CkhFe5rfFySm9CjeiNUEpfiyeePUDUopcr3dzzgMkFUlbLQ0QY3TlKksv38w0OonWIe2jrWvhimT+AEQj3NeoEkUD0T+GmFF2v8AcWlLr8gPDbBTblcvX5A44qwpKqDSF+Xq4QejH5gBMoPbppApEZt3SC0I+KmYnV+4NJD0PMBCwvpAlOE3jhjBZFNfzE4Q3ICiBbUmsPKCCx9sG+xolqZxaSHihEsEhM8JWu4AOWXvGiJv8vuGSx3rEGImV334fcMJtmBOBOEZjG+MmL439Iwy6nRUfOxFEc0LxWYocWQEoBTH5L0AwOBDw7AQKBVjWXEFMI3xecooP6HrAseLopWKl3z63xVXy7X0hNeH8t0VmLrVCNHXCaekQKaUraiwivK4muAVFPyokmVLtiV7OhY0XwP3+J1DCpsuyy73nE0zpYlkBXhVUt9EuRsaLyAHkOV16wleH8V6YZvFAsUKrDfe+Odl10itZflRFNTt/MWrk5XLEYJengC/kVUcgohfG+neFkVMj0PNtipIuX5MoE5rsCuP2TnPZSr/ANYrhN1vbXkF8YdzXdAp4ZYeCoWfUGJwtdY4IBoimlKm9YUMoJYn+wesjJckKwqyUw1qhvsrIEz/AMQShCyEpSo7YI82QAQvxgxunrgGU0bUXIRSFBfFhSBcgGtygVM8oEFPZcQHMWg9I4JSPrzBYiqDU1ALruEbonm1NYC8qnYC5Fe16AKgtagP4jZoYEVVBCUAAQwMbiRryDSQFpIegKCxFptsYDLSmGbLgFAsJEEBYaO+iBv8ojf30YiWyGvRj0TKjBlvGiBogeJQAoisfxoAOeaCHUO+QCHMHSHct7B1ICssBI0fT44yWUlvtcWXYhJFyZcjpg5IkpXW8BkAUU29ADLXcPieyHky+NECmFkCBQVkFJR1/YSMQQTKLIRlBg4kIF4BUcX3oCpYgHxD4KY+wPGRGROPJKgGB1ICtaAtq84gctkMF9ipMsrNc4tgqIQLr7x4kAHoH6LoR3BaUCxMLSgg2yZjDxhCtDpjIwSRoimMb4maAjEoCBJ5noRva7oxWiJD1lzgg6YshCG5AeNNGTWo9GO9DDUjMCDJ4iQwU4xnRgygjGPjddwZPEUwjuDAoweNqfWIxCb3O1AVqREa3MMHXkmeVN/0EVDiMYTc0IlOqEEzPQjlzfzGSl9AYLtjxSpCiHPz/eN0gqOmHq6IBUSyx5i+NHofsTLpe2AnCO9fmHZm/c/D9AG4RvTLXHwgDweS/Yoih7AoXTsgeojkAReFrNCtFlLVAhSSs1limMbL/QEqJqqixBv40DEN+EbNcNQuynRNOofi7nCPoChmqTBgRJVXXcvjm3g4o1KUQdDpGyzSuQTJ690dcKicPPLLRsbdnsq1mkOA6RQ2BnfzFVBvFUkrVXh0QNTTpV+rK0PIA3jOyMLfSWN3KSvJ/mDyUdNSCFg1lemNro5bleKJdy76BSkgqlZY6YBftkrRWaGVPvuSGrrPVd9r69QE5BxdX5CCojJISlbXTFqaqSu4L02021+I3B9RJumVisWMKPcykrWpL12wveuEptlxh6SrNztSv5PJuCtdirND15NIsNSNlgSEyOElbJX0gLFPehWayzWPtaw+gIyXkKUZ98DwTlA1sv6AL2Ik/S6dSOkENeIKyeSlSWoYxRSVSmgODLYoKOayJxKvFBg/sSaUlku4DFBWbZAn+17Z7wBpGkFUs19AuJSjpX+X0Bi8RcHMfHfWuhkCRX9l8fWBEF2qtSyqH9XNeGVW3jQcje2YiqrNslQcyVVVzugFMYKpKi5B+qHi/sD4zbikVVS81QHpNpWdxwkot5rxYdQbouP0C0Gc7AnaOXKASySsrpkDl2QAOoWU0Z9JvitCpKalncTX5gV2WbrwCx4tN9P1dUYbYmwbpY83X6BZMpBATeO+yqm15xB8/lV/J3bwg4VlKyukAH5+xrw84jP5BgnKOgedNVEliJa6QDZ8rr7geu4SlaAScC3H26hSZG1BTU3K4n4RROmq2u944rVWSE88QrOQyUdJexlihVZJX+IULvkhBu9tZU0TbKK0OSIWs0WxU2L/ACFZFkpW+HqX63l2gI5dKibY6X2ZeUglKAZaQmqysjvboXvIq+mKEZut++FyDjkbKitNSGVDSlUwI1c2QtjNV7Gu1whW8RqYQitruiZ1t90AIVLXaFxY2UoK5BUEiKLmUrreDtnGyJNy+IEJi2uaBzV5KFc6VCa8DNyfuAMidrpi4jjZVlpnFkuUFczOLfcxEmpeEL3re1lZYaFjyX5AVUnitecBTHpeShnGUrmrOqH7VSyCmCKXJY4vbKytbwp8hJR3oYnNZZ0VKwstfILE4TeJ7xfJSlSgk5Y0jCRyiMFSVDBZKVU6enz88BcRtrtAN+ENp6FRtsF0erkC41HZasqptCzYuxQb8CtFxiTe4Kj5rNa8IYIJJKpE9vGFq5Uks18Q2Zq+xLsV0rmqgkox/wBq3kvecNIwSgBltev6cIW2+xnQAdrKS5T6AJZsDzm1LfEUyKq7gfILA2yEpUMykVFZ0ciakCmhAvuArwV7E9P1AdwhHkg2iTucT6RATppvuP3AL2Z9AocNEt9/luRABkUg4XSVC92VXksQDAa9aFirWyOqIUclKdTZuOGEGM3/AGBrKjd918oE2b8jcbmlbIkr4sI6lcuprzDlNDI2XE7I6Vc7BVKWPn/WntekXg3JeM3euh5QZRZpX+4CQJN30MUEZSQ8t9melQ3I6A7x3KS/UB4rygFSTqy8/wCQXiu9jSADOFVVdeEbNRSlkSaNOTWmqjZaOPZWSo6vkK+gbqESAh3KQqePgtK9mqk18opXSLkr6h63KAaScShcm6S6ATU5SKSSQ6OKOjj5prtEQ0upNmDU1YWp1Q4f0jN7/mCRZxZHtfoDN/QvHI0PwiUhKanS4hY+4crYTVX80bh4SaSlfxvjUaDU33W+PovQf+LjTPH9XPOZs7dv6AqXa8l8OEXImyPJiiZl7X8RL1/8x6FnDNZdQti0332SDBE5VQMiJJemKjtuSFbyIcnG/kVttsHIksrIUpoygU3ha63g8EQl8RgyOCoqq8l3AMgWUC0jan+Qou5LbgSJa2WvUDk5XQ4gElb6kCSenxgZASpbDEoqhm3L7AVomVDJFTfQVYrpToJhnbUFpE8afueoBwMkqDU42X+gzF1dl5IC8koVFjK7YvTtQTN+S0X1fTFSfKicDjGaLClECIKiahxiryowYnjQEjGEInEiTfT84ajXieMTsCtUvt/UXVeoRULlpeh78IUYBUKBDpg8xRUcnKjA7gRkwObXGB5ya/UDOId/bAYRc4KKVi8l9AcoTIEFEgjKw6HYCUnfxMbrHlCq713hasS11+ggmbkvbETpi/JIpt616xUufv8AvvCxSEr8OMATrWVqEf8AyLwVSKHRfQClaE0NF1bKUE7k01KyHGzsdIFcQS7YEOdWb5qouMr6eRU4whCIMRX+gtAs0FpxyEpWvMBW57KV8d4Htydju37/AKg8RkvsrXR8aADlS/EGTkncU+QCg3/kYVTyEZY0Ja5omt4bC0N4rshI0Ja+fqvBy0Vla4RaPc5uTk1ocoSRGKkpI830t0Dwc77Nr9ADLuR28Zw8uthyh8gSRW3pLL43UFRqSVS7AhF3a5oMxYpdzYyLJcqLk1961KFTRb/GDoG5LsVwlk39hsI5FqCU4KgRMvjQaimDl+gqpBqRAwRIA0i2tqGaErdGkZItRNKBqUQMnD0ASmYIPVBCZpoJhC8BkYgksfFDGiejoCRh6tzCMS8kMLXUSMIVecWRhqUVmGA2QvRFMS8IuOYDxODvwK39ArjkgtW2wxcGmhet43u8IpH9mkQjDciMxMIQhkCV6119YeBP5BjcHJlASJgxTMqFkVaqNBJCiZCCBReSIQyPJxEjmtc6Iw2xgUTCTibhGFBEsRYaM0GRl2K6vWJGgJwKIhTFKpRiCYJqwETFSA/IFgyhRWb5AwyaQpOmHCDHTE4QVgJ34iJYWoSwUWFh40RN40Z3oRKUMhWYKMXpozLhqYYUhljM1kIw3IiUdoYgS1zQkeIIpKJBApRZnR6MLwUchAw8oWVUGSkHjQmqjCsHPHfRScwvjDL4mut4UqFGH8IhEwpjD+Qshaq2olGH8QGCv8iqEb4uGIw3RmBe+FGwx2Sqf6jySQ9BMWQjN/UMK6kfBarf0/lwABZKVvQcrl5UAKk5UcFM9ByVCxVD0wvWR334Q5UJ2PmBFLUAaEllYkdpK70Fq5VdeYPHKCs0/sgBVKarmqgxRCpRK1E2ZZqoIOlan1rC2iGirp+SbkBb2UUsUdZuJlSiDcFVlVVSfFujWLjm1qTyeYbrsVJJW1F4HI+4Q1IkKztUpp/iGIQ2LXVVyAOWnGs2UFkBN5aCZEPdrgBJH29JVBJudq/zVTJ6gK+a7Ftf2wicJKyj64bRS7TVm9A4AVZC5OmklVZSuh5gcnCbX4gHK77Dceu4qglKSsgZRyyudEjJqqpSkkhhGEqukrrETVjye7LKVfpSiKpZfq8wVEpBXW+CnraaloY58kBxbKpKgu4iL7D0FUlRadlNzWOTj/IL6nigY1Mqkrp9gpsADnkiiRMyCqVfsYlcWs3MroYnOGBYpOktDJ0/cAXMpICPYD+gtzSKSSVqFRqVS7ZPKMOFNlWWIFyzBXOxzfQ2g7kZRHSbpg6SlAReipVfYqoVxJyQYtXioVvyFr6PJFVmyuICEnO9CxEiTr1DKzBVJUL5DAktGb/oA4RtSaH7i4p5Veb3QUkxm+oOursZ9OmTZryvGE+fAHSDiakmlxLwSEYqiT1dVglKSx9sXUqI8qy+JsJaQmq/HWGFFZtkNUQptWaRJUbE0W2Ul/qLRqRGccQZy1lKn9ML1oqpJe0NjVQm1NA+n1BPSSMpI4ZrInB1p9jVXzmUrajxlbIQfJTQE4OqklKHL+zoisdLsWtj2oFpZ3/OsBknu9KhTSbmbvuQIS5Sy49BTd/a94TeO7Ia62WVmygUqsqrZCUpZFlEgsqqJtjCKafKibkll3OLhCW4lElQ0RpL0MGRt/mCkzJOrX8I1ci6quaD2i4q9jXaCs1JbLV0pvc6QEgW18w2HYfKgBdorNzXB5gq7PQktMXqnlBhRq/8QKq3VzXsbgNoujvbAbH0tjOBrIUOUVd6SxOOHSNDq4k3iiStGgJZGbyRrRi2vbFiifYJ7w2NRX6OseVo6y9jhBu2IkBs1lUqll3/AChsQn6xSxo3xVcmu2NnZ0RkWWIQkAf2GxORtNSGDMN60/UNvRofxQK+wld6qdkYX9mhxaqzZSvcGVEZVRVJLtjcXVCZdlU7vzCczDv1DYwDdmT0CMWaqtrKxNMMkaOVVV4nnDeiKPSmp6wD9CiP8YoJniaUei+VSE0GSvc8o3iNBzUtYVRbCgvYGDF5LZpBaOVV3rh/IDvKPldz3jelaMSSCV2ySVVlKgZIpSrZrLFqrrw7oOMzVV3r2RsLKjUuS1vhwhRaXJB0iTm2aKWiVfYywMpRqqvHy/Xe9w6OpRNkB/sWb3wrmogpyNBTokQWYSvVU6PCN+WoZJK1CN+ytQl5MKWL6jUV07X9/UGVHslVakrL062iG6NBqq/qKNho+iUuS9n3jVGIW34NXPQ4zGi1cSyG9FohJXOpCSlFJcljjPkMoS8nOTUFvXH8orjc6qql0Mg/7DohKMagKkGexbVJL2Qmaloy4nHuaKrc+kklmgvWZSt6G4xaTVbXI7ICdUUqqrmsjiYBDk6S/G+qqJXKMtlb1kDpaDSUkSVxBqdzDbYquh+Q3FRZKV/qPD9W8j3fSJKIzocw2RNtZZ0a9QKY2Eqw86TV4HXbQG8SVCh4mqqHbkoEUQG3CiiEzRra/gDeBpSQql2uaEq00dcGqIuOTF7twqqLEkJVQFQo/fR5QqodPN0CbxVASzp1j2QSUm5dK50Ply2QQ0jFId0OlUcDfk1d6VVWv7IBfnSYMLXeyB0cs1WyGnXeUhsVqfT2wkFnypDZYwbOOXZUts9+dKbpfkK6ESsrIKFCbPpQ6quuEbfRLJIfUccMIpHg8k3KRdf5jjFRUM9iyuJ6oiqQl2A9gr6BiqewCEjemJRapK67ozI5XE7AfJCSiwomh0xYkl8hFNWULK0210BSHIRnxIJTh/uC4RAkFUrP8IuIqkKrlOafGwqBAQmXt1AKRZJUEJK9sWvKJzvKthrc2RxNbwOSLvQCSztr9PUDUrVK1y+N8hoCPqDkYJex5OcFENZAVMEpk9vXzDIVw6tdggkPjF5D+wB0jAougCEtLnZouTgKC+wLiw7gKNRIim9DIrhCUJQ2xmGj0SCdeAic48mYABaWIxEs0QgbgE87/jGMVGhytfuioyfigTGFrxMcYWTDm+IEcvcApyewD1EbIUKl7m1VAY4vjCaK4pAyML4gcgXIZIBUTAJk8vthofNKdgUGQ5KuIPqOqCQAsSyAJzpb6GazfX6haq3lcSoObk6Tsg7aoVOThavFXa6gxeTQqcQVlWuJ64jl/I6fl37Ay2nka/XaEEo71jjJib1iHBiDTkhWKQt+ApmkriaYOT+Qk0RyNdwFwQSDqGti34Alk5vcAhixm2umGD0u+ysc4SuVrUOlibYzQP43IBEV/G4lXrCYi6XKi1Rz7fSFeN9RDlGaryUlNAsHivKgRRUCmWtbLsDpUzjaydsalc8rr5hNFxyXMAUrXXcByBf9/ID37iuojVmp8w3bJhQ0Jvut8N0DBlRz8jyGiHN3gcjtBajHuaf7g9uYEaI1R16waQ2QFqSkrXCDUjDDx7h6EQUlACInByUAg1xL4QBBCClLOghOAwuUTNQZqwHq0BKtEYDoqNEQVPKFhkxSuYERmIx7gFWhuC4xgOaPcDAXUDLKWU0L11AYsULljK48rI+INChU35MTLKbKxxJE/tihOPti8sddrAHGi6GTQgZokChvDIDlGNkBMMUq2WlIJlKMkgJQMAZNni7QxHbHo7YyfNBjZHiQE0yTRVCIPZppKqhQ2XNmdlai5SjrIEJwF6UBsQsQLNpQimmHz1hNCqRKBSFYIoQQiQFxL8xUeAIi2CKIiiFkDaggZIDHyNsEq84tKnKGYkEjA2G/8iEsZMRIWH0BGrzhRbKDjBoiwxBCJRgmYbYyXaEYxEyAMFmKsBGEBdEgiYgUIMdL0xQoUGnKK4E8UMaIuOT0xIEnREYpBwsHgf8AmJQMLCpCUbIKwJ/ZnDyQmUm+jKJRfEoyYay2fCi6fp9oAHQm/wC3F5g5ULvsroVQDFP2yR6xwv4nTSYrURywIdLIDRw39ACqp9js7X7jRotF9ImdJdv5AJRryXFDlwjyQAcpyuPU9QDQ8Z/YkVR8bU13AVQKM11ncj3CxVukra/Dwhpc80SSVzWPhAjHEdKSOi3JHtZXEGwv6SSmkSVGp0TNSVJlg0zia6GvEk+pm1P6QSSYDVUC7Krq4+XrfDSRNa50CNEJSsoJNjKGI8o1WUkTXCK6acquux0fmMok3oFxbTf4+8Jxr7DJ9STEKDGVUVVqVw8o+ErOpZHmGTt0sQWJpylScQnm24icyzoPRil7sULbpV2rVKyzgMSUSVr2uOTzeQKKcbKq5pXoh4Oyd9WIlJSCs39g0YuklVbWZjhahR/K69YPQQlCbZaHH4CzIduoMQRVSSsssZTUVzQOIaaAlkK4/QNFRVJLuhY7VVVVslThsuVJKZN4nGC9Z013riinx0IxWaCqWvvB7Z5ZESESkSddMQg1tfYE85RK/LsNU2qSqWd7goOzVSEmq0rOho2WSVstfJuB1U/7NWMbYrbHtewGpHOyrL8IGctFUlZs0lT1gZRwlj5Ho/MFLHUiG59gtwglyv1E0YWRJXxBOvNVtUgMq5VSslcjzB7x7D4qXcdn2el0xTB6qrncfb6gG2eq8qGRINX+axD6fWN7n0L7f6Mlg1dZ2oT1hixiqwzWOQgTOGarUWoPVkg65MhXA2vZqStRXT+XCJnRSVSOrKxD5e6ELZTfZv78wdt3EpI/Y8vlHQmc8kq2a1T9ESqiqSWITojSqUcSkj8cdiUMk6S/ydEaJdxcwrnWuOTilLuiPIstobjlg6ZzOFJWs1XLAyi03oVwM/gqkrKlVMeOjhwCbPOzfQHHM9GLCNjeN/TzjCaPoA05bL9O6Mtm81Xp+YTsLeOiaKKqVrx7+WPKJqqpfuHKbCalai8lGf48QuMFYsHizVU2Cv4MkbdQdHZHtiluwmq/gG30axlJa7Qk5vwM/wBgUKPVFStGjY00EkkugcDqyt67HPwhFyeBYRvbNUc0dNVlDYaDoOyJZDBWft9HCbrGxUfCVUS09INZrvQQlRyUqVK9keNQnigyaKpZriAuclmgvJfgZNR7mtuKHy5tQmN6P7hc4Z/IdERo7ZSU0JXdDSldYQ8gaAs27E9HUakkl+3CHbRolNEkErLiSxMr2VmhqAMEkUkgcgVJXeu8NfSfKqq9P1B7REZtRJUM4OgqcLAqVJK/SNcgnNV0MrQ943ulqImpStb41z7H2KrK/KF8ZLEST2Ro9v3w7bWWdSC8hZX+gsgqrncgFZSM8R20Ua/zDVI6SvEGqJbKV13A+oaCu+9wFqUQxmgOl2/8QjSTmq+bzDob2jdlJDXT0Yk1Vmyg8Zx8iTi5vuUNGNkQHkRlb6IRW4RCcqr8IZpy+JW4QLVVwNBQeO1VV/D8wSix5UTfHKPcn7pA7bZSXiwjdsLXNZs3qG7sk0legKn9F/8AYE+I/wAzXUKP33Q4oMhFJLXdHjxlWWt/mGJKqu9AYSkOpRjoHWe+K7ghsub/AC+QLNROQPFbJalDrj/yIvklZBoWakCnlHcqLmaIbpQshKUfopF/5GjnZJNbLj+8UnSSDW6NJVKuFrEs3Xh2xzeouK2dXBhdLuFsm6SSuu0G5YJK1ACmgl2O6GTZO1448Hks9vhrsjZKGRyJuIHEEEu4F1HJBmkYcLWctHUm1HZhQgoTTFz48pI/TASTi1zQ6Z1FIVPJhCrayCJVWUr3w8dObK1CX+6VOJwTyANGR0lUpQHcI+K9oGtkJSQodEHYrzVEeTsKnUJSQ1Sk1OV/MbI+WlJcTXaGj0q+tc70R6HaNnny+WKKoKTc1iDmXhNfSkpU3IJEdAO5stD5jjPhEpCaqe1yzVMcV9BD3eTJg9S8OOjUqFJ96m6Fb1De2hZSQ0ygSJXpvVrDAN1ZpzaiQ92fc8lUSr6849szlQStR/JVwpczWuaVrkC3Ey0EmcWWt8YKtK9AAqOJVr+Lh2xhJwlvtT0gMgNZDDZWR5fMBirqpK53tiqvZaGX5S/uKDK2vdxam15IfMNCQMMhuk+BKb2y09esa8Rzrzi3ZMqp+Hg4RTJ9ydGxFdC4lJjXCu7UmX0BYZRXle5uCkOVg9uMtUbo0eJa3r98NkHXihzlJ0H9G0xyvxDohyI5OX0/0b0geal2+lwApE2u5gCNhSHCGaDtJXoa+4VXV2OOUJRGBIa7nkBRc1nQKhFVWoCCp8qHQuwpL2BKJ0hUjGGIM3uVGMiyuMwj7BhTCOX7InBQGgxJJrf7iZf5CkphMpgAF2vSFkE/FCkhd9FhT71j7gw60TMUYVT1rXxKMdSDEE++CkJ5KYwy9MDqpegCzmA8UgaDYOoSyEDpguMBW4S33LCUPkL1y/BxQOaCoPXIAzFC0VhLZQdPX6Ba+Lr9A1OXXm1gAF7Wv+McnIj0uJmvPUJvT94VqITf1jYnSKoVu4bFHI1izrihRBva5o/5gxsXuKa3oeWGEUOVOSy8jXzimD7XXcFuMi0bCnNxAVBdIImj6y9gZ+0JodTQim4+At8qljhCs41MYSePdfmFKznlVdYibex4h0Fld6qDJXGu2FsDWWd16hYQ46OM5+X/ABDIr9iv8MRNM/Ky9zIAhzf7C5OOQlifuOlI5rHTZKUGbaV6F8Km/jdPiho3jvUrg0Qf7J8nVsYIxSxEtM4YJzZWdywElZb76XMC0jzUgVVaJzb8dg9AMk4+N0AubltQwbFmjMWCD25ucHpwm1JoEQ1/MHoES334cAGYzD0IpAxAoFQIkDiFBZlEKILE4ispRaX5gGrROJeEYMUShmh6JteYFM34lYqUTmpShaK6sQQIGMXh+K+KVjC+JBQtAN8hHoCWmha5USmyscM14a+4LFjcqlMDLpFrQKYwuTW9MDmRm2ubFiKgZAiOGgbIw8V6QSNT9/phylHXnGK9g5OIzGF4RTzROPx+bgEjkGNZ6EbwjCM34RkeBsUzDbBLdaUAziZTdsAxsKJ5oYIDW2ruUrrEO0nc0Y0Q5ZXegCu330WkVmiZI+gMUVMTLJSq81ID1A7dtUlQsUQVSDEmqYIoTuCJoAiorNGYwSiMEFMl4oUVOcMik8bwilRuMKn9gZyCJi61gRFMVRIBRmUmKIlSFxiCBiADFUsTLAZimJEgMBfsjCNrrAZPAWKRSETlGFK78BGBOEFQTGZcQaDYIYgjBEGFIMRRB8GsBUhKFBUQ2igPEZjYgkAIIg4iIMTag1JiHUIjX0nwIctr2wIuRLNegGKkEgMomkPMOnLEVrEmpARUnz0g3UR9sBuEtfoFLp6uxQsmAVUpvcDlyj6HEAcUoJAMFZbYlOhK13PyDOiCpJZpKoKlkc4CGULKVxPeFyKJjxtSmxUps30/cBSUmqq6suP5CgA5O4MNTyle+ItvKiyj5Ok0VGal+DcDGDJJLthTc05SVS12hbTT/YqtkHJO70Ok2uRHUwoevdi53EFFF0oqr/r1BddE7mugjeI6gGtqXSVV1gHrQzV0NQbI5GmGzBNXO5Ai5uTHd0MnDVVra6AUuaUSzSvphlTD37rKS14RqhGk3t/IUvFE1x5d2OEFElbUGoIpBIjNSzUT+oMkVVUqlr6Yi5ZF4IZwSlf77onFJKVnRNkokrZKpd4ZpGGxUpU3E+QK+xZdhA/MrNPl+jubgWrxlJa7YbndtVVddwUHTSmh3MPgBbqq4mh7w2aOcjpiozbkhiCcoIGhkajUlbVLujJSqtbIW0aqqrUyBTTDtJLt4Q8EK/oDpJyrmsvbqeQJTLKzdcUMT00krvWJ+QwQzVXNCl5bBj4BW66rXp68wNSO1VsnWuADmbq51LIwiCEVZWayBLIfykGRZpJb7iCqMZXH9IEsXdlapVwUswSdJWXo84X+jcnSZo6mmqv3V1kdIMHVHtVf7XTvBJGjtiqyvb3OEMqMcWpJv5CsGTeOFlZk5VlNyDaxDFi+VlSlcQnHGH2xVbUDOWv3WyVr6AvBvyQdS0PiGS3pWuCkipKpSlcfoHGlIuXTXNK6et4PKKpJVW1m4/FFU49hZwyo166m4FJ1MdNcQ/QvDna9CuqLVlKpdkd5rzbXe8OIFdNUI1pRrNlJ1xLl4r7DcXI4yo5Y3bKyrUXtWU1XseQMnVFKtVZSqWIIIRSmjzpqUTtU4yDEkpSX6hApt66QJSgCEmWuDXCF3IVtRZQzTlKzRtjJRKUTsw0QmRo/IVxNfoLoTZsrLIItZaQ+eK2FLuFZvb4gkxazVdM5xeyZb6G7Nn+sOuLRJ8rl2JmoeymyssgGJBJKyVG1t0Uti9MKHjC1mgRjfSM6i7AEJu9fmGLRqrNDOiaI14oPLR29JCygRlPJBlFFlJES6xTS7Kba5AOYs5XTDFWjdlJBJRx7FVLpo54odXNccXoUYqrvXBWDlahfvQctKMsvg+or7ZH3JGtfZMoFNJqSo2Faj+SARaP8UHxN5sbsS7KSCqmqPlJHlVw6otNVKoLqTQmiT4y2SkjRWrRV1vQaNaItbVL6Bu0YBsRqkKRhj2I1s1k1H2ua9LB5gcya+KyPMHSjHxQ82a5FqHrIKfkKZIzUgkpejRtbNGUBaTbpKift7KXo1BtRc1UMiUQGbRmCjQshdQOZzEMWIgdvyqQcS7URijwjNAgAMEbUPFmU1ISo2jZqpA/VY2VkIShstCTOdr0baglNkGr1vajMG4pARsTnbewBVWlr0w/M0FB2oD6QKxU3QlKygyboi0rSaGDdrKSEnAqmavdAgkrXCVoy30bFS+dOETleUlZYg8r1vJ+J6vo0qyILqSlZQKoteaqT2gmUXtQVQx7UeNyNVR6vB07OhsYykpoJI4ATZSakmJIlHnp9ejs8EnNqK26Mq1BUIXxSqtKSP5cQO+phUEJqUcyhiiTfGA35poOoiO4OjjkTlDVmwbyAHSoNgYK6RhKHoRa7nDydXY1ymXO9Zeu2NIft5ro/l9w2l2mrj+QJqQKkkkcPN59icFXc1Wk32xWp7LE9Y4vdFFV+6lJV8vSHUrp3FkdLj6I0xtRKrp1NlD0/QceEMvJw+snbxEjGj5VRVLE9we0e4VSqWuRlnBLxrKSlSgEzRte3i1OKPRycjg6b0OzO7IK3ZksdUHFQSVSAjlD9ADaGFTiIoKv6fZBR42vbABzWoMQOw8pJoGNZK6fyF7FTegeZGbmkgWGKYrSzXnE6uRKBZmcrsCUUbLX1AjLpiLipWvY6Q9A3K1+iGZ2yW1iAdRK18Z0gV0iPpIZ3ega2OrNEUkf1gogaD8itDVi/VS44bsaWlesawmrvvpbosI4y9cH5jozxIPjy8G+Mqa8aHDSlUlbKaOaIPwe1pyVUtRVckTl5PTPI6eiffRaNHo+6Lxv0D1pTKSorGZBwcR1GN4ZA6bxKUJEsg1ik4RFhTKiEYXhmtyoIrJ/5Rb7fe4BSUTIC+kAQQwmQ36APf9MWQMNZiwxLL4xTUVm53uC0vxiUYbkQbGXUUQhySQjUm2UoGFR7gu2Nyv5gZICsSOEwCvBXOh65R32UFryHphWPBY7YkUiql2PhC9wtKF7uG9TekcIHjrL1wjj5ju9Pylzh8E7l4lj8c4GVf76l2AsdvZuaVJrtjjkz0osmu+ywIZ3yQAXd6/KIEI43rvFBJ/kO9meNHtmyumQJDrq9/ij2zO3j9EbIelYc4pGbZKgYi83uBao7tfNwiaa9qMkHHY2iaarxyaALmWVqFRFxaVdXfR1cezk5GFkj+vhvA1JX0Ca3uoKUopK+r8wWiruewOryck1oetlu+HCR9dwIGB/YDZsb0AxNR/Y5R2gzbRsgqQ0OPp8BeAMUDgoV9xkjBWaGTcLG8bXNBoj4oDyjB7c3OGjXdC1tDfQzb/yGr6BD9sPRBaUY69YoSjZAlIYzthaUARAtkKCRlC+KoKD32SLAeNESq84rODRjJtsUHgJjB4jeDA6hBQqUXmFCkQUIBR9MLHEcsNVeSCl3uB62JL7ADmEkj68wrP4oe334xtCIbMTckHbca4xPa9sP2mgGKpDJtH1i+pNFCO2CIytwYDRAwxDbFoxegML8SmMN0SjC+kI1/GjIYYmU9qDG7iVUAETCdfegpjYW600GJqzRrqTgNmx0pQxo9w4sBW5bTRIqgkWINGE6yUoVXt6DlZKb2wuXbygcTFBSjJopCEZU0ZgRIbEm15MKQAhyemCzRld8QMUYyf2BqQEIwvgg5ZSoqiUB9hkUxhujxYCRU9TDBC/qAMyRdoSMYRKTUwnEnyDNAJE8aLYFGNj8/qBSSUpIFIH5AxSfzE4t+EGSt9liZUAfiCwQqYKSZi9NDxQvTSAsdEmzMFEbjKMQYSKSoeDGPzrPr+YqWgGEpKVN1MBDJjy7Uir6gAxFfw5Ot4CqESDJVt4rt7gFVRshmhlJdkKlkc3xPMBDI8rUyw4ULl8fsgJdvytTj8/UJXLsWEjhL2PKLmpZouOTksvi83CKko2o2JROiC0c4qqKa+Rrugo5PTFN5XHHPLpdnQuxuFyjtrKPNFVPPklX8rEy+KNcZq7FEHh1ZudA9zYVA3mi1wbSLaba2fo+oILn3iUog2hGGyo5oTUsmZ9wFm331UMy6FrU7usRNJuklvonFuqqrrfGl0msw4bzUgImwlb1+ryBoo4lVEgrcU6lyusAy6og1IrUJNzXsi5MioJaKtVUu/jlweYNoMUpXwiL7h3EBYw32Vka7QFp50qkkRLoeUNUmqSSvHr+QD0oilKldfPgvCq6gXZqaEJquu2CUib7N9EXkaJJWSXd/OIsih6HHCvpK9+xcna1ATFhNqSviApE5ua15wc0c5HkL+YFm/RekxVS30KKbaqzZs3E6I2hy6a7FPNVxxqTykpSsrQFI5eCS+VCkjFWbmukTd6xfVlb1kaWu6CSPklVf9OAERaJK2uX0Nzy9Y2RT9Hm7uyJxAYm2YOvSxuDaC4iSvJez7gYgbYqvb43vAsVxskvRTpra5wnR0Re3UlfxvbYYUe6m76Q/b9eAVvG6SStkria4QVsSWibhdKVaq4+j+YAK+SzXodHXgArs6SqpLXvgNZKarnRWhNDdZJJVL+6IBtjOmtdLLJoVDR248IWpnV33QyA6o2k0krJXIAz0UwceoFnqypSWWQMWanJYh/i5hN0xav7VrxMgKVdlMFSTcTpjR5BfkbM0cK46SoZNiKyrUayzpRJWydYlT2g1avklc0rXqDpU8iMuOQc8oJq/a6FfJ3PWNOpS5lVgqpK1vevDEbOrSSqSpJuJruglKCT9I+R8wnJxrl0jR/8XY0qj2Ss3NfP3jYSMrIMY0Mk1tfZKLTIWXHHn8vG4FocinsBbtd6la+QWo0Ra63wQiSy1vglke14gTihvQeScUgsjOUl0OyIna8liaQcFIlKJrhFR203tk0g7y7HNeiyi4q4/E9QmYiSqveF6LYVNG33q14wRLJlZPpGTYll2NcANK2te3eFrdtZWvMGCTaV6Y6U6ROn3LWKSW8/CDzIWQHapWvQDVwn91C4FM6ia1sdKb3g5QbWRJXEApELWyDxqh4oNiJeSFqiPigOixtc0HyiPihEqKXJDYhitgzVrkCL5DfdfJwBuinKSC17nZQw/wAQVq0S5LtA5JsMtSA9Mm+ikOwt+QGCXti5JoDpSXOLUUwHQIkUSJBY/wACoenNKSGvulZqoSPyM3iSbJCxVPxQsbQsponEk0WFyAJQtTQF9QFN00gLNBXsto9tKDJzGyGWKYFpRaVXEpFGxGsSaqcERQyLIUtIzVThhestcUMu5OQCu3A8Ed6DBWArl9QUpFFaTYZemSSSBCZ7IIaaeWSmvnCtj0avSjz70cL4nmpCThNV1X5MUOE5SRB8/wCvn1nt+l4sYWDnIleOCaJlTe+B25VVQ6YsZQ8bn0er6bqWzZaPNZEDEkdd0LGJQ1RKIwUYs6HssLEAUhFJJIHLQlb6Ndph2qrZTe0FXVMy0qBEipKq/qDtg0SxPhCJoirNm98OWqyv+46eOOL2Ly/Goj1NKyCak07IMTPLLoBXSL1JVIelFZLR5024mp0geVr+Q1qkVVcfTGyPlEsca+63AGtUL/zNFptCa6lJBzQdzE1KbpnyybnqFZm+yn83pYnuHVblLn0kmGa4D1qo9v08cYI8X1eWdnFbo6FlK2SQRlo6VvWv1HYbtaCy/YGkJUX4rI06o6mccFI1iKcpK1r68IFVTsht6tCa1b4Vu6GVSr61QJfEr7jNMdJcrkcStALl0/1jZXtGK4/E7PAFSyEd9AXYa0AkLKBjdzyuP3sIoiX+FXKFZpOJygfIdv6DzuxEh/FYnGARfmCGyYf8TJ/YWZTXdGFDiKrZXElaxFRoqpWSugFA2WoLSt97u6YWQcWun2dsLiK/HEE38vXCGh0ip/YZBeUrp5EdYilRXXarCCiquvABlFfi0g/yBcb0Fld/9Ysn5GpQqUP39dwYKa8lnQ2WHYLe9Gwt3uXodAGs6eVS33I4g1MrpXfRaiurneoPx8miU4wOjUddTvX4hszSm0lak1XHHHyLfrDtjTsqpNVriy5CE+FSR11JykrUFhY3lRpFFXQq8riDY2tNJdsWTOLkhjQ3MRITIayFCLiy7YuD2Ky0kRYkoB4mshYSVvWWBECL6/iuASIW1J7Vb6xA8I30hMhv4Ath+IxJHtn84nFYBwj8hg6gCfg1vVGXaoUPI2U0GrrhY9P3Awf2a/Sik2uNPpdzZDZqUNKrjTaZPNr2tT6wwDl5XE7PToTuXnb3POFSzoFHMqrnfTC9Uw86fUeiiJlJv8tfOI+x9OYQOcUnUVxJvc6IUrGBcspK7YDcKTRJZVLO63wAdcMhrJmWtdfcDGy02ymhTGN8HNIb7reFPAjY3SPvU3HJrfF6UVeh0uEDIZqaqllgiJR1caRw8tqVFqJgWlH2AGUoObe2f3Q3OsX8nO8paGjTdDdrHxoVM4pZrIDlkT0zggrH+xkjHIm/Fg1iGjTUoBQSS9DHDJAioZEm3YelAM0ihagGSEAcRGxggTX6Bm2T9MLWp+V7IYt+bHBsFJdhi3hvvsAtIwHIbfeICUjDIwSkT+X1BBM6BynE4HBMEGPrzfUQgYQgYQOYaxkyRVBirERNtDEI3hhGeU+YGVgLK3MImiGSACKQlBQ8JanDdXlQuefGUOhWvsTql14orTLa6w/cXnzp9cIrNFXlQr7ixXkJbqK9vX3jYWcbIg1tuf5aIesYWW+doP8AiZIeNwWWIXox3QaWIxQsMURN8hkojHaGxA34KTFHoR3BMu0IgMNZGDRGSmGIx3BUWM0EVsIKoC2rjxoXwheGSqDAibE3czbVLLBxFBrDdxKDZFzNshjDMkRWsSaIEW3oXFBsdIVrJSlegKjQ9ANVUpqvnAKyMqyBTyF+IPE1lmhSoUXEMIH2wF3BiDmKKasQXGGu4KIkVBMRhHUuAWJoiZCC9JKaMYrg1BKTOyteMC0m4ZNmU0YNCgrFUGEYB8hRXigejQ4xTGjW4MFROFH+KG2fZcRA9E8kHxNiaqdqIlbjZz0UB1qMVSAavRnx+RIkmC0CAwzQeIgDiY/PUyAHUJrxvoGBi9/vR2/mKDQyEtcI82yiW+oXK6fogZRKy7evB+4PiX4gOeAAemIsVT5IBuEstX0g2PACqx8UFHgxEoRLevz15gOTO9MNXKU2pa90CuUpQxZzUogRYKiUDcroeYEFbfddcbqA+a1wjm5EV4307AzxtZouWNZTRhRDL6YnBL7rK4g5mdMaig6hl4b0N+ufczanb+Q5eyPK1vDpFy1IMEkiTagaInItaM3SUvsBUlll67QvYU5ZEV0wjuhdJOqZJKl1O17gWRLeksvBrtDOe9mTcV2HtI0okq1tcQ41giWyuPxC1PeGzgs1rahYzbylfZx+ALYUthjQqrX9G1hGz0a9yJqvcCciH+/MGDZDfUu+F1Y7njEe0s7ataLm6eu1wDQl3bpVWb1jZKTTmpESy+L0Qtg1lJZrsBm0uwkcZKwdspN/jfDdNFJVK1+gGTab7xARBS1/SEodzjEyixvdgYiy2LUVBbZdJLWIbJnaukjpKjJ5CiJ7KdNZQ1ddmrNlB7SDpJq6OlyfFwgD7QSVV1iKICTW0CRZyq+sTR3QQ3sgRCKSuvrFjllKzv5gsNZMLaKJd/XaF6tGJK2qSuP5+cKSmteJ9Q2ZOUtTRAvqsDWRBuoqlZKpd/5AOmHSuOGNLLJdg+UcIF6Smim7yFdi6KiuPN7gsSiqkrNV9DaBreCTpK1S74se0WqrapK/QZ/cTeC5IyTroYmgJrUSqlapY4Dbt1UtcoN29I7FqTcfG12hPqHfT2Fbd0q17get3qVKJSnSQw6opq/SmpYh9PWIAKxVYKkywfkC1VBL6g9i2rX4uEAsDSlc7U+ocNHc2yy+OAVitVbVJWX6h0Q/ROT8DFWDpVIiun0ReyMo1VtUj6wCd8u6sFWqtfj1AWlSjrEm5GAuP1Cqe7RBcUjYVIq4iqSuWLIK7Ka8Q5BS1XSlSuhr5RSeNrKTVAnFS7mSQVEqqSXbFlH2tqqLKn3UlkfXcF7BCUqTp+8csoe0zWpDcpNdwWJpWvxitKG9cQEox15gkmJHvoJXMkkkRL8W4K6Ohahc/dpTZWt7mBlGmAhsrOWJsyRoypQLSmq67gXIrWX+QGIrWpPLjdYdg/GxzRyfKi5+6SlSgEm6lJAFZ1spX9XrGQydB7OE1UOSGChlGy1vgwU8CeQmKmvOJJGARlBNNeVr9QhQYLKykv1BVNmqgekH/t5I8zVmqhk8WZ7HbYgJKfepQCIuLiORmxApOIIT+YXEXBR1kkkgjY9mKRc70EpIzVRS+dzVc6LWRQYCzWhs2KJCiB9fkJkPvX4Q1iQ7mRe2iBr8QW3KEbKNDZNTYqQR0o6m2QIpF7KSGvGW2UqCmLIaMS2oYRglvWmAGZ5QKKb+ILYKMLJDyCIkW1tVVRYSMrphGxvIE9WlJDUaRUm1w+pl3ljWVDb6Iy/RaEisiNkSyAFKHlJWv1DSEMgK6YbpOs0PD5+rkPd9PftgTB2lNlStPKGwFXSGltk1Wrr/AB5P1DpFVVVUcfqFGR38DcUbiyNN4lQO0SKygjoVIPyxlJdyI8+oxOjctgj9eUNWdmV2UHdKq2R9AICWqpwvGspUW0kPaJSSVSDSLJIJGB1UuxruBxFzZbQ9CMdUcEnLbKF0+4QJKVdbFSOkkGyhggpodkHhE5Z9RqlILK5rTqBIuZVKvNDd6rNV7AUvlbIJblLQNY0y65dkq6f9CuO60O0lMM1oDmNwtFqqqkVla8I6k4PsVrKSH0nBx9CPB5eS5ts0m7FrspUamhRiSQ3GlCbKVP5fPuBOoxVais+CTRFc6FZmLUK3VFJTf2DNxBXNBc5irrfvCL9PIL5IyFjqgUu58I1ilLlrI9kN3iulvumKzLJTbXHJ2QnXAOUZHIXVDqpVPZ4LwSLl7fuHYaRotJ1reGpUjc6qlXlCilkOrkaQQ2QDmitqC16JVSVmzagog3VzXthkN4GRM1+rW+BlEklUu30hJJu6laYlVVSSPr8gXrsGxUZpK3oYKSVtaYMv2p/IK1pWdBsF4qyMYXxQqmrNtUheha2vWDTt0lUtfWM24ixX2Ij2VTtV+AVHhruBksw19wjBqHh1DfHYAla64ASRNUFoMt6BBWSQaHSJKpAEFVZQsIZWbxO9fBajPevwisiMrO9yqHsXHIPZu1d6/IPmlKKpdwawipKtUu8CknPth4TFfGp6N3bU/KqTfqHTSnd6HNyu5SUqaCkaVVS33E8l/Xzh1yZHK/S4yOpI0gk6B1abUHNGVO4JoesLo+VFlMR8OBuVbrEzRyNfOEzOl2qqRFesM0lZu+68wchKP/0JKcDmU1rCUTSqgpXGNZWrG/XCp6vZTcf0gaqoFT8CWkFdRrtJuZVfQ1wwGmUqukNlplbLGk0ovKzo4uXpO706AzqzUvh6uEUnNvQqOtl/AKiK8qlaDjZ6HciubepQrXPNqWuvALFVEla4oUhZSvQ4fqGKQ0VLam3L4AcQBRj8ql8wMsa1BQ9xK0i9w/qDNsnNtQrRL3w2aEDRWRCT+hm2LZdAEwTy5XeEG6fKgoo6oHFyVLuYIjkA5qnK4+vCKYQm6/QEoQ7HG/IdGOrIJ+Bgx1/cPmSeQErKPt+cO2R+4HJSt9hyjBKzV9oMEib6rrHdC5v9OGIZE5Kbr7wWicXsuJC17APbRtQClHxoYNYgGaGbeCoatSqpemFLaVrhB6Efj4oCYBoj438wSSPoAVI4uTLa9D5hzBsyIsiYBlshaVSUCmJYURQVx8bliEFB6t1AtFH2MkOMRMKzG8UPVpQyFbPRMMHP43sCEVfFd8VKRmghS0eWjl64QudgxW118wBXmg2T+QtUL6YCVzoLcG15wJE/fBQrLWs3lfaGxUcpZfjCBumHTE2RN1vgvY0HQ7S5IFlMF6Cn6fzBhDAIyL68RkphTCN8WR2wcg1skaAjfiPZ3fRMpALCukqiWaKwQQRgQFbFoqqxHi7YvMQRlA/E1EifzFsFZQqMSyHhmAbN3gPIpZDWyqBg3d8rr1hbHGhjCox7LjnAh3MrXh2hYdf2A4rKjQEJYyZT+AnMmhTJldXnGIoApEntgvYgKFoXVOb1AlFuCzNBIjcNQy7k2aI2Nk1ClsmNhYJK4gEfkUiNGbZINEKOEaObB8i3lDFaFxaK8UMwo7xQdFIMSuYNYy40a+vRwXuGQ24zYLHTYaxWsTWTNEgKsz8UH6zYALpgxFez82VoWUrv5Pu5gMqlN7APl+2Bjl12h5zEn9sBPDff2wAdaCvcJ8waoQUHLZZr9tyIU0OoBVMBToZsHKo2vmFC039YR9JaLQtil7AEXTDMxOS1iK4o5fwAj2BFzUqUFjhO1zodkT3r0gnpZvKV0/34RKa2Vg1ZeRul7GUJwZCDaMpLt+UNW5sgck1R0Ql9mtOaPdJWsoOqLskiaGu6DKUglsWy1iFbSbN6AnP4lo9zz9RXZVlia7nMGtGvJqtqqAnrf7rNlZBhhgokkroCN/Y/x2bqgWalKS+ECqNFVVehgFVFuxuLGhknSU2zOKcb8Cy6diNFNWVnfftc3OGDVuqkkTAFL+kFWD/YqSVSoHDN/NSJ0xtCrq2HLJpSv0gSDdqklNVV6YKiSymq6A1ikKTVmzUuNVDLaFfyHUE0t6yO1e8o8ZvvqXwgJq+siTQ/aFSV7fqEn0jvjEpyKperz8IPSgqk1P0y/IHuaPVSrqgaclKPNVJrwC3HARzxNFXIrNPymu2LSJykunrthm4g1VdWXwipZtkSgzWRWDQO3UV33uVL4boRspqtcCFRlZ30KoYtUZWdzYm2MpbKisUlbUWlaKsLUWkOkkrxyaAbLLNdgH2Ul3vUGTJtfRq9KNlXSU3QCFRB0kDHNLqzTpJZGuCIyQ03vhwUyprHegwbKKpWXfq8YRI2S7hPeLlGu+zQvxKPqCWqjVXOpd/i83UJKM/YyfKAEzyv1hvRrrZVkrjkJ7Ot4NcpCtI8zgqrvoLeu0kmspVIhCEyD7cfKK3aKTW12UQnQCt5SLV0lsVX09dsPHpOf56K21MNUkj9MV1EnSqiWQF5KPSm/wB1X12hLYyrV1a1xRzUQqA42I6YJEVyyVvcJt301War6Ai0pKVZK5ANPQ7ClEjqtVah9ecBcn0FpxCG8JVSUtrzApI6SrrseUIDbKYKkmpZGL2oBu2Xaq5rEOcUhP7Je3W0bCwetZp0lcj14d3yCyCkpXO6XkvDWnMN9S5vMJtHvja+u1AUfUxcTckHO9dPTFzh9KSsgobPLK1VxNA2u6Kl09lJHlK8GkJc3Dl2F+KsIgbZSsrHPr8g/YlSSspv1GutISrLTOHDZzvQ5acQvq7DxBcFJOtat8KE1khk1ISkhnND100NXdKD1GKzbX2BrcHeylQ/otRJIFPQPJsyBhdFWyClN+lr5xYZ7NtQXIyWxlA4gu4lJAKLyUEz6lpqoVspQadzNVzvc94as1LIa9R55oeJKAxBWhmRxZCRlwtTVFqa4LkLQ0QcJDDl/KSAkThS6dTa4Vv6GXei8quylQ2bwsiBQwgGdeUCmLP6GaZxOeAIKCZFJQLYqQZMSFxVpSU0AQOIUg5SSSC3kVSKaUpAVso5AWFW2UqHjNJKUQZMVoPTjZDJDzRGBhNOOvvBNiEpCTk8oVF/ygalHtlZCbeI6QhpVxahSbbBi5pqudriheAjOfSV4426QI6W5L4hrzilrUMqRjKSONWikqq6m8fojwuX5HtweNIbJ2tTQDSjoWvfClvCVXm8bEDiiU+5rwjknNWehxm70YdKUGcC2QUMS5AZmNZDim1PwdUNMRU2slKAdHJzd6EKYN96OCqL2g3HDHqNzSy7DVBhwDCicqZa5HuBRVUpQTv3M1UdvGcXI9UHpShrN0YdIKSkghplUd8IZHFN4moqEy/iABkFcQMnZwpJH7+S1DcEP/Nsnzz/APHZ1i4tlsVIio2Okz2Q1O5+lbJNLIDQ7rZSo+p4OPGNnzPPPqo8k2m18gZXYJKpZr2QS3T9sEmKkLtkEjVnNGJckFbmiUhuKzcArtxF62iitmiuqKCh0wV3rQG/OmviglfMhN9Xcfa7GpytcIreUfZHGxJ0ba5oHLUVNa5ock+lnZxdjjFMt7XNdjXmCxqkN1uiohKb2DhInR++h18QeTySKUqVr5wG9Y+NDIqKsoDOjKq71UqE12xlBje54NeXQ/nzgIxVZQeKpzVe3i+T6gJwh/LbrQBaDH9i1JaUlmgYk7lVLL3CszTffbAZiqzZU2uGTyM/sbRMkrXA5j67n7gdJZVKvkCaqu9Jc2QFqUQ4ZbLk7JXW+LTuf1mAR1ksfT+ooMrZd71DCOOGkNDr5AHVcgQqowlaq50NkN8QokdfyGU1OVA9a+r8QnBX5jBarYTBb4srmGNlpfhycIFgb/YVmU15o7d8NYrWWxqi6V3rWANSpJVLsesIEFJWuAWwXmpTeIHTkLWSNvYU52++Nloy6CyzumOVlda1gajSio6OOco9yHJwKXY7S1pKb/uL1Tb6ObUVTv8A/lfqGwNKdm53Q+YuuTI5JcDQ+WhkK4gWPlrLNCJqZS14YgSkHk1I/EPl/QNN9IkIOzWaZNlzfyGi0kdW0G5UqvNr6ZNbw0elllR5/Mz0uCAnVcCmK4gqcCWo5ztwQemsl0/XeEzKWWt8L03WRr1XhdW5hgpV3CFIBeZKVxPyBNaGphSY9qE7DNKi1tDklegHbRr+v6hG0j6YcomVxMgdMO5zTY4KRLNaH7Cw5rXQA0D5GmTQ6xFQ/wAeMQdcUcPIGoqfH1eQEIm3rieUKyr71oHBKClrnT/IoN+BHDyh43WS7gcNHHt4+6NcbKTehUygxQcq9j6B4hSNpbKyu3gx+YHouMsa4kv8YZION616r40TndRZsCK+QD0YzQhRXSzQaJLCjQubY+bHBzdbvhC2ccliEDGDjt4gygLY9SPagoqvJdvg2wmbLZH+wLg7+IEGSXcYRUFxVklQtg7FpFEs6GoQPioLK1kQBEXSx+yJRUSVGaK/iXGGK4qreNgMX0scFWKYVU1KUQNEeNHkhUYwxjJjgNweUkCljJYmu2AHR/QGA+kWrLdza84qrJ8AkqpKA5jA2Iw0hwyansumEiagYNVZqpAUZGwN4hghEJ0DWv6eYME1BrGQUU4thtASJ7UWFjZcQE14hJDDNbrA48moEDYZA++iZSClOIvROlvodaCWwTyPKKjQ9gSIqMHgMzEK00RPtCETiBjhWwUSNETTPyooJaidbmB+RosIKurmviFkHaoEHp/PAED+QbBQSRNa9ABwPwi9FSUrmhjMbtihimQKmZpvoB2yKNEb5F6CU3egRFmCEUAdBuKfINATRmH7FMUN2iQatkQH2GSGtHkDtEgUMihwjtBWXgESuYYkxFkIXxmMbwA5QYgCdJhhEwoViDYGInKYUuSDZFkwpeNUg8ZEqPzOKorvqWRpCo5Jtl8YJiWy0K/a3BExfGjgIp/YConkCmVZBgcv6gOsTkuIMNbgLXKSuIB4k13AaonkCqJAk0Mk4gEU7WyxAIcquvAGR0svQFKvp/QKPi/IuLZK/h690UPEElbXLBjhDktbwhFJJVLxlYaukaLoTrH7nrBKDqyJKx/eBHqSs2bxOkBUI2vfya18cPIjth1DVRVVXOpKKCxsl4oWM/G18f5BpRCKU3p1xzzWirfgjFhNa8Qg15RDYDo/s/sN8Tb710svcvDXLoqMVx1UksgTSGsvoZzkTfyG6sn0pqdVJWoOXUKR0qrKGzmskpU09eqNahIaslsCcOVXVKHm5deOPuh0yQVSqWo12jbJ1NVVGzMFNlKytCplge5Gx0sYjh6tKYWWOEjBNJ0r96zeH1jYYs5rWVNrhOZrKVzR8qqap6oCuRPTDlmjXNJcX1jDRdVJWVxNcAHQmq9ggaFQSVqfsBkuwEM2LyyP/sNQp57NdHSSyNEbK0TlWSunxwifNFdlHmh09aIpbFCJVUrVX4twFIrylexr5gYdqlsU+QK0mwkmdLnrXcOIRJXfQSWi1VakrHArdOVndbwasnnJKhnQI9XcWRYKpK2qVQXvVZrWUHbhw1Va8RQg013SuXKxD5P5hofsV/SFKzdWaey6Q8Re1IkrocQYVUVVVBECWXT7IZtSGxcdhRSK6/uC0nEqolKIfp9YgkjNSsvhHkJqtlkdvbCmTyGRaOSVS4h+KIRZqtVc7iCxqf2CidKPpTC1yyZB+cNT+yTTWhTTBFVaivQCdZuqrUV9naGXFIKq76JFfK+xxcIo2qCo/RBueUG7Q83OqgVs1mqzUsvBla3gUZoqlnRPIdNFqtH76ljnyea+KSldMFc0LWrhXfe35QzIowfpSlcsMnujOybSkmr9IiTpIh/VECO2GxVZrVWuSt6IqXolVrapJYnQFrZdWba6Ad/5EsYp2ghmvN/iKSs1Zs1JX5VYghVLfWvoVQqXVdNVZXHxh0J2tomlseUctNslQxI42Kra5HZCShXFqRJ0rUOfyjZ14pKsD9DI+oaDFUPspi+mq5r0waksEzcyW+4hNLdDJdNVrUVSx0Dk1wBOSCn8O4q6G9Bx6RlJcTpgBekZqsrLAL8jrOpZApoxRLfeccXtyj8h6yNno2G+qq/pDdJ3KCBGkUv0DH2s15XtboIqi4vZsp6Q9v8AYXEf2Xfh5oDUD02klmlcQCuro96m69QGeinnRtz2neSVArRVVVXvjUWtJqulfxjY6Oca7QGYZm1N9sgKK4Gvpv8A9HWJI0l40U6RL8GykVBCK/jcga+R+lnZuu6JGpKUEzoeMFEeO6QABFpoRq0pag5gvvv7/sCmjPvo2dtCyF5FgjTpJITJSXJdsYTHqNgK4SVFpFghTpFJUWke8kEHUWOjuUkumEtIUhNFNIUjKSCPZs1XvgN4jGxUfHdDtFfXnGusDygxSXSGgK0OCOJoJSVClJYHoKJB8wJBsVAgpd4Gjxykkkcam7czVRKciyjouQhNzoApRxK1ygxbkshqt1LxLlRHkl0UPw9xa8ppKaLmqyStr+QQNzzXXHDxFlZSkh4XJUWz3OFOUAyulnUg8oaI16CO9B/QifKjkuNndUsUbY0cJApZ5ZBUmiqMqq+NCWnpBqYrpI33oH0YmriBarC1m5f4QzZxVGnPGkPFMYrGsgGklNtRld2liaAimcdfpYOW2cvqH4R5yskkkNXpE03NB3SEFf11gldfIetFYnnPqNfcJWtr/IALJJTSKg98dXOhU3jNdBuCGfKR9S8eHZt9AxV3rXnG4sGuQNduaZ5Co3RqWUPpYJRjij5vk27Lk0sgXQbi0sRKBAjYQVVtvoBcNw8MnyoGcEmhUwt+BCq0mha6ZDZTIAdVpljUMnjo1PYHb14AwIysjhyWjwUnR8rW9tDl5IZHXxs5NdRRtrmq41gtG61R1in6Nm1xrsaICrpQzhZpZKMAziicuyG+FotJKyFTmiUlQbAuNs5a4o5UJnbJVJXoDqT2hfFDXaQoeyPKDZZAjFo0YxdaoDdRSlf68O6Nhf0bKCBVJVLetcO3wRGSHYsPFXO5Zxc3mqqi8yQjmlbIaL0w7jVhUGSWdlAF029jzAwrz0MnHEyxSGFbz7CRQqvoZQnf8UGkWnzAq6UrsaRt28FQ1a2YTjyQuKgKG8LWyDWKdlrihgRt9xYaAphFX0OMCVSqzeJ2eYYMSbndMMPOHkHJKzojFRXfcQXGQ7GPexRUu1S9C9whk/sD7aK4Gy1emLYRv664BGDdLv4QUk2FM19iYoIaGlVA1RfKpKhYnKFhFPQFMxZwHqdKK5rviUXs3O9wlb1+UINk2uuKJQWlfg3Yhs2Rhx/QQ/W3oanSZJvrGxqK2QEXYpCT6i0ejRo7hBWafXqAqpxs76j0la9lrzhE4o+Aj7Z0wmLyZ0FV+cDlRy1emLin/UJO4lYFpogdSFrncsEFjZAI66QEP+Rp6CGan68YNU1ux0QlRjK1w+QHNs1xBWPURmlQ4KrZZ3ujBzzeOAj/AOXRxRkq++pcw64SxOKdDBNWy0wUgvqfbCuCgIIt7Af+hPxG6K8oM269lndd3ANdSXsgUk7V9j9gbEibOg78biaH1DRq5yPYGoNnauIGjN7yopEnOCkbY0eJeh7w0Tdb16Y1VJf+f1DBJz43HyAbIta0bMk8lBii58aNaavAxTXm9AH3ULjfY2JJ33OKCiuggTU5LXqBSTiV+EU+W0K6HkXepQUm4yLwTtXAOTNrzAoUaFUS3oTgcBomy+ICJnfICGy6ZHkhksRWlDLE07UYBKEEoCmJhbvWt8U1Bhn+io0d9ATrxQJVUlK9A4oVRslLIZ62KlbFC5gMpEELwAkY3hjZRLCnS3r0weyU7nuCpLOg9tACxbT2h+1MGKBsgLGUrfQwTzQZlEEQhNF4EhGULiKK67YAG/stOMk2hWJxjuxDmarqL68RdA29ASEb4mSPjfZCB+QbA/oDxoCosRKM3dDIJg8RUaAmeIgYEx4pRgsR6vziAwhZWiJCqt2xKENyAxiyBhYjG1FVXqFqcBjDJjEPWSoQsg5aJShiivybI0UDdCA15oYPmKiobLEokMUShk22wEiDkSjXkPhoaMyBuiVILWqORKB0JoUC6QgUniKFHCqQqM8BYz5EXmVFSqwHUeD0FUlQDIqVVApzAhQopAs1ZH5lR8UrZ6P5jEDCUCjEIjl/o57ImKBzJe2Lon5URMTuevCNjWjXkCqElJfiAZ4e2GK6fje79QMctkBWAFLwLnCft/XbvgdRDxoPUTA+x48AVsspOQBGF4UInBiyaSX8QJFO17AH/sNlqkLnxUklZvpBSqpr8hsLwk1LiBQmhyvOINHTx8ioZ0MjNzvFxK+jru+QH0etsV/agVkaUkJnJN+9cQ3WOKUMS8Z5baN0SjN74i5apSlNPEC9g9mpWStTu8IOSUm2U2YJTYWv8DVEW+xXS8rm94YtkuV5wORH70dJXjhw3TVSSPZCMm7LfjsQO2qSToM6PPKVJZdrqFFKoSrWVXEaPczQrgVTTjo3BFZJLO90m6PKoqq15Xt/kFCJ5qo2yhDsM0rjikOnuSl3sRooylZWQT1AxvySVQB3cGSotX7qrl+a+FVC0za2vEDcjXgMFmtm3FR31IC0kVKba4lcnkBVH0k1VqWoT3TUkklZJZfy+QPFyfYMHdkVDpK2SVT0Rcm3spQQIkdZ1L4Q9o+kFd90At5DxC5KSqVljjLdjl6Aa0RFqqr29KrC8GD1tKSm9EBPqrwLPp7GmU5BVJKUNaSaq9vz+YbxT6rBVqS1xwhaoJTZs3ubYs+nsLxt+QMzGyJx+JtC9FjyuIQOiJ2Way8jhGFqPm2vREilsgzSSS32uCU0GqtSbicYANU1c1+4JavrWUql3hUmmpSC1aPVSSmpZBMvqC98mk6SPNxOhzbnl4Q/bxVlHVyxp9NOlVVc1idDbMHS8iNW6F8aMStFZvuiMlZfzEDkm8dMFM00s0qr0wLTL46ItCqpWsrI6QcIKpZpXv4wDVaq/wDqjJ2sq109Pc+YyNV9xo4oNJW1YK68wWJt1UlZWRt43uDKj3kqoDnZ2CqU1WoQ/wAX0BgsibePcrYP1ZUpVUgVuXjVq678cQDLvUpp5X5AKCqTpU+gcUxYnfwNYvLWydH7IkVu67f0CYiMpXO6xBf2kqklKSFFyA9vyHJLys7Zn13QzZ0grypKnaC1m6av0pTpKofRPV194I2Eq1Sm5ZNEMuTEDWxlsdJVWboaVQNmb9qklsXPk0a+2EDF8l38ivuXxRSUFWqs3Q+EUTVEEpXZsJ3SWaVAz2jEpU1qF1FmSdWTrudINjvUmH3VVLsH4wzhmtC7vZqLumVWqp0lQOjdFl6HeD+n7nmtPNZrXP1NEcqplJ/Qysp0kftDh5OOUDqgoSN0NdGATU1NV6fE9w0A9NJKq/3WOLGtLyt97xhJLdHRXTVHUqOpRJL1ZYdJ3Rb1r7xyhvTU3fcQGJU4qlvtfXaDJoR8fg6ulT9lnfqLS01K33XhHNEaY8bUxeMCvtTxoTLYPYOlf8jlZ38sIGVupss6OdL0vZZ3H84DNSvjcTBWGc8hsK0dKSp+1mzQxTumlVLXHycrAOYJUiqCDUor/HX1hVID4rR0v/k/sAxO6Lxo5cnScoEJ0rl5YfLIVcTOqIXQeNxPmC4XQpJJDlTemldcPlF326r3NHyc4RsdQxN+pC6GbvuWLqNfDnjalJusPyDthSeR/sMbkR0xGkZSQKQfTeINFa0x40MUXyWJK+IMmRlF9zeGz7LDBN8kkNJbUoDFqUlJZ0BzHSyG1L0zKr2oStXSrpUIH1K7KVlZYeUKZLOq/QTj3NeOh+meyGlXQk5LnxjjbXKtlNGmU2rNzvOIeonj2O703Hl8hO0JKtcgNEqSvVAqTUtZX7XhhSFqfye4eRyJTez1uNYmyfaSSo2m5mKSvbIOdIF3pX6je7lnaSWuu2OLlgorR1w7G9kRSlWuXVCh1tnDBV5ZZoLVVbKaI8Sx3IeUn2Mt2aStRXN67YKct5QoZvEhdSStlN11iNi3MdvQkduLUFoHSlBCsa1/CDm61lKHfwvE4+eOSCHS838YTOzA85Qqeqyh3xnmziaoVOi76B2Cc1UEV5qRwVQTO1m6+Uej6Lj6zzfXt4Ujd7nW1kQbIiTsBfRZJSRA4ImPbT8HgssIlZCZtoWFKIniB0jUQMoKzRFhiWQgTxoU1FNTnFyTIWJohg2bgTKwXkHQY2QofQ2KH5CpJJWo1qnFxowC54mrUkebruhG5JyXoDYIt5qtqK1GKXJfUws+KNAhzvE1BwqqkAjPxtT2id6lBGrQ3p5RRBwQfdnIXKPPQAZoJKpAt1R8roAA9kJPi8xLLlcdMCd0M1V3r9xqlK0Ba6+Ybqmur2wK+Qm9sRdx7loPLaOXrM1WoWHT7mu0NwptvKr2WvnGuyrUPBmAk0u2TG0cIuTm8kHEGdlKyD5YHOylVBS0IYRj2KlUCPZQLglZWXogVaEqvodngC5YhayQOkWVmqnzB6Z7KUFhoKpJCBH3K6A2QNxGKiU1XiCitEQg+VFSq/6hqDegmEpUVm1/MVpqcr+Qgc/JAp/Y/wCJeWVnesZKt/1gUiuuAegffeJol5wt7FsIjGb0PxdUBgq0roAeJ0s7piNeaKoISVdXt+7bGSLq483uAM0R46+9fsDCYuFLuGFX8bia7YwZb51uoBFV3qV7WSPRUm9z2hVONiPsErHm1PwgZwxSVtegMFMrvQsgpkShrFh9idxRFqfQAJqJdJKnssQbiUqSuvzFhWXf6Br3vE58eRWHLizSFW6sqVxArXJKG/UhRaUridka69oRVUR9tl486ma+mpNqKhm1Na9AeNRKqW9C1u3la67YZZAm8kEQIl0O2LUY5f8AqMJqSu/7v3vCtRbN6Bz4mPhj7x0QZxONSpMsNGVa63xNOE3iJ97AKjmyO3xfftj17xQpf0K+kLRUV5LE+gsTNaipKPbP7haikD1Ga1dBySsrfdd0MWxwqRS30NWyXJYnr2oeQPDpIvqG7VaakSy0qgatYeK1+QXs20oNWZJvoh+TpWhIR6sUMWaWuu7zhqiUUsk5qRA1Sa+KHkcvqcWetx+myjVFN+alK1KCUY2RJuRg6xg7XxROkPIw8V7I6/TepzPO9T6Z8TsPRm777O0DUDa8wEbTUge3ja/pHpRZwUMEIeKF6afc7oHSU8bifTaBqZ/YDGhUSZExOCfihIpkhiPK8TXaCNBdUeMKVTi9SAEXDxNLpiDrEm9sULQVFpxStEYHz2LXBQCqVUMHCffAKnK5HQ+gws0VFja5oFoRtfMKYElb0Jox+PWAwPiPWsQxSiFTQyuIGBVeSGAg+/8ArEiHFIyWMqIK7D/0XlMLKsBVBQTjEDY77Ei7QtrcwGrR5MZOuHEr/IMIYXxOBElrIXFOEGJxh4rWIrNtjMI+NHoJ67YazEC7Q8comeAiFMRhC+MCYiYvp+cFCFyZheUgGjtApHQBsahozQV/UHbNIAMCh6ybgjIMaIhilCUINkgWVMYtBjBkcOG5JoVM0bIPGKQWxxqybgkyQvZIA7YgGRX2xEqgqAzpJDYXDcKHaAayT4xYciQGhEGKFSAp0xrFwIRiqKxMqYicgTMej8z4R3rHE4+K0MsRL3PSEk4CEuk5OxGBZo8ciuvWMkU9sehDL6et+I2xmsY2VGhK3rXyCg5daoK2rJUYjDI4mHKAZljQsOnr8wIqS11vBiqVLXCBlElUku8BN2MkgBUyWpckDKJ8l8INXQ/+zS4BQoQDpYbYvUtQIukD1i2U30x6BUlUpUrXXdCzL/0BEjrgF6RrKV6H0AZ5qSspXIICW8PbHFyLqKQk0GUSvnNfMNhosk1XO/S+NQJHYqoa0W+dKupSSva4Ry8h0ReqQ2TaJfah0vS/IOTs+Sr7mt4APkFWtR/p8YbHRaySrWaljn+HqCY5bK5dAmjRGyq6Wt8as9Yq0W6OkkOppUdl2QUXR0E1dWqWWQgkgQnujRkniSSs1Xi5GHbD6iaUyMv0cA15kySSdH2Vj44fIuks0lid3dAct6LtQ7gN0zvZ7okqv+Y81bpJJTVRSZGa/tdPybQJPNmyleJrhGyxHVtaGNEx/R+YGpttNVmqpA+jSbFqSsc9fG8vCCKQSVdJWSXa+oa77ASyYso5dVWyxOkDDN1ZVkFp0ZSs1LI6PCNkYxSVSJ2agVN+BJojRqmxUrUG03TiqVFnSSSy7+OJHbpQS7mt8DPqMmpShWMl5J2aJE7p06PanP7ge2Tda9YPhRaqSpJSUvHxj7YZmbpJfjxYBW2PdIsYKWVr2NzyhgVqkrmlQjRRVStVcisHLZVL9YY0ipw0+9SkkqnuFra5+baysgNYOGso+z9DIPuhC4u4apV2rXHFYkqt6L3MVUs1kdmI1Z66SVVzWvMNlJdC1dNTtVcSv7IQLNFWqs3LIfX6B30oaMN2yhRqkrxyH9Q8mzVa1NPR84YIRm2vE/YZTa7KzWJtiWY8YboygWylJe3t/sDiEm53XyiJKOV5UWEMklZa+bhAse8HtGFKMSVtUssmgAXaGymp0uJrujYZuxWE1LLIWJzjR3FLKulTza4rDpVkpTz7FJm6qX+ojBOVaqgoisqpZYnnBMxV1xPRGc8g2wFI9qD0WqSo8ajUsSUMJJKpb0fofmFNKKLFWbpL+1Srkwea8PMaSdJWSqVfXaBDV6q1V12uAELIpOs1UJphoy+wShGW0VKlSdKzWqtRTTJ+YlsnZSR2CuvUFxJrVXt44OdqMEmuytMg6oMg447BUSyrKaTEyMbCNgRJs9ra5eQXrgNXapNdlTeP0t0P2b2UrKV9Lcvw9wpf0K0TIqq14+J1AK6GgGtPUWfTOcmKfdLHnDGkE1UkiOkseplVL21ruj1HKpYkrIPlErefyhU3LUjQ6do+X7tKCpm5J+fZSR6micpY3tbw1pO6rxo+vLprmWFKNTpP2s9A+nVwljuQHDbvvARKanf3OY+1ZcwV8afY6OP1H2c/Ldn/AP5WICErs0kv/aGkUkwdMHR2DpKooToxAkM6Je0nZdTy2dSQu6SS30h+yYWku6//AMr2hymBuAXonVCPiUSlvudR/wCcJK777Qn/AM0S5XE7Q5VCLqb3uMJkm9PHyPOB7UBXcjr7e7dLEtcTtQvhsjdeliZHzHELz/0AekpSnT4uUFlwrwCP7O1o3WJZrEPUFyV06WaVyMA46SFPTSSkjhm0jTM3NHCR40u4J/o6+ndKlKlTdEXGuhSxLXujlxDUpj2RzgxONKZ3HGw+hm/o6s1pZKVnU6/FDVpS6SW+2dQckQdUol+Ph84Yp0tSiXKDYMR9Ts683p1KVnUwyZ03ayhxttdG6330g3b3VSqk3E94k7C4Kfc7QjT1kTQ7e0B3d0KUrO1+97xy491krXCAT3VOleOJSi6GXGjpiFK2s2b+43GhKXSzSo4Y2uhdckfojfLkKQdOqiqqXzAn0oX/AE+7OpPHn3UabS1IzXXQ8l76h6sea10+8NTfpJTemOKUsvJ2Q6WHtC7KV0Ac6bSkvh4PUFlF61xsEIpKpaw9Q4eT5HqQXSa+ovKshsFz7xXOgBVilNzXphlRiSSSXYEWx90bi1pBXEtdfcJvHPjcQKWzkVuXPjez8xPpKQGlHrJTZoeHLspIaxRy6So2RIv3XOgqIJz0IKSaylRa2ilKEaXztl3gGRzKSAy6qFXVGy9yvKGv0itNVBrleaADQm9welxtRjo457ZNBPm6Ad0OS1lBUmVJJINaDUmqj1/QPI8r+R6Ym+MoJJJEDMhwrbWVQFEU8aPXpeDxHUuwwgoIwjeAxFOwcWliMFFhi+NEyJCBSi8lkFsOP0WlRlA1saUlahZspIVOqU5IaAWw+kKRlJDV1lVXSoi4dqut9yBczbeNHUvic0nZgrey7ArMiGlSApUQAseKQsUQASzCaHSiIHVTCNZBVxZqT5gkNfd0ermhvrhmEztqJtFbyNM+y7UGK0QrKDiLK1tQZBslKlDm5EdEFSOO3SUXa9jRGvQY3v4jpN09GpK9utl7nnGomo3/AExzApiVsUlKrNPp8QCuz+KDzYSsrp14VerdAi1HqqqnssgsfduBqNGTEpz67gpMoCnbP4gtewVS4/TE32K5/ZF0nNSOF7hur7ic/l5wYVXlcQ+Cr5hZGNl+kBaKOpoUlU/6xclGbxKnrEjNLK1yxhs0lKzVQcslQHB+C45FeVOA1TSs0HZUUpWsQGo25L2gAJC8ivje0MlVVx9cIsWbfyFB0999ndGuglsDWRFfY+YicwsITIFrhEUs2ogKkNeL1jETyuxrtCyBLXCMmSm5oE2iqCggdTWqJRRVm6dTS13BcVvkcT4Q/wBMTRXeV5X6gpIuQqIRZys6CE0JWaCuRkghvDXcBBD8r8xRGN71DEFLW19Hr4RSMtgoLMol/wBnTFSjRJWpa9sVTbL4NeAeIdVJUU+RscexUpRW9ZYDVoneg3budaosvcql3sAATV1mHJZYDOmr09wbWo1SzoDWo7L0OmHSIvuI6uWJSVcQMI0YrqUW7ClAqOMhLBSo71j4gvQS5WvxwWkzyAwQY2XohiU52CtmPt+yHbBt4rXaHmzDlfrDzhug0DVRPO9HkUgwawldsDwT8b3xMq/fE+Sei/BDqTHrFRLlQzRcb0NZbPu59QwhSHjR4HqVmz6LgnjEcwU/6+iCUCBM3dTQ4aQm2ot6FSOH1ryYenAEkLvQgiXI184KNHesjpD6Hj+J83ydyaUN61vbYOTIAU9eDygkh+4LULEJJFIZhys0UQV+QlD4wTSJnUtZQHPC1micTShVE/cGXSM3qiqMcvoCB467mAXKiqJgGZC5fXgN5QFGG5EM3ZLULlShLD5K6uvGEkU9cHnGIkv/AMhNOGuvuBiLQybwsvN7wyRlewAmyVl5sYGliHMq8hCZuSFkTyq82puVBSnoZsehyQwysKrJKj0IJQA5CCyBlZoy0Lf33LTRGIxvjF9KVfGP4g2FrRekoqCSnsgCSG+64AQkrZWoAYthEDiyBwNBS16AwXXqGDYRE/APCm/ATJGaDQnyJQLaiyBRFL+AtSKAaMcTxiCxvtiVXnEUjA0MbBRphsbA41Fk4sg/YuBrHgjamu6GScBrrV+G7d4A2VSUexsDFMO2xRrbN0HCL4TvIqbMwVDUio1ZvSYLSpUaTxOlPpHasQtXQGIP0hWorNCxmK1kLnbQKF0lUlQ8cxARkwzYmPgVQKqILzQzg3EVEkldwCPyBgfmLKS5UehDIVmj0YK4krIHjpKiVnC2ZMabZJJCBTfFUF16Vvogma1Px8rzwDpk2n3MVBExRZD4PmCWKCSqtrXEOSftRuR0cfDLleipGjptqqCkrlnTresTs+sbRQ9GpKpd/wDO/wBQ3BhRiUruZY+c9X/JST6D6L0n8cpLrOUP7l1WqXcGh0u32KrK6Y+hroqNSlWSWiOM3VUVnLLh84n6b+QnKWy3qf4+Eexzd7Texd9AyN1SXK68IQXXpqtVT64Rz9Wm3TVXoa7o93j5MonnS9Oonbzu0n6U1JWp2NsZbuJVkr/Icqudu4lKylVahFDcYdDbvdlJTWvExgtt/InLix2bBsVJWpK+INLnKPlP5vp9WsAko53KVJZDZWS0p1N4+vzE5QyiR9xxdD+kI7Kaiq5Gk9iq7F6Y82U2VZTQtU/8XSllkH+W6IqOsTKe6OjQcWR1UsviBDScVUq8rTKHNFv0lWBOzjil+kk6SPK/MRS+yj+znyLaaqdVXEFiSCs3XdDdNlayuIC1KJVlZrLE5wuWjohyLGmJFmEr70ladASqze5xjerAGZC2UruBS2LKfnSVGSWysJ6oZIn7lf5cAZsiJOrLXD1hQ6ir3AZQxuVVGvVh0XKUSrjpK1Ojr+Qpg5asFbVX2RtpU2qrU83HqFrc45lSk11Sh1cepW9QfUEKnnI2kr9JXfT1D3g3ZLJK15Q0pBd0lvWWNjoRVUTiqHnxpom+TlZ3thNPSdOpSStcZuupJVV1Ka5GCuAaMaK52bUx/SF3LHsJGP8AkbO2bTUpX1FLhFVL/QWM3TpqqHqaaTqpspL0S4QsXsXkjl2NcdpKumB0tM+n8ho0GLpJ1K0x1x/RCTVI6uWmOfOHLVJ+eVl+b5C4IdqINmaqXYIGJVNlfg/MWMVJqpOITil9QaHZteSqfntCWQ9NoCaMknWdxMTyXxYkz2KrK9rmBkEEkqiSQy3dJd+uBaGyQe3Says0evoAQzFJVUFktc0rU4wvTgqkrapV+IaqHgT5H9il8ikwSOkqriHGlKkazV7U9QPbql1VVZWOQmvAEJuSlCzTiheOBkht6S+IEIRVSqcTTFKbaarxAwQa5AR0U7F7OHt4/ZDBJRJ1ZSsQUJMt9FcYqpb1p5RwlCt5OqCH1C/+01VmVL2LtwA5c6GjJaalne6E1Ov0tlSpVQ/GFYrIk7XYLfrMGqU1XLq4uLrhCU7pJ0keb3RSdRV1USxMTR/MWKoJK50WyMouPckk0a5rZSmP1Xr8OAMkjOmqUrLJ8wBFnKS6HnFqVJKtePI7ODADmZrIfsn6UqV6dbh+ghAyTWu6lZBo1yVsmHCFbJZJ0rZYinFNw83AGK8ZVkrUIfT6vmKQnRzyj4Qwb0uwfpSpuXk1gCQspU6TrudXCEztjsVUiu8HyDcWP7g5i9m1GrpXQxD7v1D2pTs1ao1PwkeCai7qGuymDUiDqrG1q5XNH6j52f8Ag3plg62KqlUOQ0eHa3B9jwdKpJHSVxyaPkArqh6LplIk1Ik8nVjBJ9ukvxyo+Q0fBtTKv/q/P5DZKM8D9KOrVVKp7vcPqahLhaLdVLImJrgG6sri2DXsVOseHz+unxzwo9ji9MuSCaZ8ipeBBVK1VS7gMb+B+bnUvePq5zc3Re9JAKNzzVLeiCP+unLuP/pUfPbTwOpK1PupPRD+jvAs1S/9XLHcGrRJKylYgbsGiXJCc/Uz+xocMbo4yj4G2v8A8XI6hNPwTNf/AIpPRHcdjSt6ywvcJSu3xOYRh6icvJWfHCKo5F//AAyYJJZon+vqAKtwjWbKSSQqfMdHppzvSVfjBAS1HQuSfezlajdUa838HbDkhF34O0kt67o3mjI2Vr9QaokrKtUgVyyb7gwicjN4O0lbJJIEI+DW1zRB0mtKVmykwzZwSVqWRAXOdjVCzmBPBRNtfgLhDJn4IpW9ZGPVqjstGIJK70QNzs0uS0RP3plY8cI7OKR8GaUolliVw6oy5pJhmkqlQb09KlyQUHPlhdp7YravQhpZSUlKS14RralqrNG20kVJUKDM2v8AAF9tiQjlIXtI61Q4aKWVqB0GmR6IMVSlJDj5TugRcH7YMaFVlBekebU4nxBrE8pLNWeu0I4OSpFXyKAYU8oCLL5enX1wCiDv09fkPJttlOidDHEpwUENxzyY6oco2hNeyCdgzDC+rKOJxf2NLfYGfG8UEi6kriBo8N2AuOVKUfX9x0YkU3HQDDaFcTWomtCUF6brehbsib6gpwukkl8R/oGVBO0lVf1DUKZpHxvYBdydJzf8g9z+PXRZ4f8AIveJ11s4DBNcauyfzagapOx6mWJ5eA3TWmglNRIK0FQairyQ15BUBoiTxoyscUFc2XTALqkbICNj9kVu3ICmKqq50QmTQU2T5VLHHUoYnNJ5E0E0u+GSBbIRTKJJmmh7J/EvvRETEFhYj0Y7sQiGvYKqlZCkGmhNr72Bl0++N8hrA1EwtdM5obmKK5E3egjQ66jXzMBkzbXjB9Ci1ZQocN5SVqOd/ZaPSaDTTGbXCdG5xLXhGz0wr4oLILJJa3/UBi34HTg2JnFBJe2AFqJS6AbvH8oKlaU1q/MJUjKmxLSFC2uaGuP6HlV7Ibn9opK8cVKESVzoXcQpRkcvdNpX+4HMoqla6A3elaFSVV0OyNZf0aGyQYpi0h5ovJBL2vR/cDJtlUq83WA9A9r7VbyhW6KwoMgpa8cVHMkJJoKq71iZZhQqir2/UGTyFLZKSv8ApWA7lr43uC9JP4x5Q8rp9IYF/Z5onyuXr6gSqh4omOAkVsj8YKTeA2GlIoOytfPlitNvK7HzBSjlL0xQdayFY60wUXlapK5pLSqGGYocr8WAwgksrnRlRW1CsDKlDb1r6r4HWPKskhNVT4+oDqGm9z890axbJwW3oSUMqrmsj1gMx5VcZirKzqoa/IyoKOqIzd96IFOoPTbWaGhMV3kHEWlVJqvoC9NRXpnC4WofGDYRknHetb4NTMlvuu4FyZpoISUDp2JSk6DStLXQF0aOSVV12h5A6udV5vUDU10v5CmRJpx7gJGqWpfcDEGiQyc3cGSLApPuScA9s1BBoSgE3c76kLFXU0O2Lxx6j0wVKGEFTK+nkCKZ/FcPngPM5+XE9X03GXoG9g0a/WJmdyrIUwSy9cIwiVVVX4BxRWUmdk+lWP6MVtSDaGWatRrbBJXEG0UckridiA9X03Bjs8j1XMhq1T+QLqeh6wOhGUCCbg9NdjybiejDLshZ/iEYxvDxT8l6Yf5dhZFl+akPeU+vlFZTC2/K/DUBCq8k66WvCIrHmpCSZxFQioDY1ZdiqJMgVG2xcY0r/QUHtQP2Z9gVztABYwNdfGFxjAGKq3jRcgYDmPvokQ6Qwm/I7ZGBsYBSwUDMgaAb0EkMMTJVfsD0DJZrHHjE9AEZdTMN4i+CgoSiLoFGAkTKcTiqKYGGYxvgI2RJIvt+YFFjvQCTOqCixGsJbH6DNfIFZTWWv0EixSBiZdzKhhYkcUHjyQlAwzZg0gITiAiH9AEEVGTMXmiMwhrWFUVh6Z1g2Cg1FSUGTV8EJTq+yLklxmMmbUk9yJobs6QGjEdKpK50GtaStc7liTyKKZ0VvSgvhS2AaEnSwIjTHjQvYtmbtC6GVvoITuk8aOcK0uMQpzkhp2UU6OuMrovGhohS83fRyBrTocs6fVE+xRTOlxfeNEdmpDSm9O8qCkqWDXYU+o3EppokQg1xvTAZIUokCmFo/My/40SJZdgVQjvosJEK06PKTR6rvvEGYl32UMH2x4keV9HcGrEHknA95X9IeUUxtdcYK2CKs0brRLGyIPH/AJT1OEMT3f4v0+bsOo1GVU7fONvoonCkFLdqlKINmoNCyHyaa5Zn07XtQFdMMJqQ5ZdfReX5fMO50o0SVajm11KFkfoXxaMXCRGc84Hyf4QKJy8vo/mOJUsgql6evlH0/wCEBlNrpSh88XSsJSp+gaJ/Lf2vMPo/RzygeVyLFmrliN4uKuoVaq7FVVyxokTfMeSVVSVIrNPiDtS+xJdSo+g27vIVSV7lUP2jyaqRUcquOur2UkRqqrjk6Q31o6sifuHcNHm8kcZZHQGSupBKkW81Kbp9rJ6+YIqKpGVmsf6DYILWVkOOcBFMMoWlUkmspXQDdi+2U6JsDHrjT1GqqSvb6WDCOkXCUKk1a7PVSx6ojPRfNCoyMqlJSuXh/PCG0YTUpSVSpVC268kp1s9L0twNbnHST9IiWvOFxMn5A1GCUoIqZueVa1KUSy/kOikohLfRRSjZLYp2srLEcHY8eSVHLqQeJNe/xcPqEGUaUdWqSVQimkfSBbiiJtKdAgaLISkiJJfEA3j0nVH45FhqSdUW1PsqWfE92Aaw1S2Ursqbp1hsL9qkqwlK6YVMG1lncjQ/cBcn2G1F0vIQuokrUS7xNsG0dBVLpgFKj1UlddcAeNYSt9Ay+hnUTWKVbKqujqyqhMGPuA2i4pJVOhxg0pRvN7BAqctlc61/INmaDzRsCRElbVLWILKqkklna58IWUPFUHkLNVst8ygYtyeyL0yi6akXX2WRqlp8X3jSUmSqrrT7/COhUgymtbJK0J0cIQ7ESmqaAo8qMhek3VSSslcgMWj3esQ4sizldgXHorYqU1JKuTB1+QTa/Y2biTJsVXfanuwjLlmql0yaJyaIjBKbUsqmu2CEzqpK8cnFD34CqMUbyoKpd1sVqdVURXWSapbKSxOOT6DX6ausSdWSTWuQnHv4wpGOG2R3KSTEdJKKv3RJqv7CJEJSvY4gkmp4onH5+qAIQgrKvcfzl6+cF8hZQx7F7dHfdPigqLbYqU2Vl9cao8yIklvR+/rthw3RsuOh0tsSc/sPyFzEm+63uHz4AyTVS5KuQW/ZqSWaxK+u4B1GKqSs1JX0BSDyM46IPKMSS+9NVT1OJxRqVNKNZs3ZWPkDY7o3aqVFk0MbHqaUBp5LXOpYgunj1HMiSEUpudywWgX0+IULoFtc12Q4RPyXEE+SasurlG2FpJSrWbl6B9oGJMmr+ym1D1crcvwAaKCqqU1riV8oTTbqtc6lifMMpfsm19Fa9Ev2Cs34dLnvi1F/NsnVQ/T0y84YM3isqU6x0z6GH3iS9GtXX9gloZG55IikW4vRJ35BF2qSrXYuWgfGr1sJQEqikwsklah8spldKHWC0FFWquxXXPVxcAFusZtXSSCWyqhyZB/fh5x0RmpdxcK2hq0W2e1lK+kXbAZIqtVZSugf0gNRrB0wqOkqi+LjFKbzXucHLIun9R+1xD1cchgJ3+IOLpfUOaHdOkvvTXQv1iDb6OuoSdVElcQaJRa7pqrKlZeu6GtJMv8A+6JZBM6Xi894cnP6OHqY5PudnB6mfDLBdjeiqpK2qWP+YGpFeUkNdoempSXHJ2sI9S9OpK2vcqYR4vJ6SfF/R6kPUwn2GDd7NddAbMyMOb0c6Vm2uR6sG0Nyo18IcsMSvFI2FdaytQldqpCC7jLm1x5AySvoBePjBychrlKlV3rI9fUF6baarxBsVLIcl6ASIK7FVzWvUO+MNHDcsrG7Vql7gxWRSC9s+S7+iLF3/wAxFxblSLr7ZSo0tf1C5ojKFKS4IQLazdAPGL3YrpO0PqOXlJBwakJSXc1vjVyuUh51SvJfXCEXUx3PQZSNIBUdSaKjqKqipVXklQ+FiL7BH0QuRKrvvdFz9bfZVcBqUglK6fwhXCUjRnvYSkvayv3B6kZqXT9QTMTbKVDNaNl+ocnOsTt4JZMoKpK3oEGptLNfi5gvLNVsldfqE75mqlrALxJeQcyeejaoOklakrWIe0OnakGj0EVVVWVjjpdCM5SU0c3LDro7IqojdMkpLNfpA0TC9dSUK2qc2y1wiHK8eweNPuwRw0VVASjSUNicnSapDX371LehoynILrIVPE+SCN6mqlayvaDUy6qqtqFtMmlJf7C8JuUkmbBKLZqFOP7XQ6XRBVzL8a9TplZuu6PUI5lD6X0aeB8v6xZTOv0fSPjQ/ZvvG8A5lRtKeNr9MbMxpNLlR2N+DiX0dDbOAyKukNLb0xZfqBEabm2SX5B0jPpNjWpBWaKUjKqhY0OqqHTRGUOiCIuRcikkl2xfAwknAWRTDymRJprWovSApIKgopuVAyGZZAw8Y83tissRYco2QsEYjD4KoieGu2LoEshlMoTMb4g0EFdSghu1lVAQkQEwS8UFblIcrigkNapxVJKuHNI0kk1GnUg7VdV+3rAUXGJKeOhK5b7KVATtrKSsg9i2AjtLfe7U+YdvwKjT3jKaEzxgrjysTb9Q3B02la/XAFyzYQcBspPRpi7VVLsCKLmVna9Q/RGxuWAUO2Ym4FIPAijapd2OiF1JUdNSm9EN2jNXElc/rBtI0fKajml0yOm/JzV61lb1ohPFK13sn0GzUjC1PNVqbYSRRSxNP68OAUwsCnmXtCyu50hB3K14BUeb0BSt/lD1EomSvJb1lgJwbt9oSMqKjHV1whcTSfgHLmuPUyfyFc616fq84KhGy7egbS82GAr2LAYzuPYiVZX/ALD8XCPQNNqJAdSEr0/kLm5JuuSHVxMGIxla3/2GTKb6L0iTfhr9QFct7XjjNit5EDKCtU/isQgwpHetfWKin14vMMN28EIWojFUXQJN3r9vIILN+xjkArIVrRGbvqoxFXIyBTCKs06XR5gU3a9j8g3g39nkzWvT9W2DEdAVEbal4OsM26CX6w+YEsitsh/oGiCCXf8AhFaaUrXCJEMqlXV9oMmHGuoJrqiyCoCOvZZ33jMVEun8toUvFCvqDlTys7kfPgHq9lxNdoBwXyPxbX1GDq71N09b4KmScdhUXaSQlB4F6q4xBxNr8cgb5AwHySuRx8ggLIVL0AkaOUvY9YYJOu5tiPL6ZTOni9TgXmLqbACmxbUgCKryuvUDWznIE4ejxeQOT1WSNlolEbMzR7Y1yh3FlNGzNFbIehxrA8ic3L5BaaaX+gthG+KSLb7x8na84sSPyQvBxI67k71ra9ovSHh6EJqpBZGPY+QcCd6MwzQkTbGK3JZfSE813wGFdRE0bWUkM1fG6IwaPJCEPFfmCMnjIpUgK1Ti88Jv8QPGHsa4AKrQN92DraYXuAyUgkqFqsbXXW8FDHqBVj2WdEYHtePiiNXU2HzCJFOVyxgclXTGbdYNmigRto2pNMOEjdgYT+g4o9M5URLN5UZtUgyD8SyELwynH0BUSP6RMprWVoAjIsKaytUuyJFikKoexoDJ+V/IBgRZGy7AITikBIK+K7Qsra1QoV3CYG749WiIlj3BAudOHiB/otMqMRPKFMFRJL/KMDYTE9kJpKyqgHL/ANgvrcw14jxV9wo6gjA2QIENNGY7QRMEi+v40eia1FUDWolXDNhsuKcTKoBon3oSL9QEFBpFRIzj0wBA/CPGVAKBR1poq2RKFFePKis6gw0Z/Qcm+3oHN6YVS30a+ZUYKsrKsgqVG9yUTc06bDBOm5u+jREnKuaF8HqoGBT3DoLSmpW+hw3pyaOXFpFVLfQchTSo1DLkPkcp8iViesTip4rhEb+R5fyGFIBL+zi8WTKYSiUYhG//ABGSGGZSD6tmz3PNJvHIcbmzQSSSskqnHGj0M+lVLXLGxmplKUe19ofHfyKnLkaPr/4zCPHo2NB1ap5HzG1USf4Ry+iqXSVdfjrDcS0ylKJkekPNhx4TPT5ORThTNkpSkEkkuwOY3U0ll9PzhhSdPTa9rkcQ18aLdI7VVr2o6YQy7nDJV2OeXaLTUjysfvDgd17e1P0x2y6Aiqtkl3ByO7Fvvqo9n0sHE8/nd7OXKJ6+8ZJAWPtP0/IB0jJemPT7kQli/wBiqzUuOOq3L3RJP0uIfS4RyIxQfRVJKsHRFUle2GhIjy8amj6Fox3KqDZGr3Im+0OX3PU8k/aktRuFG0hKBnA5HDE36/Nak8g29lTqqTAjVJXR8o5yzdzWvm+g2Bo5siDj5OIXPLSNoWRSftQooD7hSkrITy/WGVFK70BKdo5VJVB+kliadTBHnEXDEpxS8G5JkVV4+u6KXKas3sCiiX/3Uk0edulVVbJWoQKO+kRtGSqrpeUlXtYA17Re+ysTp8Iso9eU/WSy697H14BsyzHZSVl/EI4WWhPW+xo56OspSvxBJSiStFqkVSxyHxTjcnbFVJI/sfULX9E7KanS1NER0Op+RM3Wm1FfY3Ackoklnah64BbElWUrINV5xXEqSSp1XStTiVzQhh6tsaKG+bs2GDHZSVlid4UHYKsGqmysjKrbnnFtE0zRaqpLXS9wKuvfNfsY8rTxOfnDVGSMrhLRpqF0irVU6TBqc+P5A/Yu3StSa1y/LV8o1ijqPm9vXCNiYzUlZQVtx7HQ4xkrNnaL2UroDV6aeJUWrK73OGSi+xUjqyj1MI057sqlHVqrX1wCq5KRDDY7QpNJ0qSUrl6Jg3ScWUqUQ4XUZc2lnVcfE5sWPAMKF2KrKSrk+nOFcyiknaobxQSVSPoHEmjfvn6YsbKb6rj7QMpR41otrsrjkDQk5EJ8bTs1m61KyIklia/mNbo6jXTpXNZHu5ucHUldFs9WyyNDzg2iHKSWdVqVxSTryPxAKrCUqT7riAhsXLsv1B+m1mqzcslTEq8wMaMLKbKHPyP/ABKpuOxFBBJVLiCcSumtqljkya4NUbZyVx9bwgnNlSv2C7igqSkRYGmqypuu6GaKKWOlNUOF6CCWyjpK+z7wfsBVLfcQ+MQX4Xn0sXkTijVLsqUatfuCWPXyy/Qak0eSlZSTXhysODyja7qaMmujuuPk9K9tjXGtGKzbJKuSvjV/cOhvHpRCEApMiSvcLj+fcBKRUkqkpXoCtRtKqJJJYnRBrVu1VzugOdyvuXW9IsTRdTeh2sIOI4VS+6qpYnS12xNFNKVxD/ELDt3WdyyVhv6E3e0UtUVce1r9E+iCUFZVlKJXweYW0e3Szs3hxOL1hHdTSzpJ/sVqloZ3a2x1QVolyVJ0V3R0uqk6lJNam1j1sIURpTZVSyyOOK4RdOq83v1je4VoR2Krmq/uDe5EpHjwjQ0Tc2pNDvecOkzzc0rXJoGS+fMEabfZ/iz+rqE5b9grZZHFqxvF8gK5XdEZcZsbqCqqRHSWfQLVxTZXkFCV1LqUdJ1kHxDkPo8IEYUwkqrKVxFONtYRKlKLdOvvTVIlfTq7RufrF8skIulhVHn/APiq2B9Hi4doMXRElUibFVJj9Iaewdq0W6tdM9erh2obgerlSVS2ewV6Ry8XqCSccaDBSjK7GyDZWbKV/IbIyONPoymklajVXL4w2Wj3SSqvfj+48j1Hpq6ls9Lg5/8ALuOlEZudriuC8roBiiaakQKnyKvAONPE6nbLnjhJVLNY/HGtuklVVengDQxFZWt8eSbTc7/LgFlyRxEcKE0JqVTWIsgorNJa5fk8gewoZLOq/IRMzSSzSRAimvAZJ0A1sgGoqAM5LWyB7JgqDOWhYkXK0q1COL+1tQ8pFkrKtccauoS11vinEljYOR7rwbM0gqqkIrl9gUM3iSSVrrEV0osrvWn0hFueQ6qqQppl7vs3gxAlgdVWpkVAM+VVVdSuIeOMDqMKrNIqrjkFfjEXu9jmi2ys3iAp9ySv5DKCwsWlY6Xcx/ePO5OpnfxRxjoVpuEks7oYhAppZ0qrZJAh+krrwito0m11RbjxjGyfJc5UhnciirNmqzK5D4uNlbQ6izskiK+wNAoE+xXRLLLG+tjJKpcoOTkds6YKS0ReuBQyfWtqr7QhSKoEaIjhgspbOp1GIZSdIzUj6xC1O1En7dWbN4gynDfchPsjqdR0c/2xY4gkkqF9ImS2LNV7PrF1KucvICN+4lNTqq8QPDiykicufpo0m6ukkkle/wDsFNG0klNtVcfK+nrGsXY00rso9rwBbQ1LKzSa7g+p9LxY8Z896mWU7O0MniSuaV+WENEKRlenAc+oh4riKzRs7dyL449zmaNwYvlVVehWGz0ab0xpVEQ330xt1GPUg/TFWQf2bjR3jc4G5DjWWtIpYnthi3e/PJBU8TOBsEHNlai5NQI03gLnwlX5o1ryK47GVbmE4K70AiLi8pxrDiGJxVFxYAGt40FpRBTF6S+y4RcmQVlJyQvKoB8g68l6QDpSk0mu+gd/SkoadStKKqq/GKwhYrnjotf0lspUebtssDs0ptqGqZRdIl/ZQcgCVSDJRMDHgEeIF3EjlpNzoBct96lB64SAx24jOy8IGtOGmvWFzhr4obWq0SzoAWaKqjINUImbWUroCdKoymoet6MEKVZWVqOHkWzrh1Ro41dGlKVsq+Po1QqRQV7muEbfS7D70ft+iKCUVN3rhrA+5YvtuPY1mLbIlJCszPsa8HONqVoaUMEoqytUvoMaKbNFcJeKAhoK8lrwdQ3ZeiZuvzC17QyqX6Sil+A95GsKxEJiuPakBjpp2ye8K1rIZM1yCoFsrXuC5mhl8QBkV8b2CcwuSWsj5fcDQYw4IZLUoDVWmgeurvuIoMxjvoaRviQcJKzddoCnil3wdXSVS19wHVLruBMDOX0QaGByrKakBUDJJBik7SSV83uGsVtoWGo21mygezbC855uvmFMF0t6BbGildF6aKXJCV9JKy6eKBSL2o8uol0xjF0X3JVxgzqy1vAJVSy1xfrgFc35FKGFn2GB3KX8xEqu+6ACKqqqMkPKzvwiiYqeg5J0kqJGV5IL4KSu/wDMWlMrjpdCp2RQ1lxHCW+9/rGTntRRAgyWNqDdib/IPQMlvVcM0oq8qFCB5VTpg1BQV/ZKX6GcVktfeJIu7XQ15wv2RhlCmbah0LJKjaWdOSt9yPMNjYU7r6xzsi3Kqgpq9VSVzvYDKcSLgpHUm1J5AYJv5uaqYg5u2plVWyVxA2QprxvfKKLEhh3N6I79P1AtNUaShS/ja4Pa01N6G1i84170DHHTNuS/xV/wicyHJDX29KR5X2gYlSaSqQdMV1HsNTWowUoGI8S6ZPcLzrckCFEbVXuCtUvJYg9e8bHjiBoq52zAfUBT/wAgdVNKVahY5IGKhgAvCyAaCv0A1uYUkIrNzoviYVwKlmgUxZdWwxvANW8VQqblyAzbgi1+QyTh/uWoM2vOKUIemLL6u+hR3TPQPa4ROHKiETb7x8kTKYF/YfjslEuvWMFjZWtoIxj4368wwc2tUBA5JLuWxPyQsha1BUUviu2JlNZfAN1Af2GQKl3xGKgoSVVSteP7hgx7Xt6Q2HmzZLsiakRiCmRr5xlTkhXAsrp93XAGT0Z3Zekrai1NRUClKJl5UYybDSjBTJCkp/8A6zicDckMai6BxKxFJxkxsgINeiZjDKffFJ4jxTjGCDGyBCaKInETGGGdhET+2MRPKFEVRXsgHchv6CDG12x4hBXBTIF6avJANDQ2TITL18wsTiIp2osNEHuhl9kYx74nAwjGG6IlgBjEVfs+aYmlfBrwjBya/QRiaV6UO8LFS9ffEaIN5GUb+9CUI+gIQsqgze9ABoJ6crN/xiTqktawxxNfKIVP41Rzc3pIcyujs9P6yfEsbKmtMKpK50/ZrRvBrC6d0qlncsKlWKSvbHoM0vQ945X/ABkJHX/ucqqwpW6BXHSAT6mlVUpSuvyEjM5tqqBHdHzf5YAj/jkMv5PVM1ymHSSX6r/vHM7pjJK+uuOp0jQ83OpaA1Cl7lVVd6D8fp8Cz9TCfc4XSydr+kLSl1wjo9MXFOpp1ZQ1N7c0/SVzQvFeAxlCxNW5hCKiu9ApZg6SzqQoMgDhiMNrnaeVot0TiDr1EUok/SIqlkafCOEwKNouNuiVotXYqqtge96w6n4J8nFmrid1YPt6G00U+mpShzlg72VUVSyKo2Kh3spX9QScOk83cJUdOopaUqRUbAutspr279UaRRdJTfwDZ2C29ZA5JwyB8CbRxKSXSV0BCj2jqlHVlXkcbbFb9krspCUrnx0ygqHYUXRcrlCY2Lu7e2JOO9HVCakJaVotKhmrV0lxMf5hnc69SfpWVQ+iIUtBVVqdrl7dUKLi3ewHR2CuJUNpjYxKLehzTLCa6svQ3AJChZTU6uRp8w2wyFlNlZYWOjKq2Qm4RaAl3OVUk1+y351ssh9Pcv8ANEB0dc0k6VO6dY9fHKQ/yHQLomCUoiUomOaGJ5PqAi0alvWJrtCTW6LcbrYkktUs01J6OSFdImSdOiJJV8cmQNjcNNiqytD6hXSdHKpKkfpJHxMX8xGMO7LPkKmFFqpJTZWvBeBtGJ7KVOqriVOj8gzqJK0WhxKmiKW7XfUg1+DX9Fzkmymp0pvRqft7hrEqV20OiN1apSqkpKvphBT5Ukn5LLP5fBfAq1QE6dEWj9VVKar3QxK2SlTVcs/zCpqz+9Em/DEP28OVyAU2MkUtTbFVlSsQntBFdrFV0qRJJLEISJ6nyG3HSlKkV/a9fCu6Jhsp0R0lkZHnBzfgT8jRqJo/ISVSx+lo+cNSMJtkqlUE1EZTqVj+jAP6LLKrzUvcDWSKNYsDYTUs1kJ9LXbDlFVJWyV08bzbgAeElWqWsBJlNVtcgGgylSsJdNZVfpioiMpK1S74vpyk2tFsJqtufQKX8xoz+7SmVc0kQhNDFD3FIkk5bRuKqcrNZeli4QJS1NK0XRZ1UqkzidfMNcoam37pX71XDmkG6TqizpSsc5AOOCbuxpppGjvKXfulZs3TrdmMQUxW9P5ghmylfdVcQ+nW4ActRUpKbK6OJrth3b0u4YNPsVIlV9MXpxldMlbJGaMRlKk2ekeQTpXo3xcqRLZR1UsQmiJycjKmwgqc2oqlUPt16+35gzK2SlWXEr1K2C/zhY2gkkla5fH3QYhHekleE+PwBo0O86pGaQM1asNlK2B/iGjPniT91NldDzDaLrElXTCymYh6+SNL2Iqkl0x0942csYPIuKnNV0yJ5ePgw7e3EeM3S2VK79atgv8AWPJQVVVlK6GLkhlBqkkkTTJo8ITJRLbsyggrKssQ4YkirmlccmWfF5tq+KEXAKlTUuP0Sa4QmTBryVJ0Qk6SmtVSTz6JsEeuEY4IjzZd01rpKpV9dsYgeU6JNDIx0nSVrj+8VhN2TktWDbHSpRqdLEn1cWuXJ8wRMqY+y352qqWlVPXNg4MHMHKzDYCs1JX9gspgrVWo62Lj1qpi9e6OnO2TXUWOHaU0iqWIgveKfxcdzyRiH1CPZSpGCuQe/UNxefqCFuxayiNbTHLkYL1+PPzbgfsm7Vg1mqzMTXbBwcnrsHXk2ZvS6rCypTHTySKk94bKO0lUpqQ1dtdDQNKNTsFcvR6+ED0VSFqdq6xD1qhDbcDQ5hw+p9FnuB1+l9XgqkbEV+lqUR2ba9ADokm2XS8gvVo/IHkT45cWpnoxnntBxKTS5U5+2JKKpOs0rUOE0WLoEt1Ni53WInnh8SuGSC9j/wAxek+Sa52X6ha2VSVSCmmCKypqSpMoPF59yVYKyNJ0wkqlKSVJuhMUmylTgVYjpJXNEBrKVK7ZB0xhLjjo5XNTlZUdvKslRYsRVJK1yAQodqklxzihV1vXsAxbfceUVHZrLlorsqakrU+gYsYyt9ywQsnN7YpgX0xpLKIIyGZiWVl3z1vXARi6lK9Pj67oDgvKFLpJXO8ccq470db5KiN4pJK1BZFmlKsgkZLOkuwHsXKWxRzNOLxOlTuAvSMqk6Ja1PUN9ohVVVqQc7LNVfk4mHzDpFEpSmtl6Q5uVO6LQeiukLUFUeikklmuALKUirNzoIaPLIS+Mij6lbKqSVlKgE7rXXdBjkk21/cJHxpSvQPreFU82RekAPTbKVlJVAlp88pgfT2wzJCarNyAtukT+4HV/baHdwS6kjl5YadHzxdXav5WhW0QTRCKSVRWV7IjdQrKfze4cDs3GtYfT8Pxo8OcUb5RxklbL9xtVHmsrXI9Y0ShVd9yD+sPCUykkl8W0Og5WvBvDV6kklKm5fyDFpSsr+N8aCjTCqudVDFN/wBzpVhJ9Qri6OmMKasv394ZoUrNqJJfEOXI0t40PGNKq8r3TesJ+QNvudOa0iGCL9JW1HPWtM2octKTSVDCuSZuyD3xoPauBqLekeSDds7m1BjJGyonmg5CITIKpSgeR140YOFjK/K7gWvaSlZpUCO6UCVw6mq8cWgiM3Wi526VVshQi1tSTQQ3bgwqMoVJkUk5VQEVecRhC8PQjfGyMZOBjbQtNEVGOEb6qGooMTsCqMPFaxBAgeIDQ1gC6QtQo8FIohi3ba84i2PBeRSRhK9YT04SyG3rllWo1OnFZtkNDjyC+fBHOXjOa6OKY2VdXQqw1iNlXZJBU8a5coCXEg8fqHISOXff4gGNSeR0MoTesFUuOFi1HKhfaiV9walfpK71iCpwklj/AO2Vz/kF6ZVUqiUoei59vo5Ik+PEeE/sBf0TyXEydsIHdHSt6G7NiqqgakWNlx+jgE+rIo15RzxVqriK6et68MkIqGz1LL7YETR330ukKwTBki4jblcTaFCiMpWy9sMCxSlWv8QEuolvSpxQLdlBvFa8wHOr2PRwi5Q/K44ohG8BZNr6KjLWolBfIsu+MHRtQOshahRvkGweWudFhVOSx9sK080px6wZt7Wva1O6HC9IlBTWqB3K9qGKjWyzoAcNu/8AhASAljErmTfXU4PzGa+QBzNlUks6JQPa9jo+sOZ6JFhrrtdYuShliZPGiKrZXXACmTq0TjCbmvbGEi9vtn/IXIJcqljgs6E1LphkwfEqSzXdxeoXJoWoki29gEHTlJStb0RRv6NvyQTPKssTJqC6/K6ZO0KzckMRUm63g0ZvyFoyZbOWX7cHWMJuJW+4+gTiwFEIKqjMYcllk4+iDl4J/thEHO9Su2JIrSlTzdecCQW9AYSV9AmmHj1Cyxl2GyLq1zR8fyYOGAYouZW+hEgukDUFFfaFot9mSfH5Q7TeqgqFIygqSst9GZiXfDWK+P7H6FMylfwl2w0QpmaNIWU8bl8QEJO5Wa/MMmc8+I6GjSk3sdqAaI0nkJQHOmj3fZoao0qqlvob5Oiagb2R/r1CU3fZvANSQptLOzQaSk5u+jbDQ7OYAL/BxBWV+kqIquEhrJpA0I+wMEOkJKR7HoiuEd6GsNBjePigzbmsgpQMqlZY9QNW5uSDNCJB5RbCbmvi+QFSNN320+YKrK9DE1iM+kYkcqudGIWVTiCdTlVRCtyQCaCyJo31Rgxf0/UWHTstfIIGj3wWwV9kyxVFsIeNr/h5hWSCXKnHk45YCG7oIgaytdeCA9GErfRGvrxdYCuMb4UFrueiVWUPRPyX5Xt0ZrK44ySIa/ACRVPFCyBLIUpw5UTIsrjpAjXEvLtDKcb2aFJITfTFhSK8rrzAMJIiuWLr01ID4eSE4d8gFCpFpI70IqQGIwvCNoAMvopOorqbdEYqq8lnBJaM3XdFJ468UYRSfYnA3K6wh9RVf7idf1isqtra/wAhit/PmDIpYQkqLiqpJV+mFsFxNNyliWQDY15dhqisqkCp0eAJ4ud9FpXHYDDWuwwjHcGIHAWyewPQc2vQE2xqPn+ML/8AIYLnbXEGSkm5qpU9YhCCqtQTIdicfFDMTTd6tNPrHoH5UQhZfiGH/wCR6t8hI0fTyRGEbLNa9YySOWNSJy+ROEeVHjE30YgQebk8br1A6+xv0kTrzfxDBkfFdPmEk42tliH0ybYsvyhrp6EayQNIywA7o9rmleOGpzanEDp5vj6XyvBa2PH7NZcXOpK9j6hC+uIaq17LIvjfTp68UDLJb7l6FQIobK+7M5NSPg/SVr2ROhijW33g+8UO5GbWWhj+zzAFRilvvwgSLLmkfPNI3BOkq6qQQOrnnTX/AGH0e9ohJXev3GvUpco1VrykvZgEdyOiHMznVxt0SrWowdK4+SX3jpLN7a9sak+uSSSmWWQXR27+4DqGUdNbJVLIxMobHQk3ls6JRr+VU1wDc6FpJLXmHKkFZWd/IbJQ1KZFqIziIzpbp0ls9rKVxCXusbgzpvehy5Gk0tlIK5ZMGITW+Nmi5VVSJK074h7Ysemze0vvSU0a/SxPsumUHTWzIoeFfzgmjXspJO14BbTbf7UanlcxymHO1srku5uKSk1gSarlgR1DYqVljjXaApZVVIjVXeMQ+MHCy82oklpidF4y8CtVJV+/Qmq8IdkoVJKpNS0hJxQirDYr9VXudY2JBLZSXcrAJbHjJo091RaSqspVIUr0T9wlKpcJCbuAbauwsgrdxlWSSvb6wHx7oZNXZz9o0dNVTsFUsjIDZk2SzX4t0WUqlaoP+lVMfDtREKTcNWqU2bU2wkkoaK/ItNBJIePcylTKUpXLyim4oCZUtsrNNTn4mL8wwRpl0kqT7qcgEFERxl3Ed0cFbnEuOcmITdGsEpqnlVbVWp2Ch5di/VpR1KS0PpugNiylJWqWPUhjhZyUEXh22YSpqmUqirq3JXxS+XCNnbuknTXNVK5AnQbpBjSC+wKLP2NfKJwk6yKPjhJV5NOp+nJTrYrXQyz4NvgFrJdVJIiqro+OXrArS51J06tVah8vH8sRsbSh0kqk2X+wb3MtRNhS2XtpqvjyeYNUWiU2ySqAZhR6TW1SV04aUfKH6Stlmu/zBVOedCyhHDXc1e65jNkq4+7l894amZk12URJVUlfR4L4bXcXTKqqnothkVqvPfGuUazdKq2tc+1WPz83MKNoEFKtmxM6Dte7EwaFYqtalqTJ8vULGCFlnah+kCVT70r6ZOEQU7fco41GzW7rIbFqP9i458TF4Oca4nTr+V/ddgu4OgXQ0T9qUMSUrjkN5TcMBpZaASmyla5CDqjMhGtmaNfOlVZSqpKmXjc4amXSSSOlK7G6FxaMSSV08TJByc1VLQr18bg6gMnZZpYh7KLV0lnSE7e2DmrdrKJxMsLU0MjjnEypqpb784dQOe6Er6BbtqXVYJbFSSyyZY0cjpXHSVV9m9hG73SMFX7VBVWvkxLXq7nkGoKMkkt9IcdSbJccvtGUEVc7N74bMXCqv3VVLI1vwATdrNssfXCGSacpLiVPOJ8jyHkN06MS5UlfAJ1dgK2WOTT6gCZzkdnQBTKOys72xGLvuFxa2gmQ1dKylUqh9A5AO7QVYdPpg1FurNlJYhCY/Dhjt4QHTzp0wSIlnK545fUOmDyOed9hPT5X81CVxY1qnDgCtRJ/NIl9BS8dP1VSZevCInVsuOc4pKeI7jiFQeOmro6WXU4+EN6Ip5LNK2HQVwkNH5BO2NkTUsfDw3/OC9hbKzUs+lz3xockv+gSgpDV5QauO6ovEJppVr+GPBEL29MbFdbFdJYmnw+cYYUk6ouyVrnr6BtrAGqpKLp5roIL9n57gspiYqOmGpU86SSIqklPQ4xdsvNHqGxUbdA1f1EptQ45s3dP6GdSkkq6HF99+AdxTmpfbNFpaVqltYd2MOaAnzcMeZbG4+R8LtHRSryhrNOPJXxC+h6WmpbFdaeQfdL5ABTrR1jpam6h5L/j5Qla7HpQ9cpLYCzp/t9CuGBacVVS/Yac5TVSV12xNBdVXNC0PTkffNncOksTjiCy9kTjgNkjak4+ljeu8NgTo3ektfyDdMVsTql4EZ3KvfDJg0VVtVRIlFfepQeMmm9K6A5PUci4vidfp+CU3vsL3LSUlN4+uEIlSKpKjeHDb+PG5gjeMptf9/XzCXHz5LZfl442hMjaqh5ISlTehkhes0SSFCjtWbmtdwavdloSTUNsuWlTc0LUyzbLjhciVVXoDYKHa5E3nEOaOGy/FP3YkmFFSlZqo3JpFLYtkNafxVapZ0eoqlN6/Ic3Jxv5s6VKHxGzhCaqLU2ySSWu6JoRmqi12qlK7HzEYrLZRvpFT1xKGtvnU1U6Soa0nGyPoDUHZ1Ule/li6Jd1sds4JY7rEGv3YLf+LOkkDkjqytfOALoUlXTU4rxLGabJcz6NHzxdUv8Af+hX426F1HueV7QY3eMNiqzUtMaQ3eK5rIH1/AujKz56c+uqOhtqYSSSzolGlpo0Yr7lVfZBadKq776W1gDMV6OhNKTSSSzuXo8WN8FpU5NVlTRzlGnElbKbiccM2lJ76JWJLj+jpjSksi1DJo/V5XTHO2tL5FqcPWFJb7x8nGA+JOVrub8yphLXbL5xsVH0xkDnjV7rzhm3pTfZuR7wsmjKGjqrKkpo2CjH45RRdPJJJWqoftrqEkt9qBRX0nUCUlKGD0yOeJ3SzbLj6QasXaqtQU41lIRzRspXSqoZNEAuYQlVNPSDdAyQ6F0knENbxlCyJu+BSq/oHouf1Aue9C0EG2xgxhRFQeOoBvyAuPGyFMdsegfIHoxvhbKoxEokRMZIUFpIgWNgeaNQerKSS0BTWSSCelaU3oZLJ2CTpEKYpCVmhr6iWylRaaOyun2AwatrIXIf2InLPepVTvBGq1VVVlDdHTYLFmSQVjps1Faj+VC52w8V+43VVl2+iBHDEToyvwaGu0+fnAa7dL2v2G3uqOlV1QsVY+n2bwjMtCf2L6LYWtqPUozlJHm+zth/R7K1IkK6eZKyj+Ug5nLGR2QbxOZuipTT9sLzE+PQDl41Vx8vL5vOBdhClonUhSYyoCiT0xsB6Nten5QKvRuvPwBtBRr0xWb7ItKcFKMFUlTzUva+W4IFbygDOjxU/FZApURSBC51UgHF1N4nQ6QNG0+xGLSarZJfQM2RJX8QIi4BBntrr5BpPsMk7DzLJb7rEL3RUvb9wr2ThmzfoMGW8Vruh2kBcllBkcsRKhkWVc/qvcAKhNlYRitKAC2loJbN/FY+AFKIfr3cPUBmjwEFc5f5DZGiQLCV6YIKpNASq1lmvqIbJFEK0MjxSSSlTRAxvQygIk4m9vtAmB0vT9waNRdeRJKy05LLpis5PTHjLKqq5o9TBj84qU29b/kFakZfdEiQS15xhRXdSGSKAddObmlUycb6AtWDsZgbkscRNyo8iZXp1OgCUE0lUj5fZGrdmqJW2PZcT1dYZpn33oc14B7HlCcIpSpotmvAm4hxXHwZIuIsl7AUnPZTdTdQyR5432cILf0SrLbDNlZuy4evyC1FwFBnev7AlFSbZcfS/cO59ibHiC9kQFwcSqmmFKE1Kp8AKIpyqvdKDfUahgV0Lk36qVkkFcFBUZxyWJi1g2dCYqRszWl/TBUKUS5X9xoyb+178KwPI7V3rvbQIPb2zbEaRtQcgdJXid4aci+V/wBg4YOpu+1OINIk+P6Nnbn1+oZNo2oQtVdeMHCCvJDZE33GaUMjQBl+yvAFMwvmTbIOCISU+QJVdeYQIX0MNXzDFVVL9ZtwIl1D3Sskcorv2vYIMpQldsZLEGusT5ETHE4HV91cotl2XcqishO+Cg0y8vyEVI+KyxmBRJcqsrXa8gXEL8oHTzowaF5UXSvQGFI8lr5A4lYowWItKbsAcsPQ6ItJEK4jIshEWFN7ApgrrV+YzEv+3nBoOyZYXlRMpuVVGYwV7YlA1kCaiVX2BWY3jfawjBTcrr1is0d6xBjMgcw9GUr+oVKTRIsN6/D6gGDjQMeM3O90UmV7gtcEVS1wAY38xn+jNbJljl/7e4QrjBjb1xx4/thRktE4RyBkzgUTJQyZSyte6NkNrsgginjRmbyugAorCZT/AMBsTWjjdabXEYR8VpDNbmHiQ/mFIxcrZGMLLjiRS6mHk4jJjSs19QtlF1GKtkfIxNdoWGj4rRgPQk4gyaPitdzCANhjs9flCRj9gRMJBB0yJZU0W17UVy+oYgolEFE0X3rLWArW8vzGYqCENs+sAxnDyRiSyA6xUpR0sSpg674IjFX/AEGFoTQvcN5dhcul3MStilAyiYZGJZYQOrBX9BAbDV6FBkwvXSV/SHSqe+5GPUAi6YnQ8J33EizdJXOpdML3dFpZ0PVUOV9n5gZRLvy/cErZZC5JFJVKVvnZAsDbFVJ26oYGKIqJ7KstMaQckMWlI2SCUr5bo3yjqRsiK6fqHKDGdMFdM42egKXsuOJTWKClE6pRbm1GzNXmQkOaUfS9qQbNRtITRzz413NHvobUib7LVPoT8YvXwDbbjKHVlEpl/jnOSvU4o0ymXSSuwklePA42lrdErKI1SxCCLhkPB1djynnKqqR0kccGXDH2e1Uaq45yHxhrrBdV06P5Qdc1SP2NdGRLII6vecClEaM9nQHdGJJNRri1GtUrXjjeHUZqVrxBqFMHSGZRT3Qqd0OwftTtZpMe9wYt4c4WuddP350nWOggeqTG4I+6O2Nye0m6atT6ej543gWxQ2KkSUlwHP1x2xz8hRSZrpElWtkklUqdHyAiLdVVqfsBpTTZVK1S0xWyQspvxCTRe3ZotGUbNfuknXH9GHlDF/R7WUTYuXkn+QOfsUmr8jpVXLy+sNoM0lWpFUhN3J4lU8ls1NpRkpVObreDGkKN2VRa6UrHqRqhsZFLufMUKE32b9AMWuxtRNDbNlXTXpoYptzaBqR1Ut66OTDd5wQqVJrT0qbiOjZO1C/rfDGkGqU2UliEwV+Ab4sdyUo2VMWzpJKal9RcmrnOPh9wKbMkkqkpWv8AUWos0pvY0+cOSOdOqKtV1VcuvE/n4QdR5WqSR1fYwB/SrVJJ+fx5MTrCpvRTpXOpSyE84k3ctla6CxsV0ragxFPYtSar3dy+D0pUoiWxcQmlxgKZJVVWaklpwDYxYE3GI6bGS2LNlEqExT1cEBzi6mn2qTr/AMW1xMNfr5hutIHV2AuklxI6PMOaO6HVSqTcch/fuirn0pCLFysFa0tTKrok1WoQ58khdwbIihsq1y+iUAMaL32bU2sQ/BeDlkkrNsksjz+QSbnZZV2C4SmqRElUqh+yGTZCalNSVx+zgEC7KVSJspLQ4oIbsLL7qrL6G4KRl9onPj/YkutWVa0MeVj1zRL5Y4BzEyDqbvhz1tbw6/dDR6Tqhl8shCY+TujQ276i80rl5BKnlHVkTilHQuZmVVStcQ/lDdioqlZJY/aw1hJIrB1asFSHr5ZD822CGFB/+0kr3NzCIzDD9oKqpKpEsu2GCEEsRql9NoWp0WkkIHZyt679YCLsabVdIckRKVNV7fmHO7q7pX790dLIIgaJSHJtjfUk1Us7mD6ZfnwDRaXbsEnR0tOtX8kd2+OrjliiN72KGiLqVNm+n8geyUmpSlcTHxD7t/aF6SSW9K1/eD2DBJWvp9Iu2IuTW2VzUl2MpskpWscAyVo6zrWpiA5Fg6a2uWnoYvyBbEqW+4nHKM5Gk8RfCCTpX7+kevxt0XGomV/a4+kfbv3gW5b2tlkChJFVJW1V0+NejeFI2Ra3QMqRJ+rsV1XQPx+cXobKouyyznJGocpsr9xl8u1apHdKpHPIJXrkLf8AP7gmWplJ+lmj1yY5DkNeiUdq5MFTIT4+ocJUd/7TXEPlmKfb/YFL00qklsV0lXJom2qoUMqfdSiJTanGObCHRmqT9Ik3EP6jc/lDKpDOIKk1av0vvSvf9wBWoZVgrZVFydDaFrpq6a71YVQNRbpXNKusjROIzipFIT0rNroRrkTRtqDNLNJaGuAalR75KUSVl8Tcv8N8bSxdK6+4eN6ni5IM9X03JD8i1VmkLmDDLEZtqHDaCQ82alLuegnFK0K3yNkfXdGurQVm67Q2ilGyqteUEajZWaeyHTBRhDZzS6mK12aqvq0hWWhtd3nGxNm6SVTTGXUUpWvAMuXF6C+LL5M1iDXI+HcB7R2klU0x5yRJUL3Rdi1JQjO5yKx/8S0bFWSdCCFH2oroyKqqRA8bpjk5VNujqgoS2QQUlfyFTx6CHxUkktAI1lJoMYYdifJ1aB3zga2tGara85+GIdUiaUNfUV16xW7QuEsdhTaM2yGKQTsj2WWLWaSqoveFsjivG+tEeV9GzgnhDo6bXshxh5ZKqDvvhHbZfYreccEpMtqftx70ODqgPrfSdUDwJrrBCvfFDMHe+pCg8Bc2THT8he3yCEFptSaDCUhK/wBwDEv6BQoryQm44hXUbQwpTNjZmVL71kbQ5kg/5LmDtpS36wupE+RUdKRplXlQeSnN6VVGj0e+S5WuGaS038IWcBDbSUwryvaMGTWm1Vd9xBpaS/cDdgol2xOsQf0dJoN1a2uQQb1Rj5IcjYUlKG00ZTHxgr7JuLOtMqR7mLohok/shzpnSyUrOh0zpfxv1GUxL3vsbrBf590WpvBrSVJpK1AWi7SGD/Q8KqLK3WFTVxNtQekvNAbNhHuFkN8hanEVJFF5IAhL0SJalBKp5SQGUcpJBc8pQGCDKWj1I0rZfqCJSa6VHjK7KVlBq2Z2QvWBEpYtJQPgXgEiklDMYA5fZP5dig5ZqoiZC1BNQeNAByU12CtC87bxX7ANwz+HjB3CF4UHIkAhzV3zCaFkaNtenhG5qtElf5ClKh7XTE+TqHhQpaMJSVqljgKlGyWONmdI7FSGrUm4y5Q5lxZnQ+RQqzUndFJBcrRqSW9DaIo+K6YVvi5aUrLDf6dxN/qFLsa6dokJwoxJXXJiIu45YG2dK4/+3WM45LEKnDyRdUWkra6+UK3lG5cpL2QzUeeN4fWIQXsun2gjWAzeRqb5gqlvvcChZqqlUHQHDOalmiBHSFHJb73Ro8kjQia0U1lp9D8xIh1bOUkLl26quas5fSEmzXWsHoLMQSV9PqiKzkDkzdKVK9kBGbq77icTFGo1IDiX/QTPNlfuCIJDJkvgyvkCguDXkCMr43s1TbomV4lvvZ8sIbcR5yjKsgAoVXevhBNGIxTXV6Ha3QSjmpQVtCK53H+Q2Ji2V9mAZmSFyxFfd5h47mV2PWGrht4oLF24dfYnxJovJvbBJDTQuhBXegciYP8AsMEeNZfo94mgSbnRaumMNIgp6snV9y0rYSJK5UWwcJK64AG5N8wMmN+iSy0pWyVrihVbesjs8IHgtNzQwop6Yp8hby0WmcJZpXH12xXPtQOVXlRGbyoyYKjEKgvNVmgpOKudC9uWb8QOTgHT+yc+w0QMqr2+yCyH/V+QWoZ3ygqbZccXWyD2EmPyXFC56qqLCntQMspa5r9gU9j44qzyS81Wb+4ZoH15/mFTUqWd4gaIKgg/HZbEyu+6/QEMXnjccBnjl8QCzpWaVDT7E6yN8o138fGGzUcr3xzKjKWVxLUhCYO8N5od/ZEtQsWck44vZtKR1QSSADbqpKg1Mtl+PdFPIC0pRbfS/WKixGYzd0aspAzoybOzRmrzi3/L3RTGCvc44WQWXwPNHixlWoimf9YkU80MhnJGYx/08gmMFNvQmDIUjV6hk5BNWPJDEybnVRjJlRVJQwaKoriYer8/rAaNdl0IzbLjidXff3EIGF5tsE0fkQLZa+8XGFKagsKZIK0OYOfxpBUYu+icDb6KlPkGFtS/oxvU1IQgZUeKayFZT76FYz2YWjZSssCGj+sXKHlAM6n6xqNLuYibfRMqk1LXFETGESf5QLNAlFWVrhFV+aJb8IHONX5Gf0YgaaPGMkKVnSSQGUfb6FM+nscxiWytR6Jd6GIeN9kTjC8J9QdEKsoeTOLiw5X4hUcu+6+UEHxJJw7gnG17HaEYWoxCGvzG0NeSJkiMlh4rh0vMMQNZCUPTBoL3pEb0qy+sRgqaosP6YjGPofCE7AiZicRv5EBKJhgsJX8QA/E9AmXkDB4eKEyR7Z+8Mxj40YXyUmIryQqUL+nhBNVLpkP2hQcytolodMFDwli9i5RPfcfv4IgNVLfVa4ZHtUpSoEVhyuOAzLtYtVjZH9DmvAM8LIMnHx69QCORXkugFSHz0LlG3sCkup8IPOjyuvWKV0v4hWh+NZbB1IpOkpWnkeUCJwVYK9DomjEEqJ70lr5BiakqlKV7uKBVjbHFH0zK333jZaKpmVmle/W5hzs8ZW+1/X5gc2pWVnVewFxTKf0dSVpdVVVqriblXpB+i/8AGjlKNL2WdyNfONoomn0lZfHqQHNPjxE80daoh/kWXf4wJpc/3XZTXEOgatXGk0TTM1X/AB6wG2pUkk6aylfiEpoN4nUKDpjZ9AoKqqzMX1hZSpVVa6Q1a5OmJTB0wm46B4lF7i6T/wBXLXPiEKXnwX4wEim/ALTSUpIjXjqw9+6OnM7nktgEVlaGWNRUublUXs9+rPXwH7I6ncE8YU9QJJVTIq+WG2FrI6O0TSaWueSVzWOFC9GJNd6HV39A5Y0mmaHVm9DsjYC5OJzSmqPm15SVfS7IDuaeqqpSlVcch8byfUboajrI6Q0Z20Voa6OVKqIOtcA5pwlF2dHDPKzaYmSVzVRQYRikkqSy9kCJnlWSXbxxIrlJWoqqrkZeNuhlO0NIVXT3Ofais1qkQh0MYu5hCmm3CTVrspVW0IWE0vPzDeWR0nSp1ZuJ8XONJ8ImxX9KINUkiSyFrq1d8huQj1bYTk41VmXI1UUay2utVV/tWq5yKZJqu7uDY6NpSUlatV0ePXLEANKOVSqKtc2S8GRLoJTqVKOepl4uAc65H4OtccHHYxWZtaUSJa9IhuLEaPdFTDpJ/sCi1SEkGiVVU5srqG3U5dC1SoE7pqwkL1cXrjGA0BKilVXRFVdO+cxjbZr8d0P7uS7bEjBQvdocUU7pl0rKVfkP/wBd6I2thBVJL70l+nyjXWlGqpVJWX0/NevhyxI6SVtVa/eiJxz8jNQkhu3SSx8g9cscbrGoUxRUr7qrveOTcgaHMNtYwSSVtUibuvWNBu+un+1H5EmCVSRi9rm6h0Jpoh7bzGNCN6GV/unSCh+1uh+nRaSqRFWtTujm9HHdKqkSSST6VQuAboyVVSSI1x0DnyMbB5RJ8mJfCx4swVSazfT4AAopKVTlZHFDImylUpSqpDk4n5bQsbUXNtf3DweRHkT8nOPCIelFVUGrVU9Q5Y1+rnGrs7nnWIrK+vOOvXYUNZIOpRMQ1VWtxPoNbUUoZqrsXZSB+wbh9V8dHx7gjsSM6FlJEsiEqAqLBXElK1D4Mja8wbt2aStTYquXxTYefB1i9ZpKV/GJ7Kp49xeR/SiSpElWtchMsxcMb3UCy0m1dWSVTsHvwj1Xo7oNSbyms3X8wEvRCTqo6yF9ExS3ol692MA2bT2hWtWjF0MXSVAnVa8XHqcF8cwUaKpK2vc3aw6nTFIpUXQJ0nSuWSoQtXOYcI5w8piyI6San7Bi4b1+9egL+EiUUsi9hFKUeakch6kccE0cZ0kraq9jWAIZRm2qSSdc+t7yAokpLO4gg9Mu/pBqdIOpSFkSv54iSDlKba4hz8Yoy0QVlbK+E25zgnY03scar6gLEsyeFrZJd8Riik6SmuksgmMc/wBBFuhN305O2IUkpsVqfZSpCJ8fjdX1FuNSJyf2IKQujaqpHYJY6B75MbBV5+HyXwiTPKsksep7QhBRh/apV8qNesXhwgxoz8biH8grNmwS7HkpWpgQ2cP0v7VU5KmX7/KKYUaryWQGNHUhsVL701rk0K22XBeiNHkaFcaGqd0Oykti0olUPxiFwmh1AR7c8r/ftVU10D6ZDYS9cBlZmwpn70krUPV09vB5RSwLSlFq7FSVP74Gh5xdP7FdeAU1JUolZJYlTzDZbnbpVVUiTfQ5+EKXZFXX9q1rqZEohr1YBLSpR5SR2q+Ri6Mdz9w3txkuon7jN8PTarV1x0D6XFD+iqYm1EptccxbRfpNZWz5+0fHNu89+/fBtHXQqpKnspByXsjBAcnP6GE+qJ1+n9XOGpdju7Bkk6S49e93f2A1IUAkNXuW8ICWIk/7h62T1jdlqTav0prV0Q/YHjeo4p8Wj1OPkXL2NLpJCUl2ApPBVWuNgpIqSqudBDKj0vQEU8UWqUjVooK8kIqt0lRsFJtZWaCmWNP7QY/sKYIyu4Jndylc7+wrRzVqBqRPKqBLZWCTLnCs1IKk0FeVqa/MMGaiWP5NeETcKJJJWut7g+oS77glFR2JqQbzbJLHONdcNJSvT+Q2uLtLXbCikk0pU1LXyDGhLIxR5flUxuAXvU1d6FdGI2srqxaodLIWWayCBIcrjMbk44yicP8ACO1y+yPnun0VdlHS6/cPqa72jkpR8g+u1+Q+ars2WxXU2Vl3x9b6CeUD531EcZaNUiVJLfRYosBTnlV/ZrDEXG9aY9KLog+uqCiLpZoBuXSXJEA51kku2AVFJok5DpSiG7MVvTeP8gS2pG1CgpROHf15gImpZG7MaZsugH7GlUld9HNG7lWUGzGl+2G/Qs4xOlJPLLOhg2eyqkoaQzpZJWoHbdfxoi4bJYm7M6U9gPWlKckOftHCvbJxA7ZvZvi9ADHEn8UdEYU1a53g0hsTOl/Y4+2OZs3kqy/a8HTWkN6S4oDQtZI6YxpTxusQ7a0nZEHNGVKq8r3BsbClMjL7O4F+JOMd0b00e76HbdcaO0d771dQbI0j40bIribug6SSGF3qSQ1Al0Nr7HmGDUuqqqGj1aBeKHDikxBKCroBs05tqHzQiUq1+K+K2okJApGkpUHIrjylrrfA5yK8qNN5GGBTJK64RMLCOFddb4MTWmiebNVF0fgGSmGKlkMiin00YjfmjFTI8otTS12wW3QGvEKVg6LYF7GSSSBabeVa6+YLqVfShksgt4iamlUpRxqCiKqqvQDR+62UrZfFgFMEbL4hVQw2TlLICgnyQEXZpK1/RDE6Yyk3m+MqeX8wQR6TUnVDZdlXCpehvFfQb+o1ss19QscsbLTEJIc586oy1zQCK3VSVJ7Y3Z2y3rXzBQrR1roCbWRWE0Vtmk1IJKZYykrJLhG7sWVl2C4wU3QMd9/Yc8fkXtyic7kZfsCMEpVl0wxcoeKEIslfTFk8TVpFZYgJQkrsBrCj1f1bXqFa7PfcvjYoWTCukXG2xQfO50XqJSuPugNZbldeYHsZyy2YVU5VIBGMljpZB64qcOgMR54rogjX9D9oTIDNu7lJWWQNbbP+SV6AYIupuar+kCmB33GqrqbUS/a+KAvgvyoIKtZHD19CR6i1UiU0TgeVvvs4eoCRX1MBVHXjcj3/AEGXSBDk6iStkkBpllNm4/mqhWo6m77jiSTmarZK9oMmUf7GSbnfVRUq5m9wVHm9sBqxVS6HQ3AbF2EwXtdAYMfkuP6gAZfXB79sXEVyP29wdMHxLVDDJbX/AEFakZqXjNfICWyUrv8ARDIWXUy1NDfQzQOl/EQTQsgSUsr+IJFrx4M3svexTFbuCJlgMsffdeoPHuHFRC9lcwHUWVxNd0VQNNtR5QyuvyFaoWT8FyZ+SSBrZaUFRCq64POLy2tSV3gy6WI5qhio4m77rHhAah0s1p4RK94rEAihuS1vinyJrq2FIrytckbdQVJd/EGkIm5UNaLcylSWuXo7eALRPkqR2KiHs2oNiRjZZog53Qj/ACLUbzR66sriVw6s57XkYFhfVEy6Yikolrf1gLIwSgN8QUYMbclD0OS0BEscub3RkumNY6hkjJC8ql2RksElREkN69sST13a30GsFWy4xcjji8pBQmbfcjicF4Xlj/HcBG+OyRipb6KowSzut4SMpNVFB1hjdMihXldeseU8UMxhuiJIeNGTFS8FqRJudBIoKZIThHcAsfUCcYXxiBhmJ+SGFPmNZrieibUgqUhajxj2QqNHlVQRH9GCm9MVKSh5Q/c11wCk629dz8wrGvVGDygOYllhFqhvQ4goO4GTA4kTxHjG3rjgdZcL3NIpZr8W6BjkPeIwOtK30BKv0grc0lZfH5foFrqlLLO+lt69Y2QFGUmNXdJJSgrXpb4AheUurjqze0E7ulvGgUM0Mqg8WCvK/IYljxzBLEmsUZrZHlGYmGFc0dVLEHquv5gByyZOKauP2RCBlc0JQN40+J1DNfmG/Q0TEVMtISjHkh5GCWdHoQm772hsTR0Yq76kqJm+Q9CM3occVb70PmCvoFkvgEjemMQj/ASU5ILQEzBDTRmr/v2uoeNDfeOf1cAzE+vy+Y1gorgThHlNzOfISPNVstfOMxJkDfsMQMxBSsS1lJc2KDFIiiplq9QHcdfoXKpSu3xuNDqAZ0ssM1k+SAklXOygjXkZO3QsUiBlIb0G6yaXQ6YCVQ5IZVQyu6QpULK30ULl5IM1EAFFH+Az+I8ZSUqYFBSVZZevqHjtd9S9AwsWQSlWqRBWmoqkqFoo6RNs+lJBpRlKK8qATJNXX4CgJUrpqrmhOayNFZdzotF0zK33H6ZvcNsom6TelamOOMtKTyJuR6w9Z03KqSlQjgpdg6j3OuxptVg/2ekriHJUOXn5h0y5ChGuJSjrPr43ZwbQ+c1Kfmtc7mzVyjrNy9233BD71vX5Dk5YUPx8lLZ0t9S9qdKbieoW+CK637GutPQKuYdY6VfaKcaa3pBJ0lx6+t4VUg2lVH7BU6C6B4HJV270I4YBYxxGfIrPqOmVfFd4am5JNrgu4e6ZrdbcuRWbbkJVVIbBG/AUO0VVVbIOkCUhCkzSlHmpZZ/RCC6S5X7USI6SxDoYxPIN1rJWk3EOTjAV42V2Kv2Y4/NeiJzgGPJi9HEn6L+nn/2WwVOgRPEVVJf4cOEHMfBk132lHR/+yI2+565/7rspLHnnibtBopRyqStl6A4/b0d3uLE1hC4lKi0v79ep2r/kGqUnRaX2yvNVUPZQq8O6OsRKlKJspX6FGj3TsGrClEKUSVrkOeofdhrhEpcckNDkUjWG6Gxa7WVXriJWlkeyIc+HRiNuJRSSVrlkPk1cNUUEbb1KqVz1BsP8RnLwzQqUQdOmC7VVriEx8Tbwbgixi1fsEFdinIfBW6I6OpQSXpjUYNEqLp7YquIg6yOC/fwwCPjyDxOMmyiD61I1VSxMBK/XHbDyFG2RFUscnHKCvsJq6/tdPGPuaxBLNVVglKSx8cMkH4aA78pJebxKnZjhvDksKJ2VXlbwqevuxv343x3Nyg1dJTZVQ+kNHpCg2tF0zNm1CUiX/wDZDb9QHLFpXEbjeXdi+jqNapNSKpVEOPwm5wxRo2arspXHIQWbD3riaYZ0eilvqtTjlAjK+5vjIGgta52pUyQcRVWVZY6lXWIpWopJV0RVJWuTiA5tBKUdLj4nZ8opQHyfZyGn6bpS610dJ06ORrkESKaMIXr+3zxiMtLnVWqU1JWv28NUNmtEJW7VVK3aqxJ8/cCXKH3X7qrZkyq20FnJy0VhUSsrWU1myqh+OTgBjGKquax6nHLlCLRo6lEtTn92HCG7BoqqrZJSCafSCpTgI5ZugZNyrKlOkvQ2gUmnkTZYIUo9VJWyzZwSWiprWyFozl5Jygc2u2TVdUymlKsKvkv7o1522YYiU1DE6UA+8ID1XZ+wEksxlGJw7t+I1FrRaqqs1JrXJl7gu5Rx/YsIUbZRbKU1mpVPS+YsgxVSVtfhHmVlUsqnu8wcJxVzsqeToYIiPyKStFMW1kRVrXTITLJxo8IKMoqlZK1FMTEq37/lESLtd9SOhX45Ywq+XaDRFhvs2vo/mH+Jm0+4G12L2OPXwDRKfjNpRdJVWuQl46XDe3b24NmumeqsEpUq3PpdQ0dNs/dOprpU6h9cA6ITxRz05BzNilN0McuOM/ZlqRKbXBSDDYCVlXrn0AxbtVVUiKqpJkPlCLZWhaiSVUSV41XyhhBjkSuaqDSsVUs7p6RNHnBCLbItdeYN1AE6rR1KzVTu+4WUcg6S/uksTphuWDpJU6Svbr9fMLitdlV7Xs8GAUTkJOWIjilan+61D1sUxRTTRX6SRJSVdch69TBjQ4QyeUrRbW1VVIdcmgTCNUPSWyn67rHTIfR26vNg2oC6eJKfX2Q12SqrLdKsKm1Wq4Ih0kzauqiqUs/Q3fKNOi+VmppNVehVPg94cUe5dNVSKzeHE+v5CynGgKM47ClDylZWOnUPHh2/oHLKmX7BUlricesASUk1VSOk/SJU45Nv5xwDzmilUq7pqrPQOTjZIX24TVMMeWUDc2NNpP8At9rzh2ypNLelU/mOYs4pf+qrUOTR3euAwtTKu9KnI6QPj/O+PP5/46E/id3F/ITiqaOkPnNkBUSDVWl0U2okqqQ/ZNfqx5xsVHvGvK49Qefzeknww+zs4vUw5WEnjK6YAd7gZGN2BIiKQ8x8mB6fHxx7iFKa144ofvpqWdDZ63SlafSL5cA1WkiehXyBSHV3IclxC0nGtYUrkmq2veqClvNFxY2uu2F5Hh2NDqHFANJqoav05SWmB6LXSa1BVS1KJSjyvzHPFZTRe6RoF1h0lUjpd6oPnu7xjNtR3ilF9lV5un5PIOTXaNEscfT/AMfJxPC9XG9I4Y+LKVOFUVVQ6uhTlK9CvEI47Y904lD6IRUEIQ3IDBS/GJ1oCL7jEillC6Mb9QUpeNFuaBqzaM5oYKe1wCVXLFUbLoHBoDQyaUjsWyD6jaYm2uQNNSsgW1d7FzQIKy7nTKPpJJWy6YfoLeKrjmlH0lkWo2dlTO9TQuKkSfH5N4bO5SXe9V4M2r3ffR6hprV8krrgDKDyyzvv9X0AcBGkbu0pG1IH7Gl0ks6qOXJUlKrgpKn5QXEVvZ2NtTTXlfaF5roJtkl8Q5S1uh8aDmNJq6l5xNce7BNnTEKSVVVzo2WjVcgc7ohdWVNyBtlHUlKSsuYUXSQZvbReyDAjoac2pbxoYJUqEnMyNpg4E4KDXm79XH0wUg8Cpj7D4x/n5B5FRVIUoLJShMu2HZk7GCb4XFP7YSQha2WvMGLKIVmish43LyoNTsgtK7lAN/TMpLOgw6gt4jN/SSSSR5Q1CkX6qqspJXEA9IUwq6shlohNtfYHVHpRzzeeiLdjvqoLOhyQOThruCsqYOd/IMEARZi5Np3Ackj6YslCLex2hSZrZHARm3ivqHyifigKo3S74LY3Say7YhZ9lzVe30Rt5mKXJC5CiJolM3HHexMxoqy12gop6iUlbIb7FjsVLNfsNXphTLS1/bmEVx5djq9yETmrih/08IqjRUrOjanMJqp5VT8wndRS9AB8bB7iADMUsQDuGkrfRaouBVXmv73xqGzjIWO2s2vp67YUPKN74enVmiuCU2okkl3sHmBeRkjSVqOVx7UK1G6qWdxCfX8x0N1RWvONfdUZ4oFOUhriazapWSWmb0Q6Zp5A8Si/Fds4Nbt5QKqxG8SldLXyiJVPFdIGqEsu2cDHQ3qUKvpMl5A1VQI4W/0MGcUcvXCAlmeXZZeRuxv8PUFrJjdKFxFt9FzSCuyhcmw30M2DKVncf6ArIaVdghqnvXEFbpqGqCKSQqWKlmg6JPsa6o25ISbJKpJdMMjNkks18IHqpJa7vAB5BEmg3/8AsBkvX3CDVZKb3OKLlD+n8xWIOkKIv/DjDM5LNBWodUTK4sux5vqKR7CVlsKPADnU115hHZVroDMUptcNexZ/oJQPZC2okB0E9eYMiF7/ANBUik2CRglERqpTfMJOUpQGNGyzoymBwWwo2hKA7nQlCuYrnb5BIik3/bCHbAosxDOghNS1tf4wFCZPQ+u39BbGG9cTF4eoMTnE2u558kkr5vMOm0K5mjiNFLKpOiZY6zcq4mjPpOXHLuboSCoshFXES9sRTN8AtKaylBvFmx8EDa9QjAwtifehAKM1Xk9E3tjxDjx90QgbxQ3ZAXcJJEXpxSSSARTe3rEWlU8UNsaS8BEVfi0DbgpUiK4rWuaGTx9AOT+LoqidUeLBWVK6QzX5x6Bv5AoL+wgkLITIKoG129YDMY+N14AnyZWi2Je+PROIFhrxhOEqzBon4ooPN1viET+gCTxAiqncGTMRqxAi50puaEXLuVvoTOqQlKn7PlAYykHunQVuKSzgRu6Yywjf07Zdjzib0NuY9eUraytTBS4pnLtfaGrUlT3jQid0wryvtbg2eJXj4/8AI21e6Dxp8nW+FTqnVeVGnr0z43LFR6Sm9PE6gjmWhx7HzmlbWV+ILFns2y6UD/kFx3vsecRUcb6Ec/BVceR1eOdspfyGIp77oCsllnRbCUkKHnw6u5Evf/cWJm9DtYBXGO+iRYAuhX8tHox4agkWCQySAxflKjL6GdEoFyMjXhHoQS6FfBoiO/D0Tb6A9As9GG9ZAsq2WdHoyvd6xmJQt4h/Z4eRLlzRGBMv/UShEFGgvsgc1qJFL/k43yGL/cHixmrfteLEPXSKuklelCMNPTEq3K5A9A2vuiJlWyBS8kll67orinytQXZ20FUCa1QGKnTBlSa+T6gVxBLtn8oYnsux0SgVaHc943Yo2LVC+KxOPu3+YCnTVlWWRgxjcOu2D1468YDuE7KVl/h4QMMRuLYtWglqYDHSDBUqSX8QKoXfcsB9zN07F6ifisTR+gFVQDFaIGWJK/WaMYgN4lK3aAryvfEkqV3pVLE44sOXX5BesTudAInIaOu4ylNVUpqXoVgIqR0lmtfOA76tpK0OkCkaZSzTpLv/AJjR+wy0XlpB1KtdeAbHc/dLKSlTejwe8JU00lUpqSvR5/2FRGCu9ccI4ZGbR2C5i7G1Ikqr8x0ljTbV+lKyycfrHy2i8fsKiqWgOg3KeEJLE2VoYo5pwxGpS7H0D4PLoP8Ajl0ewJtg6xDE59yI7YupsW1y6+N5x8knpvZSSD9g6mSLxi8OCN+8Poa5G7pK6i5dB1NrrkLAqvCWMBz+4PFOtjp0skr0DgKkdnpMFEs5X92sRTB8krX5T6CEacSlHVV0A2QF8mM7jWaTqgU0ksQ5MrrFytFqqqygJ4KzKqunrXQr10uDCOkKUElNPxxkik3ic8dUR91USSyxqtK0Ak6anaq1646stRMpU/H84VPGCSu9Y4nOAISldnIqGTVaqqUW/VyMjpBq7ZJTSfEPXa0I6YKkplroHgdXsC1k/SdNSK6A5sMWdi69mFc1/jGhXTNFX9d0klbNTVktvc2x0tNw1dJWWhlboX0gztZSTXhrg0D3MXaNUoqlNlNUH6WIfJ8sNv1gxJFJWurNqCs1DpUNXdNbchzxVVLhs+Grf4d0aYrdrSj90olQLUlQhqk1U17D5BFv2u5e1y7RuyCTrZR5Vc5NLGyhfSlzP2y1IlKJXQNBVIx+HgGt0BTN1qqs10k1TJpVDRhWG9ULTiuxZSrDH45L0YBo8kXoz45R2aQ6LsCyVsKmibbFCFN0M6VlbPQr8WsKfCy/2e6QYNcQ58dUxOT3IeUIqAorYqVk1Q7VW/Ha3b4SShCQ0etWzoFDOWquadIHITiGv+8MiNWudS+EaahsVWokq1J7sPkG0Ue5SSSPKVPU4h/qDx8y7MMuHVo166GilaLpnZ8r7q+xD8BYw3Y9YDhRyStfNkJVjrhG005dEwYUWf7USy75CFq360dy8ORFM6pR1NdKrnTIfJrRhAsI8F7dgDNVuJoW+5v7ZmlsVNJJXIOHKrCUkRXLqXtKO2NbotowSqJTTtelWjjeQO2xn7VKbsrZRPNH8wsOVdmb2n4IE2eqqey/aAcUM3sjqq4nQNfvXrwsaPGrreqi/TLeDhKj5qXTqeQ3lHTFfRBzxvLucdp65hVWlHU3IXPXrcwCb0Gk1SlSq+1zYcMR0e6+jPsuhl6ZVrz2pK5OlhvQhEcdQpl1Sj+aq6fV8myNegW/uQvBeTjx2Di5M+xtjWiMtVVKpxeDqwAklDqtd9qYmOTc94hRf2orZbKyMkqpcqO5fiCHK1KJKyn7WuQ+QdLDC/tRwCUWn3Lvjn3RIpd6Va16hcXFvw/ILyLKzbLLqZFbB18PyD5uq1lWqpK/JGweoBlbb6q1JiGytqJoX/kKKIkniqZqd2zhqwYEVVx3uUUhcO2NSoumpqtq1l4mXuBzTFEK0pSjpV1Xy46W5ueQCsqDtT8TB54B7k+wOKOBe2c2tqkc/d/MbE1ZpYkrX8gsTo6VUlY5z+8NGzCbUmjL6D3DJOWkrr5h6DdLEmpdAptqN/XhBiTZ0wryla6GXUNh8kIg9qu1dJTZWRl9QpFWLJ49xbsZJqkdVVXtVzQvXhrtIXQtWqqmxUjnqZPENzAq7WmWDVKU1Vx171YpNrqGqtjpOt6OSv5hX4qyMIZ7B2pNlT1VWp69aJ+zfiDk6Oa70lU0ubyh2zYJKpSpXbq6UOCIOa0c17ZwMytJaZqqlAqurWV3i4MMBNJm6YVJWRxT4YYesbsg3/8AV4mSKXrJqqkRKbUODn9AdLfg12akrnUiEP0C4AUiRVLNOsTi7hvIDlaH2LUSVqe/BzBY7ZSlbJU5MfQFFOQsoRmSdNFVfvTCoQ+DvXvKFpmis1RVJKuupncaP1vbQOOuqkkT2PzC2lFUmrpCU6ORc5NEuA2DaFFPNCqLi6Ra0TSSr6HnBia6qVqk6r+oLU6Qaqqn+9Y+kXDGN8MkW7B01JKdSD6dfav8waajKKQE5RkM210KrVX71XOTp/IbIzpTZSU1qqevxa1/3jTFkXTVrKVxyaJ9uABbLOkrVq67m15h5/qf47h5t9js4fX8nErvRvCtJKq53Lq/MI6RNNV+Ov8AIAuqWmpElKkI+TydytDn4cIrUcqurJ1Urny8bB1jkf8AFOPxZ1f7ip02g5qpZcQRVeJJKzeJ1jLdlKqSla/q8wVU8pl2uQPN5PS8kHTO3i9RCa0N0KaArx4qqNbYOFXTokr4g4cFss17QlWMqLuSxE9LvOx6xzW6pbLsuH1jcaaXVmn/ANhodNuJteaPf9EsTxPUO2cnupSGr3/YG5XVltTjTFLLvj2IPRyfFFMdoVwzvJiZjDMOVAl3GTyPYc6JX8iGmJFIImL3/cHJt7JTdcA9fiIy7IYqAMLJCxE3t8cVwMLowSx+Po4oyN4CG8P0426GTekcgKm5JoLiTfZvoigrXk2RlTMrO8/mDVlSs3fcQaQU6oLQd5Hl/IDsK4ZR0dAbO/G1+L9PKCSqzfhGlt6Rlb6GzakZtRUBMljqjbWpkkg4a0ikl3xprd5/AFtXmWqr3N0Ta82KoWqOmsKWyLX6cweNaZ8b6JfeOTs6V8acOmVNWVrj/i8gm8mtk2tM6ghTSvKhuxpjNzfTre8ctbUzN304dMKTm2U3XdCtC4po6U3plXXgDZGkPGjnCVJf6h2wpATHh06N7aPQzScqq9/IGnsXHt+byB81cdgNYqWx62SBhYSgrSpFICO6X3pLTP7g8eop2iGPqUlBOqqq6VFRFJoatkZXYHTxxxOSc7KWbHI8oaIoyrX2PmJEglvWIJGgM2GCJQOlieXSFlb9JAMU2vFGSKBGx6xDiRFgDgta4Msgtr837AakZvIsUMKCxm70JGgLGxNaoU1WzLdtzBmi2SEEkJWuARcv0kkhlDIo54gVKn8aNMfWqoePns2vKAMEdd0XhCMDnc82a84YWQSvGWtUbQ6bqzQEdmrnZXpiXI5SkFdjTlGFrapdgpdICLUZljc1WErpgVWj/FBf7KxkmaM6o692yZXBe5gVR7K16GuHAGy7Hn7IKo+j/FCcyibF69Hyt67XUNXpJilNOOjP0kkmuuMNCphK2m8cCJVoQrkspWt4URTlA0iaqudyBOLbetOoA+kOOSFxiTZYpVU30MdiK4832RQdoliK/EHysHxAiFstfcMrRyLL6lBajayALsgbMCUjMVpqvY83mBbRWaEiiiqXQE0Xe5jgRYw+Wd71lgUzvv8Aeju8AELBVW1mnEVzKpdAUqWOgtJlp3KWaAajxLpn72D34ACq5VmgeCtroZYWEfsNaodJPpW9dwXwc6mCWur3xchGytdDS2xaBOaoeQJN/lgFZyCTZLlcfXgBCjWbmsiprC8HYqYujBKbZY/GBrQ4GcIyv8fQF7SCW+jIVxscJEstDsgmEJSXEAaJ0vb1iILK+N15hRMSu7LXB5qWdCl2QExfpZoDKqhryJV5KSw8bU6P05wSUtlxB4ic21lAgpd6/bAGSFAjqShKLnyC1ZLxQDPGUrZd2pzjXiDFyexkwc2pFR065JfI7cP2845K1VVmk/EOkXJHyPJo4NsOmQl2OrMz2VkLYQ3Nb4Go21StQZLS3rQxwyZFmL8RkxZtf4RGUqIwjrWBZnruWwUsrVIRjG+MHiPVtdwEU9A03XzjJT+N+ghetddsZh/+wYb4lsCpd8SKdIUwiLCxld/zDaCn9InVmiJiis6mtUWFiECqZbMlDBo69QiUwwY9qGQzJR5X8QzE83/QDqOvY9wGVpPWsCTirbCV15WdgFL2kADSVMys6NXpSm5VrNxAi7DpDWkKYy9Aau9pgJ6WugGp0hdHNVzoSUivHxZdx+8p2V6fv2hrj2mVd9V1hH6BEvTE319YBXXV/GURczsXp4xVjB7S03NK1z+WH5RC5y733o6wFUYzUuIcVqxCZlFxrwemq4mgLCK70B1D2VqKUzenW1iDYyUojNOKu+iUD+NtAHBX5CZlQsh/js7NCPK6GQMwMJmIl/qYVWSvTFjyFHFZE0TDNTXixECFV7gvSSm53jw737B6MWXvY6QrPEW1bXQ9EQVMALsjW1q4ohesvwE2hOJkvTGIwsgv9lNSiYIfevoMkOIxh7eVrziZTKq9DocwNiJfZmalmu6IxjKEolwfqGb6W9eiGaxN3PFL/sX6iZYfrFJf8X6RbCHK89cDKRkyMS68UejDffw8A9a9w4kWb/qNs15GE4pD0S9vuDMNTfIYUjKtdb4HyDeKKoQtZXsAZQqv8+DmBFXXdFZyTePia3xmMp13ATF5IDHQ5JUMI2vp1CAdQiudy9rXrAoDf+IuU+QFl5c0NHJVZWt8BmbWU38XyC+ApbF6pMgCqpJa7YYn/wAWJh9YEcl8UAXi9AC80BLJam2gxgnZa3wHFKVZdP1AUM2LXEcuVkcQCmT33j67QZKl+evkAkS5GAJUojJA0HSrXNKi9vdMqlZK9uuKHMACqnZWoCyDWS0PzXVpZqVkdISbU6wVVtahDjSDmtQIoqrvvsBWWhxo7PRN0KrW1aqkOTBpXtsdAuC8Jjq5elJqVeof+4QrfUfLadMP2v8Aaq6fOGbW7umWudt+kIcnCplFcXXg++6N8IdDUylNYOrc+9bt/gG2XMXIOqZdEf0yqcjXAYqX19Q+Ebj/AAytaLdEVdJVJZ4cMYD6nuO8PaTpqmqqrXIe9VqcHP1Dh9tw0M0pH0BSy6VAqoP6LxCIXppCaRBv1A0y1plgR01Vyya3xwBtdwlTKU2aQ5NMoPoC6Z1clSiaqSsyjnRoVybhb+6Lw13Odvwd3dMUla4UP2rVKyywSjdCk/apuklSHIcuiJHik6qCuqFtxZp9I0ek6rpKpYhxyx7RKtFv3TDeyY6WLgNCMR3d22S5Ia/dJczRbpgurpoEjUHNPjsvDko5ezphhQ391UQxNM16ANaXT0Mqqd0kqRSv0vWNXo241WmX53VMujnJWjVLxoQju3xt/wBh3LsGpJrAina0eccjlKPY6PbUmZpM9F/YNIuksc+x1Mk0NurHCOVUDRySTVOUljnxz4uVGI6guxoF1QzpJqlUrpRxim4YR2hq1ENEkmsrExMXzBZyze0V4orisrSoiarxO98gWjB0wslVbMMHDFVJIjpLQA6ZVXXb0SAYx+inuSNGcMEnV0dIzeSJV9d8NGrD7rZJZGULKebKsKUa0pKxDlikuaruR2oh+3bJf5yZdcvBETx6rYzmpQ2LDoMEkv8AQovbypUpLHBLqjmqSs1JXL0dwEoNOS+ENh9k/ccTnt2tFquqUo5qkqepjn7MRKjKPSSrpbFyPrD3hhde1dJJEpRLHO1Vr4vE3QQgVJVrNSVz975ASliVUslohFOarapZGu0GzNhKSlJdrH2hTRVFylTqusQhPMbCHSua+6pV8bi7gOpeBbFpkpSpLUD09d4lc4lKdY+ikXarRDUlGzbVLEOTyeQah4Q6C2U6ot+qljzTpH4CxjDbD9UUJam6Zrl0fhFujuoa/ZexSIUce8U1XCc3liBqDoRVqrNa1D4mSfBENSsGrXNJExLwLor70r96yNGpgCtzkrKdEVikElN/8pKQoneysEPPtB6jR81IiuQfR/cSYEYOv7rHJxTFv7QYGorYtqwVxOSPh8wEIXuQ2axpCWkKFSdWr9rXOTyRL5YYRQSi9gJHVVdTCEJXqnNk8N6+NnSeZaSrU9fpFveYL6Zo1J/RbpJJXHlRqeTbhH6jphDBWjnnyJqmcYutp5J1Sh0qLx0KlU6pMEVI7oCYRdZpJJc+nXOYFLlotqrK3/BkFv8An3A+asElakpXLxKlW9G/w4QMx60W0W2VSS0D1+PwhuQySVeakchMjJvw8om2oneti4mDG5/3DErN1KlcQBNgogQ6SqR5qpO5wdQCplX7Lot1sCpXOlH3R8wmZCbayvlG91BDdbdUqwanYMGpDrysc578YlhHBeje3RWDsnybNQaNZqs1VKufJ4fWHLVrayvT6I1lglSirok1Xt9GH1Gzs27praza4PJyIpCGtDVoRVJI6qQKi2VzuQftZQg0cKqpH0Dn6OAHEcqyvvTWv0i8IClkI1NFJCP0mv8AdaMcQ5cmPWEb+6VqwVlKtSLuiaBVMF/dv8A2tBVq6skq45ndMmkldHSKU2uSvA2Lh3IcG1hFoaFe9MawuqVdQzSeIeuT6ecMlrpGCstVVIhKmUTyfMaW2dKukvuDA9evzY3PD8wxbpTVVEn9ci9XGLVwecBcm6DKGKsspy6ZgwkSq69clchCaMeca2+p7Z9T7gc5ycVTJwdQ2ppQqT9I6StQ5MkhK2G/uRC5O55Wi1TzUsTQOQt/yRD518EbjgpbbECFMSlbVhU9Z/LEWo0ylNmpOj1D5ZDFvVfKHylHJK2qTXLyzcwTu6OazTylUCY/Ghtx5r4T3JSKNRW0bPQ9MqpWU2eTi7eDgF1J0ek/taLVqH4p8HmGiptXTD701VOch7+l7r0QwQuppRKylExL5CHqxvl4Yi/ufZzcnHrQS8ZTVZqrqodA9Q5KuG95bwIQSaypuyl6/Eqw9cYxv+YBuqY2fXyCOiZCvGwbusApZXTsFUpqqpJ5D1DkN9cAGeRow6aZtsHKSqUrZVQ+nX12hD7PdK2s2ehg0twLGCjV0qSVITrlxLSEYG+kQ2cNnSSU1VLET4mj6gJYy/Y0OhBLVvQOdSnoH4uCpfBD86SSUrj3qip70IdQ1aBZqtqqfjYhsHlhH3jNL06q1qUNsWuQ5cU23WjHg4PKIcnoeGfU0V4/W8kOmxBdUxpSaeUkfjjm1MKOks7XJt5Q6s3peV91dJemDjkoalEpTpg1PX0TYY8O3tw84rx8cIdKDKbn3PmOmITVdOoNUdpyumPoinPBG1pRWbRapGVe+WUc18l/rHP6d8BF3jV19wov7Q6bU0I7XXevDt4+1HMuRXUjlp4a7gmWKXoDY3Xg+uyx/wDwLqpxcF/Bt34BWvQVKNUvvVFrk6Bix+UAenLZSvoESTEr8revZEtjx6YLkze32Q/STbx8C2MBMEqtbUUqN+VAa8jK5FZYSvTF6fzFJYC9HxuvD6wv9GyCUie35hceHt/IVIqK9viFNzAiJJqQoti/HZCBLXoHFZ7Kv8e6LoF11wCCpNfcNiLn9Iwm5VS7Gu4CW9IqhcpyU200hQZWVXCfoy6u5tzSlvG5d7qwBslS1kTiDnibtVLv5YbtqWyBmkM4as3lJ/yWJxQwRfDS2NLcrU3ahw7Zu0t9Vx+JuBHCyeNaNuaPlUg5ZUoNLSdAtu8ldzK6UBNxFxR0ZrSvJaA2KiqTm50cqbU1KS+HW+GbK6LxoRoRqmdkZUkklUtSVO0GcacSSzWh7Q48hdOrmpvcBbWn1VQEgOjq32+qrZfUXtF1VVfa83ANGo5/NqWv1G0M3mRoHFIrAhPSNtaw+QbkU12xqyVIZHxAxN8rmpoo+QVK0bJXgIFdWudCOD5VLfe8LCPBPPKQfiNzORkh5tcK0lgWmoNOWysKkGEUBRVLIAJGBiBQUwKDuwtIGJRlWuh8wEZVJK1mhY8pWUNcpGfT3HLyl0kkhrr2kVVa9riAAz5VVUXNkLXjjohDEi5Z+QhEk21BlVJJKyECREjH9sGXUFRUXaBXCdqB4og3/txBgpAg1fkAxR4QI6QsuJjaAcSwMdEaK+zWawtR01UXs6KVmn4geRZC0zGUIzgWga5SqKSTUaG/aWp+J6usdEpImXZaY1l0xy/hqgQ4sgPkUZGpxQlVxWaEr+IbOmUrthadBXku91BJcWPkpHl0eTKlnVUhWdFJXid0eVIr0xWVxvQRRcSiZlw0S7mAKnzUOiLTfg12xW4azUs0Tp9XmD2VTNNcNfFe+PvFSLa1/EHyzbuVL3mFB23JCqRKbMNkpQoeFSVr8QXxOKF4zdfyBlJR7Cv6Ezppyv5ik6PJJYgZKw9gBqnlfEFi9lEVpN5oZtEt69sLpyXp9IGovUs1Zi6f0Sl3GyMpLNfkJHX13QKd7r8wGq431UM2mZfoPPHfQNFeV0K4EXe2XQAijy1IFvEOI7I930EEWmjXUlvG9gOGR5ooiLxJqkywPCEoNopgRVNJXOh62LrszLaKqudy8GPzA+CqWaAqMe5+H8hNZSUkKJEXUSC6njfaAZy+gceWcZYon+JBsCTSC2cPG5GQN+uUVlVJSo5/A2+pDabmHvK4nZBoly9J2yilLIgZQNa8ca7c/H7qToae6Hxc6fTIHS0Qqy86uRoCuJcviesZgpytTEJxhFUoxq+zxI2s0ZN8hBOI9E/KjPvZjOv5jxTK713zjB4pCcI5ANgfUehGVvQkVTxXD3r/ANBEppv8RmEeV/IKC6JkzU3ueQYKXLEYm4fRASrtJL1jDruHKOJud+nkA6z1IJHVL61glc05vU2v3sIxo9Wh28pPegjcU3K33XcGvUjdBK33H7Q1ikbpQHyItDgs2Olbo7I81XH7Q0+kbosu+rocYJaRugm50ay9ezVZvV+Yl7iOnj4a0MX9PKqqykviChZ0qqB1V+V43yiKSK5AhObOpcWAWVXetDzCU7ehRC1GSqgWaCyLTm74iY4xA03tiMuUkfjgaRRETG194xUV5XuCqtrrwDxjWvbGYxdE1rnR6Km9CgqmXN7vCJ10kv8AIBIFZHczF7YwaPf7GASP7Ywp8h14niSyosQiCIStwCEOkLimmgMdLpL4Qsjq5f4QOqrZD0I+hWFRoKq1wYiN/ROJkhkualY4jE/6ibnWIxV5LtAYOXYZ9MSxIwzr2oCBISqlrr+wyXxuXhG+IP7JCRZQhA29fuMWvACZ/SLSmshnXmEYxvDBTJAWZr7JH1/MZif2BAsbI/Hwa3h697fvAbBL9EoGlJa7o9W8UMKFGKvOCkgyZ6B5oibaEiwvpDFWxzgzGSVA50d9EYlsrLu9YtULKFSie9Sj7gUXcHYI4b6/MBrIykumGihEpv7gZeytQpRSFqhJVrx/OBHRZvf9oHqoa9YHVTCspexWdMBrJpKhosla9ABKElA1uzZZaFkUs5agdXNEB5yb6AIJZYz6tlYIAOW1lARyWy7YYOU1c6BFyqq1AllIrFCZRO17GL5QEqT2w5OgADt1QrY0ZtbFUYK4/ogeKAb7FtR0fwSeCJ/d5ShJqR/s4l46p6uVhyYc/CJcvNHgjlI7eGPuujlzK5umaU/sGq55fFKHlA3T3R3Gv5T+fIwV0jYP2H3Xcj4MLl7kmGxWFDIEPgMZUyd+Juu/8hqnhJ8C9y91tqkkRq6w4xCwvX47sfMPn+T+b488WtfZ6vH/ABMqyRoFwHhHa0zUVaujk0am7tbfUOyUTdVsprsV1j4o+R7ovBldv4OXWymE+QTHmt8ML0I+a8NtuF8K2z1SMKUVOg9ya59pTq3IC3Hzt9S3H9HNz+gTdLUj61ucu4dXOK7FdKnPRymSfBGXf3I8w6xQt1OykiSlcvSHy2wptJVKUqrXJgxNwbRctdc6oFXYqqp1ED5rGyY7g6oc8Jdux5nJwTi8Zn1AVxspIk0KKdNNoteVpliNNoi7RVWolNyw6XpHZSSiU6piCrmpI56xNcolukqwm9deppRhtjyjOalNzhKvqErlVZv2jRauW1Vj5ohnsRWVsX0D8UQrHR1eEaoVJLNJJd0L3bJKi39qlUIv8e7DqG0q0Oqk6IroaZtwEU0ySpmiztcTJy6uTGG1G/thXGIYSqQuaJ7KSldAV/ZexVbVIJqCdSkjsFc+hi41/h2xsrNVV1nVcgJBZaZaWtoT0gzSfpHSdNcsa5RayrB+ehnWOcma6RNzzDotKUcrsWalUxBqd0dzarprs9r/AHqF5Um5tYYlj184E4fQePkSeyJ3aSv3V12OyCGiCrWylV65PUFCRNlJEdK4nGJxY9QYoKK4lqc5Knu+QyA78FFJUck6SP2IlOTrGqUYydUW6PRb/EJvG7WJueYbmZZXkgUagWtKJEVdYh9Axb2L17t4B8eYYSw7ipsqlK2LNr18vF3QUn9wVzuIcatdZTKty6pGqrU67o/9uRLaNCG7f2oeURoenLqKUVIqqwayKuISZGvf8gXKEe4zhKfwNuTRdOq7rExNGqIXUUUlSlzn3XPoXlSYu6XDev8AkjDyiLKlH7VUmymEgnQNfGwoL0Xmssh8ghdvzCkan2IyUodzkR2s2o64/sx3QYyo9Kb2w2u0RYXLpLv2mQfetuJTx4sOfggNeoqm6UpRIiqVzi8jjKqQgfb24F+Qm+h0zoxzVwNogglQyVqkeufI4PIPbMSVa6eJ79zyCr7Smq/+UnkrlgUh1S4C+WGAFQatZpNiq16/Vev8IqpRkK1KHcvQe7PqJOvT5xot21PuknS9zjXEIgSE0xcETX9zqvbY35Oi1UkpqXbHNbo6Ndfbz1VWvXPeOWtwXobfCNLohoCebNXoui5qs1XHqGyxs7dFVWoq6xydnJ5wwoijEpUrE7W7f5weaibIkr+Qk15Gi1HuUMU1c0wdVOiqW/AusAeVtTKSU10wrkPvrc1+HlhtwFjSipSuz1UtHQ80AZRx3U2VNPLwmLX4OAPHIpcQBq235VKv+EaZdLQ7VKnjqq15a+OQvFvDenKmxVTupVSpjHJuDnF0V1it0aqGxUpCBL9Xj3/feFMyUk5PQMsrRbVXO6UcgsI4PIGzI1FqpEtahOnfhG8ELSj9n1Elcc5A+YtlUkpSub4om25diiaj3GzNs1zTVWvXNlbdWItNR81LOnr141jYMa/zBeZm1V8QfoGjCrHnvCaZH7X701pRTdrlPhrB1NR7gp+BddTRr+i6GXdNVV5+AhqnBGPqGgfZDpK1VVOc58ftQ5x0C7K7lqwoY9F7FrvXRe4W/pR3b8OAcwSQdP1Zrp+foErRhC9wQFL0JC23kbjRNFJJJTdPyRiYMz0e6Vzv/wBuvANZoiiti1FZp+njRxvLwjcKMikrU+/uiE4uA8PLfHM5+34Z0R43PVgBKBmpbKS9Mpr1YXIoJJTNlV6hya3hshiOmtSUq1dIE7h/Vg5hW42LnVWpyesnn8gvxzy2iPJxyj4OP3aUu/2UvRdDK1GWAh+PfvcO3CA1JOgu2fp1o63xt93blh9vL7ASnnXqFMQmQnehhj1x5giQVplJI+RU4kuF/wB4tNuKJQeQVRlyys0kp+chCF0zYC7eAMFWFMpV0krcnkh6hGj3VMyiNdgEPpVyYI+UMkXSuddNVyY1Q9QuDmHG5u+524x/xFKiD9JIk1hkZZi4efCNLutQataUslTkrkgZclXBfjweYdZSeJK2SWPpbkPPfGhXfLUM1dIKzUF18hVImHBG9t3trm8ovx9RDkpCKjaUSapTUklicWob5DYGF1zpJWyfnx86RXDAaom8dZ1JgQifrvBjsdVVqR0q1OmQ+Vi7oLlgaozWNG6p0ulSiR0sQi9WBCmJtaxCh0+ftUiTUsfRr3r3kjuABu3VlSmqtQWOVGqrA7B+6JLPeJW0y88PyFYcuZJ8Kg7HFH0kkqkdV0lUUq6GGBuaAygqrNskiVOltjRW8VUlTpbPxK9Up62VAOm1JtZVqr3yYIlCtu7DZtCzt10MTG4PWLkqf2K1XfzTpkQLXMUmluXoXhqxXTpVKydEXQ+IYdOVcSVYHOTIPgIb8x0L7RDArpm6pJ+qRVJhIr4hzH0ocF6HvFLBxNtVUiVKlQ+LlQEGTJV0rKmkxNDBEMFXexbKVj5G5rfHPKUpl9QVg1JXGXL0zaq0WhX45cT3Xoeca4p4JaGVVsnS7XvQjC/zxjhvDc03zXNSj1x5BZJVWV6da9tCnBOcQcrg+xz1x4GkmuapQ6/FIUsPNf8AWKVvAzNanVSpTHJxy4PUOiLUVsVU6qr9ciB8jq4ODzAlqVgkl/dV+98haXLOXYlHts4fSPgoplqlNayFuwa96ohEtcbdGwslaLXUxOaI+hXRGqWarnAJizeImfpm4OrcDw5/DFXScAToilJpElWq9f8Axx+QJjRyqStqlU7sfmPoJsyVxFVUkMjQLD5wEnVGtVbWURToSy7fmFITtk260fPS6dl2PaAiiffHdn9xFDK51qTHy8Wp5owCKkfBXRbpL7g/Ua9A+GH1FPcj2NDucacFVAZz+K1gOhG8FVMq15Tpqep0o+68Fb3wZXUJb0gfsG+oSysqNQIaaPEUtc6Gq1xV1DBI7pWhl6ieWerf9wUKpKpb0cm2N8h/xoKReSvw/MPmNKq4lqNSqxF6Li1Ja5AN4gZ0RnSgZFeehxxzxm+VDZrS6uPagNWRmjcIuciVkccXpL2ud7m0NXQpSyJa/TyhgSlElbIJgL8kbS0e2s3LD9k9SxFcg4583pGV2O0GjSlZW+hGBQOpUfSaSW+44fs6Y8b0xyVrS3jT7gfNqb5Le/kEmCk+51dCmMhWaGjek/G/LzcI5a0p3Ita4dtKZm1AKZDt2Ogp0kCE3fjdecaa2pSbvuvOHLZ+N8dmaNnQdeNDBuoNeaqclj44bNl9dcAOWQV0jpM4Mi9SSSCE9IJJJABekZqoMVY2eKHj6mUkkpSQTlW2UqBqk0GIockOuCikc3JNzYegmkkrNVyz5YOzX8QuIaULYvMjiBrEqF7Dq+RoDEY76Btki0hpv+oTPIr/AOpcbNR1gJwhuQEEpXc12xZBTklQtjL6PRLvQwmn4rHGIGm65QIQMFbGS2eSZgOkl0kkgS+fJJJZ0ay7eKqqhowylYs5xj8SlY01WyFLlD9PWCkkt9EXEJv+4vN4kYSylZrD1uqrxAtVa+KxBsirXvgVZnyvEHO0pdzorWRrjluFjlsklrhG1GYZfE9YCWYcqlXE2uopCdxESCVrNSBq6CSqXsAsjO1E12vpn931En3Kxvwac9Jkft5AKeHb14A8fs5quaITXnFEGuQkqB7ljNCfYqusBBRrytfc0vOHkGiSud7ooUIkGyQ1WIYs/FY+EKnLPxQ2syXJAV0glKJZDJ7F3E0xQsoVwWVxPjDWkmvisQCINJqVqK5GdPuEsoq9PH6Qyta19D3gpmSUloa8Aw4il+riiumqJX9CleCsoYIT5ZfB+4NUMl2wOc6SXoZXyE1of5F7dDktY8GEOGiMr1BE2pBJINEXO+8cdEWQnxjWLiy7ADWXSm6HpQ9wFVc2QWLv96GlLEy4xsek/T+Qxs5LhGtrvFVVc6CW6qvcIHhNm5ONLY5jFJXNV+xruCMSZfo1RekfISyBBeMriCr5F5JVlonmrEbJcybI18w09R1vs3Er1cf5DbbkYzVSChz8qR2i501kQPym8boBBc9miDYb3c7AHxOZ34Ik3BMxUlRG9a3x4oJnohDTGIl12xO9lwGK0ZXt+UNSkGKckeLAeNHlRiKtlmvTGT2oUyZbE+QKVFgMs7SS30KXdLb0C2Bv7GTmkrIa7SVLKpb6AKRpwafS90CUo9rXE3MvDjzVob0hdBKr2v1Gq0jdLl/7QGtUjdDa53L6X1GsUjTs2y9LGEZzOrj4jY390Nke17vFCZxS6qviwiK4tZuOMwXm64BF8lM6uPjDHDhVXNfUCKx/3IJGMrrteoVXpoGR0RgDxMI3+V+ISVT1+YHjEBvYMfARFX0AQVUAROC0TegFcwKOPYLjaiRIza83EEUITd9EqsRPO9B3LuDOTylegTz4eb5gUymXKV+XmBi8Mub/AB5wCpDfQ+YWidVVL+V8Xlte4Ayn8aLGkQO6NA79GNqSy6AnE9lNFRYqq68AsHotUeEr+iXEV9nX6CFljytAZr2pOgIGP4rLv1eDy/KIVQYGWq2ozEvJd8QKbfVanuEYxtfjBr7MqJQNKGIwSStfz2xMxfTycr5cF4Q3rX1cwW0F33ZOJ/G1zjMNDXAKtekLS9/0g3yJpZdzMC2p+zxh4kZtey6Q8Q1rK1MMJmCorqOzMNrT7wnDuCMIqzZSvtDJYyhmAzAyStrr7hSYWwjf13BGMN60wDNXE9Gb/oPXuVSr8bg6uYZTjeV1vCcdShwOBG/vWgMRNNS7AkWAxW1KUKgrpIxhru+QUqlBKkf+vjcIqjFL34pwqvuFspULNtfQ4fKA3cLJSV8X5Bl/lzgFMnlyucAwvXLkWWh6IHWSSx/J5wetBX3AVRGV3/OAykeqQuhG1PNx/V+4DVa/rDExOVFJy5YVspCHgUqQ+feAjhpNzWJi6HzDJRvyWWA1Cq44WvJVSp0xSpG+kBXBA4VJkdC8Fy6NqdX9gqYy6v6ADo+NIA1U5tr6BNwMjIgqiaNVpR0g1SStDnq4hfywBJT9u5SKwi5yURh4NrgXV29MoNZX3Wv94qFjHBDc64j7NuPueoa5dggwotqRBAmiThvbvOEXgt8HzW5egUJSVufHNwmwQw+QbPTEUmqSaSWWfTrD43+U/kfenhDsfWfx/oIwXuSI0nSKrp0dqwS6NfcFhWirVL70lXPxw8udoVKhqL+2XSU9dcmIQ2jrADN3rqlH52sqpUxuCHk8w+ZnyPlk19HvxUYR0JCsGtKK7FdNSLkXJVVIcuC9G/C8Oe3Xf0t0Nda6/wDxz7k6qVuhfhuYIwHYqGoua/2UroHqdob3czRf3qallnNkDp9N6jk4p9LZz+p44z8HxM6oi7LwQPyUXd4wXPRx7xEnRb8d2EIRjHqv7o6em3ot1RaDphShHSC+kQ1+JfNtD6p8I3g+oG625Y9DUykQ5zljl3r5Y8MI7kdzBwj8+/CBcTd54B6eXdUNPdUQdU5se/El7chG9tRhw7o9vg583vT/AP8ATxeXjUlTR1pldArRasp06xE8g1bB5Rt9G3b/AHrj9g1/za4BwK5rwg0DdklnSMnWQdBU16tHhhf2746xchSLWi7V0kRev1Yo9Tj9TtQlo8jl9M/rX2b/AEdT7pK6glMqtajVcsEleuMYVYx9Y6umlKtcsh9Pbhhw4Bx9SmqLpRqoklUJi63ucM7hruNi/wD45TLolcn9qqfaNDi3+EdylkefWPSb28bKqpH6AROiqtUvutcbU1etXSUqbj/EBHtHpKq2qXfDS433FXJE5rda2dJVKZYJVDoXptW/aQ3Y4PpEHXNU0k6tePeqDZ39HNUkjzUq+hzXojl0P/xynjtchBc8TIfOHXzCDuGzp455Kn/0dRXdKyungyBY1MkrvVcJKDptJX7qrl67vCGiTpJKvK7VQVvViTQppa5rZVdVhYHPx8j5Xhy9CnLo379ei2FRqg1VlKq1b8TRv3oxhtDtZKWaqtV5qWhGp5hyGilrU9lUIdU/rNET5ErRXglNamNUWDqKX/8APlznr42LC9tbQf0Qo/apZ0i9TKxb0fnf8wVnR8Uft7gZIIqpJTZtQc+4vRbo8o0e7ZTZ91rpJL/1W6eLxTmxo3td0G0WwyFZtQ9QDUm1VSuteqqq/wB0kmYnSqwvR+UPIHtEpKqpESlVPyE13Kr46CHRFWqWdr19fKL2juysqk/DV4QeUqWxZSqWPXxAIc6WaapW57+t8XhAlPk8HP7onb+nroztVVcSjr3pxhhj9OAMKORVa8c+1rtgNjR7prdbSLV1MOd6QiqXBgheiNjas1VVZSWJxiDU5dxqxSGKb3ISSa1ydP6C1uzotV1mpB+gGDRvsVKVKJX422IEIkkqpNSAjxyiDMdMG0pKarUOgOT+FelmFKP0GtF10DoX0nSpDeiWG1hhujfzOlceUqchByNBlspVebl7KUr7uGJsF/nvCs5aVoTjVPRKgmUpKVNdE6Z1L9bzjcW7RWVZOiL9rR8wVIIWUpLQvB61aJJJTcTE0BNJlb/yLECOkqmymuJ0MMPKLE0WqqspLLBcElcRVJWumTEqdW6LYnSVVzWPgx/qHUnHuLNQfYXXTMUlaBXyCfdz45zbt4cJJB0/VIkwSIQhLxa5sMee9evbQ6X4QHbqmaU+xkq6CDJKB1auCCkY370OrBfGusqElb1X26vSCTeT0GENGaMox01SJNSQXPhycSN71hhCKSX90wXJpE3YeW8DUqLdNUtlJd76Bo2KrKJkH1whU5RGaVVQsSLRbpKUk6QOc/kiCoNGGypUo+RWJU+eAFOW7B1U2U1IeobLqjWLt6fVuX2L9l47p1XKlWNfInehevwht378doVT8SElHXQad4RaOYMLoz7K39KBi1MMeqMNzyhRRTyi1Vc0upUxqsnBe2r8B5qzVplU6r9U6651cc5r9+/z3/UNlb0BsVIkpLLvV+H9gXPHSFS2rLEyNZsp1YYumnH1dQcNCMJtk6IfaLimFUUFZX3qofi4uT+4iozm51ricYpcPqCxlLyUfHD5RHsKLmpTZXoGFVIkVSot0qkrvR8rRvQjC/5wO3dpNbVJU5CVcjcwc21CI5vTF1L+nn67VJWo1m4qRDYDRhpRHRxRUlaJ8kp3RrreDVLOpT6+WYm3fByDpqqrmqmNUJXTwG8oc0VQE2WlK0q+J9Q0Ncu1VV0E6nRDzrwSg6lspowtFpJSlah6/ShDbwQ9wZtV5SR7UlQmjVvwvixncpRatkqkmfi1jAak2rW5xqu6lYhCHMepjwwbUL8Y7o8x4S5NpnoRyhC0xRTjBJVg6dOpBFDlieuXBEvBHzjkiqTCzVVVJP33drbl/mDum7oKZujVmqqy2p8UiSRb3VfHqLudSV/9Wvx8XBeHdDjUUczlkQo4lFys6SuTE7MOEO0UbIiqWOhp8Bo9W6A1rm0kkjykjkr4mMW9g/IKabLSlA7FVa5a5pVfDe2r/UJuFjKb8I3ppS7VX+6otA56tWsYsIaxGg3eNGCTpB0wSqVyRrY0I1Yw2vIKb1KP0vv7pch9MpMEL0eYe+xJtljn6R794Hj41xuwvlclTAmrGVa5Zz5GLgv67cQybptVUpSqsgnk29oEsmv/ABy1VqHQ4p7+L1fQefXT0Wql9woYh8WpWVLe8sPzHT8o9Jzt49wakEGrBIiSSp6gV0qZWURVLHkHgeruGhHb8ovSe7K/9XI/YAnYP0nU1VX7qfSrZIaHTdgtvwGxUapVHTV0cmJX/KIZJka0okmrNJPw6WEwDNQOxUpuXtmLwdYaUORqqkRKzr4f3EXPDaKblpgZmqqVRJJI+XlHwik6zVV0RXZR8S/Xql9UcPrD5NHYqudUqZWPtesLCpJJUyuqlUO1XJCv0T7t4OuXLwIuNRY7RO12Baqz08iqfbLEKnEGqquaDiiGrB0qeUqT1XvWMUpc6lnUlTk4+0DxeoUHgDl4m4Xo14iiSStqrkFjUA1ErbKdKOtikr8Q5tzh8ouUZpJb7X6Yso6aq6OlsCp0+NDcvYN0V5J67EuOGxynatVFUsTo1dfcB77vkhffVS3o6B/UBnCysolr+4fjlaF5YJMgqvZHm4lS9+YAXfKzSbFSr7WlHy4BY6WdKpHlZfRNAASaZ2U1zFhj4m3eiByMMIbC3b9JLNWZz8T9twAmpDxQLel32Ucm2asUt/bCRdw6mysv68/kGg5C8kVPyMCurI8pWpXysbW+A3SFDP0pTqi2rr/rvR84BMorvqQmRVVWvKSP0MX6h1yB9v7YppLwYXOOldntZ7XTlTL8L27CGDBeAcPBRQLqvsWlF0No5CnLA/rvwGzUW7dNXR0lVZjU/GNfqgp3GUrKaqkXr42JghhgFjNyGmsVpmjvfAtSkon2XTLV1X0TX0zljwXoxiNef3E3W0XnaLXOToYfLGHAOnQXVS45D18fqiCW9Nq481XsV/qL5Y7IuUo9ziRlXTX+6SOQ5NExYw98AUnSHK+hW946pSrBhSlTIOevjVr0YefhFtFUZQLB/sr7LQPIPA9VVvCJDR5+YJkVjWJzZs7DJJ5kWuhXG9vbmbnH6p36tDEJXPXsMSrfjuVdoLHdw9Fuv7B+uhiRxD4YdW0MnkI6ErV/43gqhs3pPI19YWvbkH7CpKtz1960fJtCJKGplJX+1XPL6P5hZqhko9jbmtJWpLUPGNLb1N9rCOcJrqtVSTa5D4cu/D5BqzpXvhWSo6kzpOaHzKlLXifUctbU3kBs1uhlcTXhABPqOrtqXlZ1UHEugSlZ0cuJdNN4npeYEMKWWmgYAeklR0UtL7KstP1eYMWJptqNOopebUV9DF4BsDd8lvotxnPNbNuaGSxASqZLevoNbRpGbvoILSPKhnyfRNpDIx5W+nGIGARHnjRnZHK5fwjOYfbGJV/gBMD9w4UEV7AITX8aJ5Y7DWI0niRXWb1gFWypXYFEaUSlWWRrth8vodPz9j4q6WPail1S8pKUkNcVpjegLFyqrxz1w/HB9zPkxQ2cvpokzbzc7lkA7JqGiZfl3h03ijkScpE4IilZIEGiKTGEZsqlYLBKaPbGS4QRA4nD/FUAryhs6WIvUZcl6AAXo/Ug2GX1iUGe9SgHApDLwarFhKAVIIyhuLtkklZJe2NafktT8cTXHkU9zE1dwlanC1ROV2xsh2ll59doK3TTkhnxUGPqMtiaLjxQEcKJa8wOVYK+gKYsku+Q+kJ4VsdzsXwNKFhYJf6jJWfxg2DDI/GFbxK5+BQ4ZpY4VLISg9pA/isSviboQvITQ2URJdTxA1F+SAhlPTrg2KHc26vkFUSpJDZD4JaA1lN6+MK3q8pLsdIOFSJBYsx33QDpoyg0BpPldcA2CjzZE3i+QLE2KSQZs1ti2SqQtxsE1JhbqFkFCqfcDBw913CgJZx8g7akSgnZRIBzPxvxBUu/GftHkgYDvfc2Fw9lVNdy/tfmF7mlbL8QUrvFVfjOIImVD2iKUbHLdVVWolofMdLuOapTUMjcHMaJKqqqSbkDqtxx0klSdAUhM5eS7pHX6DTsg5T2who15KSJ0wdF8lrt3w8Xo5qGBpU21FMFEtcABPSaQBc0rKGbNQ4VdpCiL0a0pTFl0O1hAJ7oEuV7H5hcxlBm3RpNKVna4EVpbksvtDS1roLW1V9E3u4QudXRWR7UDMeEMvBtr2mkkun+Q1uk7oEhrb+nuSVGr0pdDlpZdQCXIvBVcQ+pW6BVWym1CDR6UpzL6eu2AnNLKq2U3hCpwt7d/u8AhPkOvi4DDh6qrtALZHfFq5PYFKULI/HEbyReKUSwinjdIEJGy5vN1dQFSjKtdeAXpmm2StTKrm+QSXT2KJ7Cy2v+ophD2xMtlvomQk3X5AZj1l2Aj2opOmDDpShRH09sBTFafYqqcl3xcjKzWuEU1ZVrxwSiYbZtR7l6RFReXaGETKi+H+IJ3FhFeAJdP+HzAhk5VcMXBbUDGta4f+g11ABo9wEIm3rL94grZWQuSQVD+P7Dmd7Lr5RXBPxp7MZgb0/iGYbQ7vieBLp35MwhNzugIlNNEa0BYQ1kTsDXiNGu5iJvFe1ui2/u6HzFZY6/UeUIFUstCvT0TjGVZccQjmvg6uASrdYjfV7BOyHS+hr/ABZ6B96S4vu2xMlkIwhvvRGYKWXYxQGLBY9yUYTc6MEhzaf7XhCMex7hKMe/ruAUFzy0eibldAZJDle6JwlKiEC+KB/EL6XoxCCXTJxROGv7jJYCHH18oRAxJmOlK0CDCcUlVRFMglHWsGQz7lhSisyYsKRXlcTy7YhD2AAmFE8jiDynKq/CMwLNEYmV/nwDZA+REVRSBEI67QrOXlQH/wDgGCHhl8Q+KB4pyvSDBRKV/wBhMUDrpK5oAtAWKpKgRUobKoSqnHATlPXCMK3jKxcdLesgAuUL3+4cnIA1yibfgbv1ClZIBKI68WIaqwmqgVUniv1QA1RSM8hPsa1zo7z4BfBxN/8APP0q9dWol1Q3b26OOt2s10RJXIOeHv2h9meD6jNgUCyapNahEEoaN7bhtjw/5n1L4uPGPk93+I9OuXktj6Ccp0RLQJ5sG5+QWvZWyrXHPxAYsZW3lANrQSqqWz8fENxt0fAcnJ1Wz7eEenFDxI9KYnEqYvRBLgrVha4k+rjANDZSW+45yej+4JatNn1P3HPPkfgb28STNRJJUivHyy846VceilKmpYh8oaIlRcpXsfMbk1pRKhqL6Y6PSQlLqZD1GMVXkspmmldnnm5HzGrXV3NUXduwPRdKJEOguL1n32oqdVXIBCCqSVlif6jvllHqOBrLTPgXw4eAqmfB9TK9KUCkfYWUQxL99O9Hh5gguH8OFM0NUou6NrspCtAk3aULDaj18I/Qi6q5VrdHRZ2FKNUzkOSJR8OeHb+nx/ca6PSlFpHOyUPE+Jhq3/Jg8o9X0vqVzLDl/wCjlnx4aR0ZldO1fpIOqGdT0F8evu9UQ3NSKVKJbFdVyHJjpH2oljw3x8u3KXbP7iHX3pI56Oy1UiaPCYvBHhgOxM7oUqZYEpmi3RDoZZauWXmNzj1vT8jgsH2PH9d6T8+M7hcT4Rn7V0Si6eVxyHslauchtQvxHbGNJpUo1Ja4+R5R8g0XTLWmWsp1iL18Q+6WPXuDfbjPCM/oZ0hQ1Mq19FJXarQ3L/OPQcq0eQo3/Z9ALWSWxVag1+6i5NhTLDk1yY6RyYIliJt6Ya0pIdJK165OMGzc7VWpNArJdQU8GccUpimbl35KLVYHXXXv1eA16O3gGwUZSd2Tr/8AtZN0tQ5vfu+cOLsGyX/KGqqSWhGp8wegpKSmpd7hHK4uM6OmE04W0KqNY3UKqyqUkEJkVCYfWNaNQyrV06YK1J5FY1eo0cA3JR2/mn4gT05BVq6QplLH0Vy81+/CIk4yzTZ0QlGjDNuqq1IkriC08LKUlUrh7Rp2qrWyx6+V0b4jCh0lbINhkxHM1i6mglVWCFKNcd014nBuw8oruefJOmpHUrtl4t7bvjY1VlWtdL2auAadS0FaBf7KSxGT09U+1inv39rcAlHEpGeUaNgfuNlKoJJVCS8kRK0mq8cCNkpVRXq9Ybkaq51JWp0RryFqjXqcaylSP2CVddr8EduH0DJo4SVSI6SqY5IBigkkrauktD0uAascjphTJ2sqpRzrGS4Cxjtw8+ENjjsfj5MtDlynSitqlUqC2RKqTa9fDX1iLqNPsWulxMUv5C6MZudzhMgPCWSJyWJUxbK9s/nGouqOSYXRumqtgR194b4uCvpeuI3hookkrN6Wjoi26O55WnmpEmFTZqBq7dU5cm9udUb96PWNWQYTVmk0W3SVVXSV0AUZt7eQE7ikEqBr/alguRWJDpYb5jw24QhC/fBiV1bBVImymq5O2maES+oTXcef/EfosldikVVyOjtA1FOakeyr4gpo121ftZTVVM5A5aIsP/VxDi9EpdJzm6ejdgUzsrL2a3qVa26X54doAI0cqkqTyVPLwjo10dAfajCyqT0LVI5tGMN2PNeHO1H7906IkwakxMtU5o1L+7Vhtxw7sbw5uRYyL8U81oYIs1c1oHPjcF4WvqJlKzUsRDXCDKPRp7E2UwQPif8ArqX63kjCEfWDHUUlaiSrWptEx8EfIGhTYk81s1xVqklUy8sap4QmuymrF1sWvsJfi6EYQhHzRhCMRvNOuKLoZKa6/wCpKtCJzR27257whSdOqUtZSCBDkjWKa/GJYcEdzr5g8pQWmbjzntdjRUKOSVdTUsg+Nr1DYaJbqpK2qpDkGt0gsqrT2xaLsGWRibRo7sYRjtQ5g8oegEkrV0kc/wD3RxuvCEsZLKVMfvaImy0kkteYZMxSVanSSy6oJbqJJWqSq5OIXb8kL4QXTXa/Zbo7BJrPe1axyEwVb+1WjDdD8fJl4DPjcezLI0LNsnWQcmN5cF+A5W6oD7Gp50wVyyX1Ui8oQ27Dn3Ou+Nub3T3bq10ppCV8SqRO/tYduML/AJRdTdGUpdQ1aun6rUj1kaukqVPDe3SmvbcI+oVfIoagIk/IJRSiqWaSxCB1RsVVVTqq1JHZvesL20FWtk/akTPx0jRqGj1xhf8AcGqZGuxf7rHUy+DyXr/uC/IXsyx2WUrZK1CYCn4OH3RCK61u1pShnTVqqfHSiXKvYcHnDVFBVWZNrn2qvVDbjHnCyn6VougWp1X+RXrFJVwmvYMENYB1EDbOSUS0VSVOkqqSoTEPX0Yw5xtdHrJNaiSSVfpYAjpRyk6VUpSi2shA567ghr2Nz3vzAit0lr9wSr6JT6Bb25wjUhoHQ5DB+kfjkLkVsmI1LwhxapUM1SVqT0HEFSE3b27eAZqfplqwXdNUiYhOLHbhDnv9Y1Yyj+6P7/SmWfIV4sOC9uCcYfYy6dIgrdAq6dSmqVTQrbpvIHNHPH6WaSIvxqxeDgFbaguxXJp7oNaGddCvgrESLuB2stC+44v9iaknLqmaUOwdYhyFgYhdw1/BehziJqAlKptfS3PyDK6Bq1SVQftXX3omgTBgjG/h3eoA0hTzp0lZNUE+Ntxjz4esUgnHQvLyKS/ZXBpsX7qkl7QpewmtTsHWJ2cEb+4ItFnVnspUlQ/ENuglfOkV6cCH72D1Bn8tiRk/JSd8/wBioNdAhPdwgaDh0krN6eUQ24DaSNRaSspVUnTq4cACO6a/+rPqcbBe9QGpd0HyFEpNVWy7mOBWxtiujpKq4n1+goeuVdi/dbA9fH6UAW0abKazUvb2/LhDKo+BlvuME3ySSUqVj1+N9AQam1e4TRMbzhUgxtTzXRCVPaFBmquys7w42EbpEVjeC7V0qeyqHy8rAbAAWVJKpf3SpyHJjV62VwQ8g8klKSXSSVqLnvY2u1fGaLo5WlFZTrEXP5jdQPSZLf7Di0zNspp1+nujBXDW0mtVx41ztMsK8pLI0616Aubov/8A2ksvpbom+nsO8ZfIp2K1VSm5HH9/n5gtfpyldlNVahyYtf5dQc3nWa2L+rnFT1Oi1UpU0h6+XUwVY7sI84aM5f8AQejLQEyepUokdqriLp+bWIXKSs06xDk69vr6hsFHMqGStWquPkZQBpkkpU81Uh6/Rw3huPlUXSsXk4vIqgdhvX1EYqqpZpXHr1skVKv0mqv9qTiYpRiD5qra7F7e1CBh0al3JKwq9s+1SqTyXznL9AHFNVK12KLEXbVK1SSOTFyOsFmOkrUSVVqdjSGi8f6Fc/LQArHfZR8fE5jdQHOo6x7LNhnFvyTrN6HXwijYjqadJJWvXyK3uwhnMWvIpUeSq6SVQhzmr16vqBLal1ZUr0i8wtjRs1U+ykiZdQ+LhwcEYfkFR2CrV1NSqd/b9wCWQ66vkOvtRXNJK1OjVwecYUpJ1Kzv/wCu+NdUjSlp91P3eu/fEiUi6StZR8gMB8cRx9oP1UrVKuTo4NYgxkrKVIqrXJjwxMO4FTWn/wD5SXBVxb3nhgwhv9tNVUuOT1jBfTeiymX1DKukEtM5cetfjh5uAa9S9HtUlfuqRyd6/AFUt9jOkiP0q5FCHyPPzwEjtFXSRNi1D7Vbh9YGlpCQerFyCL+VNS0PdHgF5FXXJZfkHo7Pa5rj5O4GjVwqqlKVSQOc9/Rw34/IChnTIsnMrjjYaNeJenkY1/8AYKJCWdlVNcOAWoJsFUrJ+Qh+LWyvONuXchN70bm3pmVvuOGjam+VV9oaAUjphXmqkqELoGvghu/VVSJKS7ONgN88HUB+jOGUbOjIU140Gt6a16hzhvSKvK49fIrB2wpDXXnGf2SVG8oP1eV0IA9B1NGoNnSXfD1orNGTNh4NkSWyBdFaymqhUiukl0OLw+UQWfpK15oHyDBf5BLlzN7gHvKq1OnjiprCaHLdslnR1cUCXJJpaA0aP7YZNW2QCUTpCRvmKNqPgkk47JRIMmjrxRUZTXcEDrShJTGw8hNfIFZ1RRBf4x6EbwDY9bL01bLNC4h5oDmb0JomAU8QuPgasiA+EZSQWIvEmu+68IEe0nZZ0Ollszn7SpFj1zlhGZKar+kZUWmi+/KSstMXic3uykLXSFla/QKHCAerlVV7mQAFW83ehJwKxdCdRCyskiY4XuWkr4hsZmlla6+UVbD19wg1iy1muoMbXuekDDNA2RYWs0VutOUJShlI6ItLbNFpeFrK/Ya+oir3OlggN2fN5teyqfXhCF4yVlZrSyRvakGM1I15dW1lK69QoVKlvXf/ADB7ltyquX0QvUSSv+z5N0P00Bt2DVpSvEEikspoydL0OkURMpKzQUsnlExEqWIqBlnKWaS/iK3TpUDkLNtfQxcoUtR2ZK2QUU8aBnDhXlReolrzgNdD+IZX9ieQVRVXEsgSjGVUV7oGiQZMt8g6nQ9WHlj4roCd+VXCzZ6ua1KI7JVFLI+2bPRDu1Ja/sOlXOPpXYwe8cfog9qQbtRFKyvVi/QBzjElPiO0NaclJEtQTGnRzBGnlUqgsNdOrvSoC5yS9I0dCVp2al0wre3QeNGkLU/435BS8uiSV9IF8mQ/+nSX7Nve3SSq9rXmeyFCl0trndHJGlOadVV14AsXpNWaE93dFv8ATYq2bwanVeV9LCAXV0nf9UPMNSi9V3qvZ3h5RTlcfsDZh9uMXobuqXVVrylQpO6m18jEFUDzegJFh8vcN2KqCj3IwIqqIqpA29K7ArVLZCMtlIi86KuPrEUxjudQKVjZa7QHq8lpja+gvRBMuRN1wglFMVQJ3BYlDXnAvI3xDCR13fOLSwFCU0EFjKqTQoIy+ytRPla5/cBVi9juA85bLNe0Bl/8QRBVC+ML2uAEwT/gKzQV7gkkZWb2BSsQN+AtGG4LiGtQMY3ihdOjwACweOiRtfIBVCe2CTGEYG/kBB4sLByJJAkpEhEqYLQQ/wBxZXVkcmdggZLE0PXDyj2/DxYeh8xkxZQ76fk8jUu5K9volDlcsRJKmiNXksQJRp66T349doevWvYxf2FlbrHixm9MMkZLRGBkuS7m6M38tLp6eATT/wCvuj0SA6s0TCafoCESZE0WRhKV4ml+QjWV1L7grMvo9H2BmEcj4deAYiTvkGSE8Vpgt4jLHKjECZf4ddwZj40ZNH9YhV/yVxjUSvxET8lNqVxKEOVEyQ8V3gqFfSQJHU5cIu16QrTshM+gqFZr0Zgor2B6BhiENfoJHL4oFhREV1Uux0q3yEyR5IQqzf4hXUWF9R6Kc2y/LB1iJCykvGdq+LCjMCcrXBoFNdyo2u5rAQOj36/si8yOXZV6ghJsun2hmNFsBco77l8TyARQnzDFayVlCpRFLfeP+wDQZpS0KV0rLoa4AMZPsBkqgr/1n6wConKsgrSkMn7aAFicl3uoBqEDQqMoUqpiZaKUlZVQkUkqZaqqpEOgQ8DGJ1RH2hcjSn2pQyb9JKoQ5IVC+QfE8YSleIcg714HfCQq6Va3OOlSE4ivyHh/zXB7sE/o97+I58eTA7Yk0dbK0McPkmKSSpGuXj44Afw2Alsp0rIIpeNwYPzE2Ttg1qKquiW/HN5oj4Xn4D6zi5H5GRbn0tlHdKqi1vR0p0poEEz0i1SSOrsoh6nSvwvi9CnaLYMNnulSHPVxUiYRDj9K5lffxDoppUWw2e6Sr8WuNWcPdlOj5eOfSw+QDOLpftl0SbXITRJuFBZGas3ZU0nYwawHrcfF7cKPPnyZMZNWqUoiW/n9kOVqBSYJEVSx9Mxjlyr8AHRqkpI7p0lUqZrpBXS90r+lN9qJ8UJJuXY0Yy8hSSs10SbX+QzdBcYwujot0wf1DkXJk8+4AaPg6Stcvthyen5W9en1CvFBeSHLGTej8/8Aw+eCj/gdKOmrBI5yHyMXc5ojily911KXEUpZY6Jz/eG57940B+m3hDuDovwg0C6VfpaETk2r/kH5xeFS5N1clTy7V0keRXOQmLe2o4B6fo+VSl7bJ8nDKUbOpURdTRdPJIP7nFcerapHvXyn29cA2hnTqVKVGDpLHJkG3Sx14B8l0XTVKUC/2ewdVKl7E43MO3XLXaNbrWE1JUiFIoY5y1r0TYNuA97jqGn2PD9R6fquJ3W5PwhUpQzr7Lfq19Ap9rBfweodgom6hJWQrNxx8r0ZTDV+lsV1XIvx+LHc8w2y5y611QLojClFa5FM0bjCjWrPOW3iz6CuippJVVi6m1Kh4Er80cA2Vq3lVHSWOSpX5hxtvS6tKNZTVI7ohyaJb/VHybY6NcI/dP6G+y36RyLtcU5N29uXua8EbiyiuKo2VRq1dJKOksviBU5o5VVKUqliYQ8atkkmoi3cJK2TrEqBWvLMps583pN1cu/2ArmFz4h+LzRHSaHik/STVGs3V0O1dJHSlTOJw39yPkCm5WmVWFehn9dFdr0Y2kOHnEfyOhdSN+f0WlNtdPJGuXWXMJOmB2uJj+XDwh/Rz5q6SJspXIEKQSm5rIFXUkJk4s5pQjtVJI9Fv/7pqfS0ibhoc0RtCOgroHygTS1xf2pUfpWDpAmKrt+eG7Ac9uiurujoGlP+LtWCC7pcmf0E4ca9w4I4PqIODhtloT910bvFC1mqqnPxfKL4JTUjtX6WJon3b+5CEOEanRlAXRqtSOqUutPXPopJlhAvnwjYqOoR/NI6+3p/QVR4OCMI+sFcsOzBLjnHsa7dsemaB2K1YKkOd8Q5yKn3uBdvBw4YCFCUWkqkRWlKZenXwHrkUvQ8kLw9dZF0/uoQauv/AFWsTlIU1/KNt+W8GbBlKS45z8faLDgC4KU+jsVTwScu4/Y0SwVV+60ouftmhEHtoumqudrkr5ZdvnwdQXMyNZVloZVUNlFkmqUrTyy1OC8DFyg9AlU+5zK7SkUqZuoO/SYE+5Xki4uUfdje4YbWHgDqiUnTpKa6SIcnGMFMUJtKPZuXsiJ/ONpbvtitSJSiY+uEBSzkN8NIJSg1/tUmqB+lg9QMjQ8pI8pU5Nvqv8wWMoyrVLT9waFdulalriYcU23gDqO9Ak9UzSrsKcpT/wD5xriVC26pOfaLf5wvou5+UkRVIM3NrdRSiSuPPvOEuxtXg3YmSzWRrtBXUpbClhDpI0eq6zXUDVF//npEX0SVtu/wi5WCTrNJY/QFWxptRLXAKQ44sn7jSo57SlHpP7qHrpXE2KVNIhTFv7eHALndCq7AdJJZdU5OfDC9f2w5WS2BdG6SdJZ9IiqR+NGGCMPJAGpRtZsqvixIbFEVBZbLqfTo5nc7RKWxdiuqk9qeqqWrh4b8d3DDCNqLQE1gSViVPKLboqBVaqkp5g1r1P7opCxxkt03XCGEPKOXapJEVVVIRCplGwQ5sMeYaqeLEy/JCJhRsqyVSJxyKnHPKZoVJhdk+auq66j284SPuVL1695Ijrr2k6BVdSkn7U5K2JUUhHrAF0dCMKUYEfpVNlNcdJWtC/e3YR5owFXBLsBuXc0VuSVmksetGpUDFunNS5Op0b0TeUa5If0y/wBlJKrskCGjVIQsL5r1+FaPNwB0jRzqV/8AzQ5z8bFjAvPGAi5qI6hkOEmiSrUk1qTI9EaXdcya0XUdNaUQQPoIGUhH1cIGu4uopmgWpKBYKoOl3V46qu1FOHBCEI4IxGt0LQqrpU7qlEsc+NlX/eKwn5JTgYR8ILqi1TzUq5Kka5imwYOsams7dXW0oelH6pzkyUkuTh+Y2K7ah9gUNN5dWBKm719QXUC2VlWSXZxd2G2L2CNR2a5dDHIoZJLpnOU2VzXty8C6JoRJK1aqkr6ROvc8oNuio501foP5VclSUr5Y37/kjgBDVHYCU2aS3v5PBgAFn07HMaNSSSIkqkS3yDn2r+118w1VWjkqLfnYK1CIL3zpHJtX90vk2xszd6lvuWfJxtwa3S9ItXSpEpWIRWJDH260QFUjRlWwdR6klXSSVnnJxC4PLzCGy3TW1SSqHOXE822IrbFaqnVSsO7ldQoWKq6VmzcQ46IKkLL5ABUPtlJRXHIuhf6zXvqBYMrLsX9Yh4/glQKWyklcsmOTdwDWz08q6V+6pEJruBY9x31RGNF0Y6VVIlKJumrn4NuIGpRd0r91SzBDxxy4awhsl1ZpTa/RB9Do7FpSVKrkdX+oseDyhm8Q0hEi3mqzZVc+E2UD005vEqEyCc4fvaGatVT2pKmCr84RAbY7VqqfLPxODrC5AxYKSjvup3UqwJlnqhIo4dY+gTzeobManXSTU7VLMHJalq38F/bhwRh7gc3oVg6SI6SSn18ipfjDnjfAfIDHLaNTbJK77X9LCGCMJudyO1e/cMH9FpK2qTUiFTLxsJhUk1VxJWPoDfiDf0VLtlUkpsrLvc1bnEIxlZ3EXTvHJ1w5xsTRJJJqfZ9dc5C2RNwu35QIxoxrTKREtlEIufFMXdw/mCmGSqIAamKUdJfenRydkeKvN305+LjB5SlwDpglNdPyEIcuuAL0isGCUpWudf1DNqSA+qgRBdWbZV65MsCnQVYKnVSSrkXPXPuxLHdiCyvd6lej6hN43f4iqWIQ9/gGU4xDhK9FDdk1fqkVYOlJ+UdI5b0b4xSLNX/30qh+OPFVV3pKofjkwA2jrpti/daUSnocerhvc4D/AKGNWcMlcdWUftCkjTWqOjrXM0XTLXZVDPybtRKsNTXTdJKylePxb+0FU5DaEKqaU3Nd8YgtK30PI0Ykq6tXRCaYrVoVrypz4uiUVXIvJN8akKIvpXrFatJzakpUXO6NS31U/oha9ZpJNT7Fyye0HjJy7COGqHCSjpJKUqrpVgI4V13QvQpBWlGpGqStuhimJWAR3irVW17gePIL7I6I7Va77X4hPkLIvElUrVLHC5BwkqqSV3xYc81W1DWJ7ajtlqzyakRLI820BTNHSqpPGX6/UInUV9sYK8y0ldYBVoZPAuXohWUe1+ogik/ay0mqtfpde4GJHaWa184mo031gqnXwYgWn4DnvsLKUfP0vurprUqJZRffEYRpdKUSViYuXxucNYqv5s101TP0at+F7giK16ISVS/sKh/V1g5MLUPIL9ofq+kQOakpWaxO2UUKUQ6Sr5YEMflfY2/ICpfYVxR8GxMqT2UlKVdEx7+SUGIUgq1SsvT3PMNWSVlAlJ343R94fEVR++xuLKn0lUjpP2pFD6JyYI3usMWVItcSUrU4pDGwdV/8hpLV9qXawA0lIZE1L6hvbUiUoKO0dMaO5UvT41T5xDJKnUkhy9C6B01Vsq9QOWt0KTrOpY/mj5OcBcSkQyZvproJvf6QuTfzanwjUmy7VVKakrUITI4A1Zu8jTBUKFk8tI3Vk5legGJaQSGnwpOV8ItRpNJK1mjKeIntm4QpHxpPRw+QY+07K9+IaoSlf11xKNITakr0+eA2YmMvBtJqSy/3rDKdIfzGspPptRIXT/jClINo2OLnIGYOAmKryqunDW8DCrygnUP8hkmbfdATOvKCqL1KUAV3iqu+h1C+4G8YjlxSllZAOuqqqdXQC1PxvpA1NdJLXcF/j8SNZDJCKSQzsu1/EFkX3JCRFvFeiW/hAzFcF4DlPYFZk+bsCmCtlx+kLoG5LLyA2SGfG+/gxEntixJt40ZT1+Yk4cpShJ9Q0HfcEeqSghcOAS/dfpqfUK4RyFVcTHj5g0F5DnloguffZQQv49vpE3POGz+HjQpOWVaq6enuBZlodIrXTss0Fiyc0PTJ+xfACqGv0Emi1ihyh+gL3hFd97IeHSAaqGXpgQg2FMQLE9AVwMGDpIUSVcQPBfY9/QLeyICKrZLO9EXqICC9lUBfV2BFvyKl80AF4zQY4Na2QoVjZBn8Q/EDhDXdKLYQshVBXelfZ+osSMDY0I7Dmx1UqkoNm77xQToRlfxBZFN99gQnyFvbj5HBaT9M4yak1ZXJhcdXXjCtRVXEAg5ApDFR9ZANR7ZAUx/nVFZ/1VxSnIktMtOrNj+oZJaw4ndyhWmWym6+QXNoKgrp7By+whKGXZaAsgkJoogspf8AsFUiHkXyBclDfRconvQ8WyVzuX0Rn2HW9EKu+jJy/wAhKCcrfR6qqkl2xB9QV0sXrQ3rQFdRLevyBcUxQZv2wrso+orJGbZa+QTglliRIylfxiyBFd6r67oyj1GvRaiTlQREgqbw16gWVPXi84PkCjopUSy+h7gGtpqpJA9RPetADmRss6A0HyLTEFZU1QWqnN44HJH9OMMajKMRfAs3NYmu4KErUEkSAYn9GIRVm67gsgSy/D8xgxhGvz+sCPUZaZamirmuIDSTQImfetD1ggpxeL0JKB16Bd945dD1XhmrajBTjyhks7xx2pSPFVEhiELwjGPjdD3iRpSuvnBaAvslEivKkGIGldsej4rQHiRsgfiZ2yRC8qJVpXT4m15hAymR+G8LY/GUK2HwVkjljKZku2JVtd0V35QUMflszEonCM0ehruiTdtNVsgOSeKyl2KR4/dl0kIxlDBFJtkklXP8xulB3AOqZSJNsCaRtb436jvBGwapElWh8vyj5n1P89jPHjR9P6f+D6FPlf8A8ONNaHfqpTdi+4TbUa/VrymuR1jux7hJqUrITJe0QwY3JMGu9Er9kcUf57mb2dv+ycGOSRwhK5OlFUtlbFqbYGjQT9JKbKPUyR3ekWEqylYgUKUQ1VS/DVFl/Pz+jnf8DCRxz7HfzU7I9ep6ucXxuefqpf2o6u0oHxSYsNRSqWaSFZfzjx2tk4/wMGczbXD0ormkqmJrgF3/APD6md6Sr93dHWGBVZua7lUbS0QapJTVWtQQ/wB85JB/2SCOBtvBtTyuda1KhBrNLUdSjV/sBJqoc5OjGI+nHSqSqR5Vca/R5KGSdLqv2uRvpi7vWN/vPJloP+zcaOCEo1/mtinIfsjMaKf4/wBwP3OEfQ6K9y7q12KTKqVqooe7F2eRq1aoEIfTqwGl/Ncn0N/svGz56ToilFf/AED9irrAQNQb/wD+KfJyeKPpiiaAoZgqdV1UPX6MAQ5ou5dWylIV+gWF8CP87y98Qf7Lx30uj5SPRDpK12Kfvc0ACtQ7pX/1T+4fSj64xqq6PZYmhihe4uJa5pJIOv56S/E0v4SMvyPneNAP87sU/rALmi3SStql7PvH082oFJg1OkqwIofQxb4VqXHMHSs1Vr3KopH+d+0Rf8K+yZ80KUY65I/ogi52m3Vy9MoUokkTEPpG3L+1zDvbq41rNUskyE7I4J4ZjNaGSUSYVCHqRFIfyXH6z/xyQP8AbeXg60z6FT/qRuDp6hkKGujSO1qFxlergjDa69sBM6JuIuyrq3L+EuogfGO32Rf9+GA/PRa6mlJspJ0fLjpR+o+mf6c/B/Q3hLoE+yqUdNaRQPGvUNobg8/+S9Fx8MM4Oj0/Qc0+V4TOgXQp3ZeDSe6oalD0pRxzZBzV6vVfA9zPhsdUp91ftV2q5z8978vINw//AIL3eXGtVHVA0oSl2pCwrIOr21Dg2wiceFC5xq12BT3g02Kcl8s0iN6N+HBfjgw848bj5YtN1f7PVfHo6PQFIKukpuXX4hsI3ag32ys6rUITKrbZh81JeFi5xVUiTBJdCvxjYS+aI6n4P1KUuy/sHVRDSV5+aO7EUknhcieCujsp6WVdVEmuP2PmMuWOxc6lUr9EVMmyVAtf7oh109I+3fAlIXTtUkrV+Q6/kvBY8bkuhGnyYdzyL9qkrncjjg1eCTpKakria7Y0kxX7pU8pqc883UHdGJKpfcJVvU42TzDYygInFu0NXjz/AMWdqwVJj9L1eUfOfhx8Fqt1FFrutikIdC/U4R0y6JjSlFvyP1XUgnFIa9AOmzpJ/RZFXSVgcuNuwASlxSXIgu5KrPzJuguZdUM6O1dJHJU4xeAIG71/Qyuymrqoch6+IPtfw++DWhqZYbPoZhj1NHmw7Q+MKZoxVg6Ok6rkqGiU5Dj6T0fqVzo4OXjqP7Oj3O+EBrTzUiSqpCUgTLJuKc8Ocbq3uiVVSIkroD5nUgqwV2UkrUUyiVPqOg3HXcJOqjClVajomQfjdY9aGONHhc/A8skfbXgu8IFF7AQaqpEIvUgXJh+fvG+L3T7AdEp6i8eRiKkrZRN3bwYB8i0JSWxUiP2Cvb69d0dQuPu3m1EnXpH2hN8f+Jzybh3PrC5i6Gi7o2pHTBUiiZ/OWO7CMOGAdK0U1Vrq6fr15h87ULdErQLr7ZoaudDBshvWwXuGEL+2O13LXbMKeakdJK4h/fwRw7gNapiW/BlzQOxa6s2vXGrXRXLOnX39rXnoY9TdNDdgOqJEauku8LismuaVSCvjGhyuzk9CU4kqkRJVLo1N2/DBeiNiSXSV/wBBK6W4tVgqelKLSIfTVJzcPNEajQt0FM0y6UatWpCEr+7yCDTgdEXn2N9TdKpJSkhy26K1uoXm49kT57XOOgoUFTO+0yQn/XCO2EF1tDbAplqrsqfsokSzdqJTw2sEPeJcnJkqH44YOwRtCakSVlk13QyTiqkPULRyso6W/i5sirsqUrXJ7gI8WXgdzNbpdnsWmWtPK5g6Wx1S+6PvDtgVJVL8fzB9LUc1fsDtVUsTCWvtYeGA1+inKqVei3WfQvY/GJuRDOMuISDc5UN0mMpWVNx8utxhsCCU1r06lTJ3eEL29qkSbU7m2GrRTYqpFdAGHUbkZpd2FDqsHRKZlYhySnG1i8BvIPJN0lWpJSvYG7UqglSiR0lah0FyxJ5IjRaNRVaul6GdZaBa6R+UJuYObdCzhgVjPJUGUcX710A4Vo+ba6AAaltczjh4ioklZKpCkNE52jVbpKG2LIp5rlss6XjJx2/NzihvSGylSKpVDkPjVxvZW6TpKUqkTHvk5jXxzmnqK/4GqebX+zjmiZucmGJYx2y9d/agBPjcVkhuLky6GbO3USSVmqho0dNf0mKOc0fTVMv81Qy5CZZDqqQhE3kvxiNuod/SmIq/oY/bIaEfPDBEaEwyg7M3YUE1VakujSSP9yPa1cMahsEY3ubbwDXE7prnGH/v/wDUQsTx8xYYPKNwupu52BQx2tFtSbNdFiXJhfLC9ejG9Hgwjndz9GJNUiSkqmNlbcTdfCBOk9G4rrGZtrW6ahnTU8qvxT10TQh64DmVKtEqZpmUkqf7LanxEsMCGPu897awR5x08hXSTU8pLLJiYuDDgGsXP0bNYWqWORU5TG54Gjg6wjeTVjqKgtHmVEJJJEVatSEqXq9UsIw1jzD11bSbcu9suApdyrjQv7Q2dqhKSsu98sAIds2rpgdq6yF0okyb2GMNvyRDPiy3YfcrpOfMqAS2KdVJIkwmSStgND6iCdz6uOrK9D6RD2gEEnSUrIUQPKOXnhgv+XbGzNaKVSVOkrU3Ko0IJ6E5J4/E4BdPRkq6gmykjkIdvAhKxdMu75Q4aUcwlSks3lm3MPBhG/8AhHuNSdUX9spKkI6ZHmpGNgga9tlNHnHKWyz+mXR1dlEaocUm3uX7/wAhuTp0LBuauxF4SyfeqIa4mSdU/VtQhe3MMAZQbZqk1IrKITGqkOfSjHb/AH2gvp9ql/yiUlOXkJELWObJibGj6owDujCf+rsWuTLMY+HqjDqFos01UQyNBJUo1Ok6SQJXxKm7e4YXxzO6ug39ziuxVai6C+aq9cNvngOzQI1VStcvRPVgOX3RUj9s3RnSlElsr6Ra/Dwxhh5g9RJJNf0aygxtfv8AXPtY/F1gByN0knS7BXHIf+34fLzh/BWylKq45MQ/Sjw9QXUyZqwYbPm45DQKQtbKjuwvcALX0KuT9AKSWxbJXQ0+L5oCk90FFtUl7Ik/RCJSnH790dXEqZNTXaGVGKSqs11UOepXrE9wYpgpACh3T9KaqrXIc+NwlAyNF5cpXIyNsPaPSS2fKxKi5eLkxh7w1WoyVXyKmhwm6wieMqH7oR0dR82urN7Z+KGzkjVqkTT9WEHtGSSXYq+QL6Safaj8krMoHq1eeAdsTF5CtSD+lHR1ZuR5eoFMaI311XrnxeDq2gfBpsVU6rXE0MfaBJE3WdtPkFXbYW9gJaOS31KoTj7fuDi5Vuq1fnSV/wD5cfG/x8ODgjzClCGykpX4RGkHf3A7VroHytqJo7V6/wAAnKHgPG8WH3QO6GSVOkwdT+Pi4Cw3MO6Ebd/yWRxqoVo2qXT0vpzgskZUual6PuFoQ+xHy/RapSKqX8RTJdJJHpRroY5/OLk0Ju9fUHkb/dV2CuQuSJfLewRDuH0CE9kKYO/dMCKunR19PdxcGAJLyu+8T1jeLl2KVPXOEtfvSFkcnPz+QLjXMKzTpZg9eqc4l8Vsti70SuaQoZVr9/z/AJoeUbI7ZsNgTUpFch6lWrDzjVHFFbFV2K1VrnwVhW9K6/tZp65ByS9NnLOLOmHqVDjwaPKUWkrXdTSKH4pOYJKba7FSIrKkEPxt88m2GySFKY6rXEqa4QO8Zqun5GtKK15BK5fLwDpUJw7si+SEnSQqotJ/KmpKnJXyUic+6IuqDp5L706ar45MU5tobpQK9FsFT7Pa1/Xg3Lwd0ndHRexZTVKoTLPXw/LAOCXquWPJUI2j0F6Xi9u72ceXotVLoVBYWKuJanxMXgjf13Rs1KPGDqy459AopJRiStlln9fMO6PIsbkjglxb6Ga8ou633HxgK5bbKS4g2xKg1VbJVLH9QTuaIVStdAl8uKMuZSdIPtySs0lej9gK7PSrkPpVNKF/zBmsdhSjWakkSeQmP0gY5bWtqEjZuq1plBgliILmFb8gj9AREZSs2brEEJnVV+AbJTdBqtVSJKpZd7H5ohMq32Krmsg8NEGHJGWxJw8SKVDK9zJr8YQOXfesXqt1Vd9r9AVLtVUtfOKOZJce2eSXtSccHovbUmyqm5jfsFJy5Hpk6Q8e1VDxFwNpM4SVVm+2Ta9QqUeSvVkaMBrjd9sD/QFpv2qvHIp6g6Yr48h5sxJVI9rj6PAFsWSU21qAdBdWaS1rofMOInYOmp7LH7W7ABpSDDo7ih/QbqVspqlXJ0ddwJliWspVI5PxDb2rJVVL7qr06pzYL217wtftEnVdJ0lIOTINtwCuEo9xnyQYiT2U11+gJTfqqpCf2Y6SSO6SxyVuv5itVPuHFYPJUTDUqXSzUrEBDalkkuhrthKi1VElk7K1yAV06BjCRtremUpUqbjhwyupSxMvE0usc+MlkWuvOMpwtZSTr2hSxHxxOz0dT7V0l96qH7GCIYLt0lbVrjp63744iV26a1FUnXaxhsFG3Sv0rVVU/FxDdQV1IjLjlHsdGO4VS7CflF6T7XjBNRl1qsr70lXQP0YXyhy2+xn6X3B/UPxDhHxfQkJ+GXbLyAei5yNParBI5I6ovOpH7e3WA/2tyWvPuibiGuo24r5LlRBSlRqBqSVV30EILKq1LX5B6BLkNlivN14AQkpNzvfChBRJIGbM33iB80oi0MTOJWaqCg7tXE1gAVqQ7ne18oiVbLta4GeSGwGJTb7+IEpLqpdvtBSRayF5FfGibYvttbG6K/odHh94ISV9AJYueVET0hvXE9rrDLvQW/A5NSkrsBfSLzxtQLFXuu4KYnm76cgrSiBLRdM2Vrrtjxj2U3iAeC6XoZQrUczeh+QDf0KoeTKq1lZJd2ru8ICOeyIkr8hgzkVqrzRFptnXBrEg4JZa3r31AakEpSivWX3cItVVC9Z3rzhsLBce5WvHegEqn+jq2xepG1m8cCOjb0H8gAXMZuaEIESE4km2WOQTiRJXoKBUVTAVC+N/YBOSyuIGTqMrthQ4V7g1jKxY4hagNWO+iTpa1AKqiso6SQI39kYm13PICky6+8DFTstdsMGhFcTTCSKQpaCSwvJCyBtcIhBXkhJM4QabLzKckl9RWqp7YrieV2xA5rXph4IRlxYfIQgrvsruiBo71xxklrUmiiQPiSSNNzWvnBaMeVzmvAKiw8UL81xxMD+w1OP+gKSVlAFI++6HyFkFt6FFMXDyGRIkI1dfoKILzfhEinGczYhBoa8wpPFX/YeiWyzosrcwmYHvfGKDp6l9wLiXfZuWK1CSgv5DxKL9lZCwpd9/F8h4u2JQjyoyA7iFJpzd6Prwg2XkWXzAbYs3sA5I/wDoBYSKyKW+683rC05fFBydBL8fljuBeuS1zXCG87AhWoXlecDnIl06mvzB7hLlQPe/0yQbXYLWyqKKuv5CxMgsjDxolGyjnQrRimJRivK5Opoiw8RWpyWIAqiITvzRY1VtZSoHKXfRmBf57QomLi5OzuBy67t4eLGyte6Iwhanssi9+wtiblcQehfg8SPYhGVuDxlPi19Qxe5X6DJj8l6dXXqCsC+J40JWvCMJm8aLBhMnjQRoxfkkSKSqU2UIxja9gSJex7L0BkmtfB790L2D8itIvK1xZGFrZc4kWHc7Q9U5XL6HAA/syWy1m1VdKkSSyzjrVxXg1lJEdP8AL7PCNY8GTGi/tSa/VInUxsc0L3rHdEaZoZJIiSTpH1D5X+d9Zy37UO3k+t/gvRcUV7s+4fRFztFpJESldvFD2DFqlUlJDXmtMMM7sonpQ+oaoU6kqlZVD4nGHzd6Poe7K6RgkkF6UEs6K3x1VVRRFebZDlfLTOqujZGkWOys1oBE9Z5CSWmH8qyzuOBFG0pLZWXUyBP8h02loZ0Nc81SYWompQLVXO5A1+ibo37p0dKUciBOjruhwo+dOlR2OsbOJqeRhdjsBUmxcjSxQwdUikk1skq56oSvabVa2SqRz90BtHjp0rmqhPl8wVKI+A5ZOUnVeyFLii2rqukqliAJtSmwHWxdi1+mDdmuu4Kt8dbJbsLoyiaBYJSXTVM+njlgDnFGUC6SmpVCHCR6sk6SlZC+X2glM9fpKkSSxyZA3tqtM0pNuhyvRaU0jVLHIGDa56i2qs1XHOcVUdoTQbFFLOqq6YEcN0ZQdbD4NGCVQCOmbWbZVBeRTfUgtR2Uq/PZVCBayYVUTBaPSm2Vp3QrWYfepU3LDhzFVgrapVE+0LmjBJ+rNCcaWQz6l+in/hbB+1lK5FQfM/8AUl4GmDVqu6auq5KkeDbgPraLeUlaq4hNcI5V4aaJoulKBXlKnXxI1x2cGfFJTRycslPR+VVMNdgUodLiG+Y+hv6Wro6U+2TpMFSEXq4xC6UOeA5H4TaLSYU8vK43zjhFHgx8ItM+Dm6MlMsMvJPwGhEfReo4P9Z6bE8z0/qF6fms/Tehro6e2KdJ0kclcuVzC2NztDU81OlSjBA6B8usmOA3Ef1gXJKtUEqepRNBfTKdOOLHd2h0H/8A2U8HNM/daLuyo5Bfxt5OHtXr4+Un/EeojPpR7a/keCjZaI8D/glSfruqUucI64s2/AifZhf2w7jdBcRcbUouhnSDVDiEwQHD7p/DGk6dbF/5QyX4hmqxYwvbl+9Hc9w1+kSqv0tlf8jZUifLKUihYeTbF4egnfW2Rn6yMtwPoCn7u6LplLYrBWof4ueACaGSSSJsqpj5Bt2+OHXP3Wpf2CTU7V0S+SsbDA0Ybt/cG73O0Hd5dHUfpSHrVDHxL8I+favdQ9GHp/bR57587yN9hSF0aqspqqdAnK7VUOaJo90wSPnFzn305o3wtYO3SX3ClFUECdI0I1fWG1IXaUXc4wP9lpEpdepCqatCEL8fPfvAPhc9k1y4grm5d/SiqiqquJ0jR+Ygsq1apfYyStTQyr/qhuDX2/hNujpSYk6ovYpOzAhPPHbGh3eXVv6LVIqwy1+Johp+njJUPHllejqNMUWkk1lbFIvtl58ODaHzl4YPAylTKR37BrIXqxPUl3q0Rs9AeEG6ihnX2pSj+uRPQVNGNbz7QeuPDbRdKJH+1KBOch7xMqGLz4cMQvD6SfFLPjHn63Lpkj4LuhoF1Rbo7V0kdOpiVtsa5GKqXc06w+j/AA5q0M/+9UXRcg/n4dsfPa6crOj3uCetnnzqW2b5cH4RNgVGFKV6mgetf8kR19hTCWI6aq10z4+IPl1OG+zdeob1cZdm6oaok6t2R8sm6WHDDdwC712Ofl4lyn1ncrdUkqlaq5fGMN2o6nH9zjolM0Xjo5a6BOCOGMYc4+dqLphqrIdUWrXQPe0oX+qI6dcxdZkJKq8BccI0/BwTi+KR9UXJ3eNaUaoOkla5MFfGyY7sI9Q3pnS6Strxx8pUZSytAq7PYY7Je8ZdImGr0oQHWrnbrUnTUkpWuTQN9Qt4jUpdjqVLKTaLe2u9R9w0W56jJTVB+1qEDNOldlJHSSVr1yxIKrklElWDqi//AGmp4lqbt4SnUxoN8RYq8fus1iVBW7opWlGFqrUWy0jn4YYYecNGKKrqukqlaa4BNwVVKyVanx/Z+gz40lsf3XI1G5imNlOl2rpKWugeUYvVu8I2szZJXev1eUandTc4q1dIXUUXXnkzpClvxUhDBubofXO04lSiRFZuhVysN+9h8olB4lEs9obHRSlf2pBqN0tBKuv/AClF/wB01xyE3FIbpfN6xvyVEKuks7UIF6cFWCp+3plDyWWhfi7RqFD0k6dMJuJiZfCWO7CPPAOmy81KUrkaIWUrRqtF0ovSjVI/2c9NWXKXaTUvZXVH1AlOlmtFpTVZEjjHNCGCPAIpOGmdDcZpUOqNbZas2v0ANSNzqT9XZTXEdEyTm4I7cI8wTkuzoGbKSVXXrnyEkTH90LwetbpGCStlM75Yw+QqsfIko+Uaa+ukdNX56GasJ70mmfAmXnjHngDaPUuoVV+/q0cTFxCEKa/578QE1WSfv3T9Xf1Tk80b0MPCHJaPVSVm4/bq4bwg8stFU4fkNKORpRJW1VIfoYYe8axd9S2z6UQobYtTYpIKql3K5r8L/kGwopqtbWafjDVHbJVW61dV+r/dNYVelV3IfkD7k8MWaEIZ2ZoxmriZA22i2CqTXO44AoiiN9lZGXuQD1M6udS9D6Ae2M5nPbpGiv8Ay0myqhCHZxIlX0owNhveSINQo/ISm/QMrs6IdOmqb9rn2RtkStuKkIZReHDwCLNRJVgR+17lTgiFSxYIvJBbGKqTW1yMn6Xglg3+xqZXaq/2NKGnpVttNTdh1RvXxsbUqrqpl9j8hbS1z/2y1O13+rXbm4qhcmPyjDgFnBUSXJUwJs2m1JSROmC6RohXNaB9Ld2t3gvBZQ9IpbFIkqrIXQvkVIfBVOXBHBz3g8a3XUNNlKqkXPgJiFieth5g/HjXUHkuXY1ClqN/4vSn2yql9yXJAi5i7RTlhixjDn2ox4QtVu7a7KlUW1O92jTSYhC+WO35AR4WrrNnyLl6LzB8Z1uR275S9V/b5hrtD0QriK5Z6lUpd0vBC9zQEpupdA0EsOsG8Jl2Lq6NJrc4kkdrvqtpCPVCN75hTQFDJJJWqVvpYuVHaDaNzKSt1q6SquOdIipa/Vhh5I7Y3Oirl7WyqHPp1CikevQKUV0nGaWoBL/lq82uSekmqTFyoQxY3uqMI+obNQtDUWqkdLHI66XBruDY/Cnca/VoZCnmFQi9F49WtnCRjjFhDqvXoDmdHuqUVrula5NvELo3t29zgqLjMW8kWXWLP6LdHotrUr1I4/Fh+Y52vRytFulFcdQhz4x+nHn5/kNmaqTXR379U5zr8Y2HBHBC/wAAJuiUapXOOlcTHySVoX7/AAwht3ocMBRbsW5xdI5+s/S2URKVPqZfRCumWX286lTahyFqlLuYMPnHmrNWadUSpNBVqkR+1SPiHrY2CtDdA6o9h7QhUo101zWOchqh8XK5xcRKbvVTSJi4TR4IjbFkPupKUSqfeiQP6sO5gAKDFLfVcTSxg0Hktgmq7Cs7R0qkg6SVIQ6B625ewcN7CJ/a2ylbVKpj1coEPIK47BrUt72MXbvcHMLqEoDla/v3QJLIEAw0GGxbLEXITjXwKwT2K/I/lV0FzQI46PBEMz0U6SddsmKerudQIjRMpqdJVKvXLj9Hdv8ANG+FrIdchK6Gi0t6SqY9fh9wXNqKdY6U3s1voHDa6P7gRg60MQ6u6p5/kDm9J0DsU6rVK3y9d2/1Bbl8Rp34dGv0g0dMGB1ZRycdXdvbUb3vFn/GEnVFkVSy6tcuLgN+4KpF/spqSUqRQh7+IUMvB4+S2V9gv9O8Zuarz4YeTgDTzWwQqWrNBRozepVQFpM2qVeaqc/d9Q6Ndrc0k1VIq1SsT6eC8WI1dVokkkRJJqSvxhbjnmc3KlBixIvJJVPeKHCW+zcjQ3Q+OnZSsT5gIySSqVrlnv5OH9xQWD+gCj3StDOvtRgkeQe9NS6t0bI9lU8ki/otWvP0eL1gMlD7FazXStSpo/X6ClrSLpJX7riE7ODCITebOraWwtvQj9KvZEQ2jTTmGYUTRcr706Oc+nVvY3l4AqXfulVTpKujnP5oFheFt9VJLT72AZcf/QnuYoZskaLSVztQnT2hpt0p/wD8oav94rysTa28EQ8XJNazUlcfSxoX/IElLIpOmp0pSlcmN5YDe00+5WHKpao2K665ZqlQKFMsFah8FYhefdgNHcQdYlqOj0Up9s3LoaeLk8WP5DUXbPYqua0sbr+g5+L9leZ9Ilin4oM2EeSS7wsK02VXyOOMlaKpVNi4h9AgtOGZzqdfEYoUoklZaZMXGAiZUlXWhU064BXPsCuq6qY/Ewe4VrvJqU3I6W56hzf6byjrh6lw+aKboW7VKya1MfimwjSbom6spqrj1yKw81+9eDx4RVVXTPxavyDGkKNm0MRKVb8Xdvw5+EdPDxqGmyPJytzU0M6SonZ9xrWmZtdcl4vPg4RqlVJXO458HBrEbDQNLquqBPQ0q04h9Ln8gRqtVWqv4yCHBFwVP7Keo5VJpoWOGaqVeakcmuADnZukt9PUP7I2ZEqSqUp1x4a+UQWZqyjpJZA6U8iP9mqOUchVVKuAyRtVNAPXFHOt9SOFjmj990w6n4C0L1i8r+QoVMklmvzBC0eSx/qB1Uks7pii5De35INjqpK9sN2jmVmlcjqjhCQyllx/wjySvjcfp4AVPqJuDZt7Z7yVfcrbnWMOHqUqUrxgma0ra+YNTG2UlnfQvCkeRyezn5IYouQi1StUrMnQww8w8+otV/apK4/k2vkFsmVmleliDKNIqpb1UPkcEfKKNR8ixbvRTXVS3qochMfFEF1LKU6DU9KWREpSB+mFpnDXNZCfGMW/AZJeA39gMWk3NK4mlwialEqypqSsxMFKM/8A4uOerHIwYOr5DKC0pKVkE6d8Eb/1AlKKdNWpFVa9RfIJtx6+YQIR+lvpyE4+u0NpYGaq511idD5CUDNVUjzUqnGPVAas3ufYmoumaUaq52v0dw2HdG1MaZ/+Ukch8rEwBUShbIjprkE+QisdWbNV9D5hn8jnUFJnRqOunsiJKpV0Onhje4deEee0ewdWtFqy9OoNBSdOkks6L2V1L9qra1MTjmvVgcq7kfaalo2K+q1qTcTpApKk0ku+IUZdWwfpbAfpYh/nwR3BJ1c3NtaGVn196Ma9EvVw8IDgHs6mEEpayF0KU8aNSUO6SV2K6rkOTo7sA0ZKpb7r1COJVr6HxXlr56vmwgsq1lnQmRNrWBUV0kkjjGScRps2UkLCvVfcEUXKSotK4y7UaCyGlyUOTvPG4+AeisqrvXzC8h0kvxE3evqFmzkuV+QMXRKswyMbIDnezeP09wCuaR8aQCbLyOmC8u4FDYbB1rWETqzbULzn5IVQW/gF77LViMlVNfkAl3f+gHWd/wAdd2IXLveS44dWBS8BqriUBoG32UK4LzfQGDxVDZCYlho2XwnMBljJb1licJXJVwOdZIJeQ0OotKblRQsdJKuBVHiXYCt+/lJAl1HZc7cBK6XVVzSoqcP8vI3NIUFWASxKKpOgZ4f4xSnnQUZLfelDmFiSFr0Buwb3REiNkC0oeNFyaNla1xFRP28QTalIzaiUFMrNILiTf9vkJRJ/+viiZE8vL6If4o0OplcYJK15ohf7gul9vziJk5VcPDYxQqX9AvSPvvoiuCfivnVGU4hXMyeT2GJeNBJYf/YKW5ZX6wWn/HFE2zaozBLUoriZLvky6guiXXcFS2u0MjS+JGEPG/UWkir0wPGOvNe4RJIyW9cSH7BmqJBqZ5v+/UJlPNqaxFJCzUgRCG6FvIpRGoqrx+mKjEtQUaFl3oAYxf1gEyB00v8ATr/YYLC1GT+xrtCZf8v0BQ4wbfAGSOgllkCdIqoZJxVzsrsDMneIYaCX4wudw/QGCkLyQCXTA/Y8RUpECHbKhkoTXcA0Cd8PEawapzi2CeRrASvfGJFMF+QlkDo76BzpzVbKp3wQsp42zFUYXgK8g8lVbmEyQEEyyuwL4RSGNE7NfVm2umPRTyx4xkpROIM1ZtqPT7I8C8o7MRLyucGYE7+N6hjfdfeMxKl2OKClkNCOywsB4pOSV9kYTiLJuXkfmAHzkRhC8JGNvoxf5qnr2hOB7IBjKcTEDj17lRivAYKbm7eKHUYondyL03CqWaxD8eteGmXZ3R3eNXX/AIt+vUG352pxCClwkkrnUq/ErDj5eCHL3R28Hq+Ti8mg0VTfhafq7K+1F8TjGwbfNwj6A8FPhUVatSMLrX8hcl4uOa9W4L0RzxAsrNYgppOiUqUzteYTHJU4R5vP/GR5VUaPU4f5Zw+Vn1b9tsH7VN0k6IfTyhQpSbVVKbN9ofLdGqXR0XmqZXqdI1/DHcGwNqZujdKkS+1KhNI3N1Dw/U/wU420z2OD+b45aZ3MlOJTc77Qc0ZdJReadDjbRaVZbPOuerli6Ld01/8AfqV+OYeQ/RvinTR6sfVR5Y3FnZElqLSdTUkiVKwKjSTCbKSqdgw4LC7P7LV2K6pSv3g4Z3V7K/tXVc4r7EoiLkydHYVKSYK1JqRBB0RqqlNajlDy7FWi0iKulT9PgBlHeF6gVUpUo9fjl2jCM/RT5NoovVwhpm8vFtipTc4cDsnCr+ymy+xtBLR/hCucdWSquXxxea6ygWqp5WIJy9Fy9y3H6iEhuuwf4gObMkkhqS/hGYSs6QnmFKHhGazZU0lTogS4ueP9B9zjs6IoxmpZ0ZTbJOktizcgae1uw2VvtTiBDTF279qrZOqhxuLjn9CcnLBR6TpqWymv3WbXAbu6N+wV/ta/SGiNvCMlibKdY/ZvAtHwnUXmn+R5B0Q4ppkJTVWP6Ruhf0zZSgzoemHTVL70lUqaQhc5dFcbSlqkqhicbBH8w0dlot/ZNVSHrij4q3QIyyJFuvoZJXYrp0TH0awbU5Q9DXR0XsVJJDHJllHLLqLgJr9N0krj1+Ngvdd8NFS0ywak2BSlSpeFIPDuT5FFnzv4cP6Q6efuj0pQKVevj1S7W6PmW6fwB3b3OWrqi10yE6ODr4R+mNCXVv1a6T91MqcbaA136lyVKUCuk6SQrnS4sL/nHoQ/kJ8XTqjkn6ZY5H5E0ixdMFZStch6wFK8VSzVcg6l4bKBasLo3SrWzJNPU845Sqla2o93glnBM86aLi0q/S/9o5O8NgobwjXR0NZNXWRxhqMYZvTHr8Nb4dwjLwCztNz/APUI6a2tKUWg6PXy8MPcOlUL/VeklZKz2qHFbmqQ8t7bHyZCHje78xaVVVLNBZenhIDs+7KC8MVy91DWyuoI1JhKabgj5L+ENbn6RoZV0dJhduQ+3ibY+D6JpFJq6Iq6rnTr5G75Bt6d26ST+VcvPa172PWw3/XtjmfpF9mjLE++UqGav2sr7UnnOXQNEKqSuLdJVHSrU66FXEKPlai7svC/c4rsrZ7qooWFTdh7h0a5v+pTwgsJatPNWtIkJonwHweQcfJwT/BnRxzx+RulLXPOn9f7quSofi7nUNehc8/aq2uRX16h0+hPCzRd29zh3TVqgydELUMQ16/fvcA5w/pGmaLfnf58mVU8o5oT5oNwkdC4+OfUMaT8GbClKGO6SYHOchcc9a/WHzF4Rbi1aLdH+6nQJX4uDrH2FcLdY1plU7VXiZG1h4Ai8JXgu+2Wp1ZtpjnqFw4AnD6mfp+Z+49FOX08Jw6D4XMjK/iCUSqpVNfINpuxuT+xnR7KoQg1QkZQ+i4+T3FkeXOOLNrudundUMr4hTLJueTqHX6Dp5J01QfsHVc9WBzl8w+f0T77kcQ+vCGtE3SOqGdTUldOGKfSh1B5yvsQcM12PrS5e661IkrjkPerl5hu7GmFaBV2ewV+5Lnxki7acevgiPnO5e6drTLXZTBWocmWTi+TnHUrk7s0v7B1j18TH2uq9whXDOOjhkpcUtn0BRl2TVVqRVJXQBdFXXJMLqGtKJKnkOvu7jFvwvaMcG7AcLudpRr/AMtIw2UcjJTHMUvDHc6r4+jLn21zn2WdhKJj6W1HzjmpwHvLZ0xqkklazcvHrk59oHuk0lUpSuOObXI3XJMHX/HKZVrnIf7urWwKEhtQv8MNodMQcpKy5WvMKwqaN5sBjR6WPZVCcbb9Q0amaBVuSfnplr/armtSE2yx263VHdHTTtd6AFMNEnTA7VVKuQ5YlP0r4WfGvBlybMUFT7V+wJ2fkLF2STpI8pUnzHNUjurkqU2AqrUQX/tf9cO7C+NrZPXSone6Z0P/AIjGFEbK+6yjnJ2cHlHPacuMapXUEVVryCFgYiBzRqX47t7yesdKY0s/SStamJfGpXUPklbo0HSqtgu3xMXdhGG35w3Io4CcdxmZK6apJSkmpMTTKW95AxoxzNspRD92GL8xGj6OmtbLtC9s2y7I5D8faHM0sTo9zezSKMaynVItVcQ6Do5vJGN+GAbug7SVouUqkTJGrXUNlaLpRO6NJKuTJdVNEm1A0Yc0b3kDGjZTpKbNrkXxi6/QLB4vYzefYZUYkkrne6FN1tCqq1H7VI+ymRq5d2sTbNCHyDSjYpNVc7XGxzUlf9xbFSRJScHZqVE0okq1I63hfK693q8ocIw31L+PBEaxSrf7BpSySqUc6VrmqbSZ44MMOCMRsKKqqVloZAEV9jv7QzITlcv1c8fyGkOqJ/4vSh2quO1enrIG3Cx3S+XbG2JK71N/YFUpRLCnqLOkrloY6R9qJY7d+Ad8eUSfuuDNcZmVSr6GPkgxF3KmKzf0+bANPev6ef0p9jNaiB2udcbdaG5V54w4QZR1y7BV1s+lFXTo5DZKqhoEv9RY3hOHJj0sdxy2KLsU2tM3RyksQiBIbKlGhCCkdGBr3BzbYZ0eeUqSVUQOS95oR8oB+zGqtM0olKkWpDFqX716rCMOvbjDyDZqOoNJ0lNSyyEASzHlLFUaPTFHzbrV3T9WuR0knKxcmJYRvh21odX/ANX2dsX0zcy/lbKm/emuOlW2jXtuHlgD6DUSdNSOksQ58vgLGGCODmjC8Co06ZptThoSU5RkpVrT0o5zssqptmTjC8bBu8I2KiTNZR3TBWuQ+MXq3L16F8NWbebZZafF43COc3Sr0pcbPoZqkdM5zfdVT4KpDRwwhzw2hRrHZKK0E+FOm1WtDEYNUsd0rAmVhvbsb3OOfUMzSVanVVSOQ4pukUVVftVXTo516kT1zmjHdjhBlEUiriJJY8w/F3Ih8sha0c3ef+LfrtX+J94Pk8EY34eQAUwmk/a2VchKml9BuHhAolJKlCOkss5KxyVcngGnmbP5uynWORDL6vyCbsrp0L27dq1StUuhX5ogr7N2UkRLQPf4cXhGyIsmqqU3OEqQq9QuIxotq1Oql2i1tGIbjkS5JY6ic9btn7BX/jiSVfGidI+5UjtX78ecbVQlxLCi/vVKKz1z5KRcgvkC9Bmq6pk6rXH7PNGG1EbfSzF1sUiqSWR57wXC3op7nT1CS6G59Jq6av0kiEITFOXoR6t2AcwuWapNZrVKvXJXxDXobV8CKMnVKMJU3IPAvk54humd01akoFWudchbA9XAYnBf6r4D6ewFKMlQkcN9gJSpVv0vVeCaml1f7BLi1lS+6A3hK5qmXVlSipEENE5zX43uAa8pQas2kWqVuogr5am5zg+7HsgcfFNSvwc/XaKq71UxskHM6KdStOvobgeRomyta5Dk45soHpMX6VRWaTdHRBZbQnLOns1pKj/FV6l/E5+G+Lioukqj9qlUXangchicMNyPMHxY77KPXyDixAyWIrK06n59QLjkJCezeitWF1tAoKpY5KkDHqaMd3zDn10VHbAr2WRkH3BsNxNK/ZdKHobH2K9NE5Ma9Cvulh1h5dZQKSqWhu5fuwjmi8Jl+SGcLRyEy3K8SNfohrc1QSuxT086/td64DX93aDGNx+ymq6ugQuLU1wjYaRo501uXapMMwRInmvQvwDc8vCD6eGjQqWXVdKn0K9/zBMVurKPKy6mvlBz9BXZVqqfK8g8inySvYF+OCjASc5WVNkUpU38Ik5dJJVEksj1818HNm0pU+ntee8JbD2VXSlekW9hBZNMWKJykrICO1UtnoTc3kVAxeF2LnUgvdpTbXLIMjJ4ju4ikEqLfuqLVxGTo9Zufn3S+UGXV3OpJZrHr4+LwRGpJJ7KSIkkrUOQ9cm5Asb9+H0HRrnY/bLU7WlHSCC5CwJ/kwbcOYQlxVLR0LmUlizn2wkpVklUOQVEaTc6r2OjzDbXFy+xX50knU+volLH37QmhQSSVqrUQJ0jX43+oFvEnCClLRpv2Qq/slUqhONVwC0tySuaSSn8TaveUbwaFDJJSps8/mAh6Ty0mrWoSvl7pRL3PotgvsQUdcmwob70/VqcUm3W4QJTTZqqr9wSxA3cFVVVmqq1xUdvZE2KlUqGx90NTFbxOfv6KVmzWqsg6Hm8ovoWKtPJHSVSt0L83pXo7cOsPqSTSx7XH4nMNVOurRb8j9riVzyleDCC0Onno9SDZ01VPZYnqFDdyqqrK0yFh3usbTS9HunTWblkqwxyDXTMstXEIcmsBrM7iHOzJOmBEpRCHIeNbFwmhuDWHZd6lWeh8xsTY2+64BW8RSVzSR8cBdxbyj+zU37LYtql8PCEizOba+xxeEb24ZTUjpKpVz+fWI19ZpK49cUHT0aodFXHSlEFJmqvJVA6XiqlZK6fRFZIJckH7bNHLsLYTUuOGDByql2Bce1V6AsOgliKysfic4dTQklkHIHaqjC9GpK5rEP6gsm77KqdjADkFVZVkrXJpcIpnkRwx7C9duq1rgSK2RNSxNMOnMrfUvTCxykqrapJTPwjJjrH8lssfOkps1qlITqwxK0b35RC9RwqrvpxhyRUVgp4je39DBNTuHyTgxBZ+1SJa4nngYKTRmpdjyBkycbFSlZz1jObrQlKqod0dSrWbxCadTnhuQDkjdq6zuRxt0aZE6U2ysz4cjaBTOl3TXO1xSPJ00RnxPwb0Wh2CqQV0tc1vqWX5xSwprffiDL7Zm53E7AOpErlFmpOWLprvVTFxRbRd0bpqrKVVOcnlD+ek6SOlsWuQ+Lj7fXAKjUQlj9oBtxGXX8jbm9M0DTKUp+laEJCofaP54bflGHVFKpJTaLdEddAuWW/w840YyuwFZXTDthSGxVSOkq5D8Ypt3hBT1sHJx/lAMJSLrNK4lTjcMNvnGTUvK4/5Bvs6hqUS+/tcfQVIXHvxhe8oTPLl6USrumCpFkOibHLDsgtJonCV6YUWklc7oAxKkRp8XCqSp0lVT97B6h6FI8kqIjKGTs3E1JpK+oVHpDxo1Ur7fZouK/m9/pDJ7Y/t/Y+i9yxnZgTFeckPQd67oFDKD8jJV7KFhXU3fQqKuqr3Bkivt8UFIWcPKGKp9eMKTRtbXQFKy/fFSq03fdesG/AIwCInspvHydYjETWtql3wCVflRg7qy6YA8oUGrOZSVlXCx49SSFCzqUlndII39ITc1jgoeEEloKd0lyQVuX/AI39wrXdqze3kYwqKWaC6odJ+AwzmbmvTFqJld9yMryihCP6yhg2S75OKMmbFkmpJtQMSN0vxeURQb/7ic5Xp1PWYOLeRmMbXXbFRVB4x+VS16xG/wA3tBXMdwRalEXkja2WsBWjK1wi9I2+hHUjKGJFQvsccVKQBB4Td6xxE0JVr+Ib4jAJvFCUzsYmQMm3zj6H7DyafK4mn5RmgXXgJIeyPa9vrBKMVVanEFCBEsfpgssNdoToeskSiQQP+CoLIFSFCkARJv6K1S8qMQNZdAQUmjEJqWd/IHqEaDSGF5T2vQAyMeVVyOiLavOMvkUl8QqMJVr3hUaHbF0Spdjta7QrWhK6fqAikIukHPAeRT114BOBR5KHphmCS8jBuWb0ONjBmkT/AFC1sXXnDFsYADReXaAqyW+4+4CYR33W+KoxVzodpRJ1KAoVgKoklb1iBkq28VwimDYArx9SsCiT0DjypQQdCaKVSa7gQCRQpFLfQMfOyhcraiqPitYg+Nj0iJoWvExBgp7XX1CJ4CxMnJY4BnDR2q/qTbExm/6HQESD0aPAi3+JMpRmEP0/sIQOkJmJ436AoOUicSzaiuvUMbll+QiSGpxkpe2Qb4mSMwj/ADGCHHqyepROGaskiBmwNHoEm/j6I8QkrsDMC6/UehHegG/obUdGDWQzGHJeiYTinZf7jJC2onIBQQnxC0pN6xxaVP4/3FkU8viYNEa8QsogWy6AnXS3pUYOTxowaPjQccu5vy0SRduklc6LKSpN06zqp8irWIaIEWVtbIYPGUqJP0vFN21s6Yer5uJUmJHdz6rpWaq/PlVqwZUW1dUX/auj+vaBJo8lliZSzc6Ffp+Hs0g/6vm/yZJ24dP/AO6dHACLJVr/AGquvnBhlJSuayxk0VdfWAvS8P0Z+r5PsrJspJL+6x/mPPVn7qp9/wAvimFpob6IGUsgP9JxS8BXrOePkUu2D9WyaujnPp7YMotR+wzqtfG414ExNZDxZQWXoeGWmikPX80d2OW107pJWUrXIT1gem6fSxFUklzn6ZgsKbv1BEyu9Shxz/iuHLpOiH8rzVsWP7pqUVVmpJKVMNUVEutpRWyVSrkDQxEtSiiEUks1kB/9t4Qf7pyruWtrrUmtkq6kcTGjCN8b1cvdfvv2yc59Ekzm1iOaLtGrpLNcIHSbbF/tVT/6jh5/4dv4M9Hh/moxj/5Dvq3hHplr/wC0Q5KuQcTQ8I7p+l/Yd8hr/qHAXtJP1UiSla/ewiKN0z9rZJJHxMrGwG5xxz/jOaOu51Q/leCTtn0KpdLNS+65ZBrVP3SKqsDza5D5HNe/McoR8ILqbpk894W0z4TElWuxVUq/S5xyL+P5o90dE/X8PL8GcL8NlIKun5+3H9xx85FcdUdnuuoxW6h0dVrx8j5wGk0h4O6ZSVlSq/v9Q+h9O1CCjI819TNIieUIwNNzXtjaP+BUyqrK2Kev0yxDVv4Jbo1bWV7MRWXJD7BizRDw15ojMJX4R0OHgbuy/wDgHU7sRc08B91rqv8AcDkqdGIWPPx/GzSVHNxJJVVJWakrU6e0OpO/AFdu1a7KVotep2dway78GF1rVWV9jL5cd7jwitxxJ5RCrm/CpT1Fqkav3WykCZE00Y+/bHVqKdXL3bsNlNX5EHvF+Q4JSlzVKMLJ01OTtljD3hnce4VSf7FaupB+PWvDn5PTqXXDTLR5fB3dlSFPXOOtn0W1IvUPDEVwwNeG7XM3Surt67WlNisj1sZIm2YJriqba7FQYXUJTyZBFUi++PANnpegKLayH9FqyK+kS9tjyuXk24Nb+zq44+UdKuKuDotg12VKOTp1r42dzRLXYtlj4kRxhG7O7dJLYFFvyHQJp7uDyicLobsmqWynSqjpc+QSrgL5B5nJ6dzlk2d0OS12NX8IPg3Sfuj2Wcv1fcOD3c+Dx1c4rmunu9Q+lYXVqsPv90dQh8vg2tzCOX+Ea7ShqeVPkZGIPV9EuSNLwcfqJcfbycBWmpZ0VGU8b7IZUoVJ0rNa5HmCxRHetSj3F2PNbcdILoa6SlLnHU1gr2y8bmHZ7mbt2FMpEdJKyFyXqxN2/ujgqie9C6j3Lpg6Iq1xDkBoSfHmtn1CyujdNaUQdJYnY4OGMR2e5i7tWUhNdd+terD5ZuSurSp5KUqrUXJo68I6VQlMSkiJKqnqZJN2r9As4ZHI4Y6PpuFKNaeYSklZa5LxiK1oV04w2ow+cBuFw136s37Bp5Wo9JeqHrXoLE40Ny/zDgFy9NKtVULXErQqjqCrNKnmCas2ouTGSVIbCnHbhe4eoR+JO6s+k6OfJP6is2udMnNtecbAmm1VSzRNeEfO/g38IDrZ/wBg0ziOiZJtqCkIYL8OGMdvAO4ULTiStl0RS40DEzdHciwuja7FxCbVU9XCnHcjCO2Oe0iambnH5KGVSnnwY5NKG5uDqMV5uaGo0pGbdRa8Qc3NFVZTgm8gJSg6efpIKqutioH4m2Arorj2uxSKpP1112p4HJtXjQ3dobYVzNVI10NL6i2FGpbKPKVP2TbQnKDlAu+RRNWuWUmqkV2Vo+/bgNveNElWtkNOdJK3OUz96Sl0cuaskfDZn24wjuYRtjakknSUpJUh9rJ5wV8TN5djXDsLU9lXIfLKbDDy39zhgNQXYK3G0pZK16LdGsvEnjtl5oX9qA6sQqTXO6Ypf0TRdMsF2qtSWfRq+vyDOFqxoTwezWaPSaq2oZwbSrWb0xq6BHVAv/sF/UroY6StbOJ8MIx3YcG2NoZqTUrJUKpeClqXYDdUalSiS6SubOWoYnF5/nDnCtosrRaWwKUVxEMRJwbSJDav8+5EbIg42K6tcg/sjXvCCs1+yyNeXVgXGwwvbfrDyipKycX1UAJXRbKVlUWwXdEIfGOS9U8/CHlFRujdK2rVqQlWOWpG/wBUcG2ElBrqpJSmtQiaF7Eq7g2ijnbpWuqql3BK5fZZqHY5zR+yklV3SuWuqevULwRjC91DZ6PTyFe/5eoKSsXTCnnVFq4iC54qt+o235ojYmTOVUSm5AyQJianqPdNX6F0bW0IQtVwkTaqX8EYc8NqIZUO4SdOiKtVahD+8PkS/wDq8caw4o5W5KlDq/8A9udGxDGLm4x3Ix2r0Q/xJqak6NwiebUmpYnGq4Br1NtGtDP9ntUqjJe9NqlxCqRhCF/mvx2+cN6NpCalna+Nkhk4IwVYfemtdDDXLzCmpRE7SNHjdpQ1Fv8AYtuo6JopFvxvc+5AaLdZdC6uoujJNa1EECVClMbDhw34xhgvx4BNAzDZ71VqlUrrnxdvBf3Y8HWAXKqTWmVFZWIe8fJCJ3pl2liU3WUFNaoP5Sf3UmNVLoR2/N8wE1SaypSWIepCr8huqKjV+lKVSz98nkvYRz2kSv6LfnYTcSviK7picwaaxaaJcay0AUmns+lDqqpV6l4lX6boEXo6VXaqtcsuN1cHrDBoymus6clQ0dLCNgi22VUsscmLXq7kQYLLuBpwXc5tRTVWi356LlHJpJHPfqVI7nXCOAErMFaZf7AYJY5L1ZUpY1Cw692MeAb3T9z7VWhvvSWOQ8SExo3yiqgqMVYMEGDVLEyq/wBQr4pQlSHTuPUazc/c+lQ1KHYKq4+VWOXKJGGHB13g/pSjkpU3HxOKXAYNaWoNV1UVa4j1DHIetuQhG+WPXC+K0XOz0pqqWWWJDk2oFvYA0U4S2Z4SQm+zktgbKlVNutuQNDhATA6qsx0r3cbDU5g4pNyqlRa7VWofFjUxr/qCejGqqrUnHq6RcoHkd6RPjh3ZerTk1KViHqcbSCBs/Sa3WzZVQj2+Q1bavw4LwaKE/wDlZeWTF4NsL6XbpKtSOmtSu1PBWr5drzDOGuwYcs4sPpmhdny1UkiH4+4EziVKskj+7a4B0ijkGtKUWR+1SrkXLX8u7D8hqlOsEklTpZBDg8QnqOP8jV6OIq6SPN0zaIMVaJJJTVdesDHU2LX2KriYObXqBdBslbqKU+xmteplrnLglk2tvhiKznjtg4+OU3+gqgqNSp5LNVCIKw+8E275eLEbFSdJUCk1Ik/rulyX86a/W64X7w2NdqwuXoYjBglUImSoX6x5xz+k09lKndK1Kghi+V5ss37KpGP+QNX/AN1SaEIQ/Rh1YBs9ypmrpge5d+rkEsuGXuR8mAc7Vop0kqRVKoQnr6/IGTI1KNVSP2tdNdA1YnAYm6Xq3esO+JUHj9RmZu0uPVYOs1UJxyGjjc0Bra7SUrKSa/Ud7ShRd1tAzWtevUxyVb0uN69GEd3b3Yjlt0lB/ZbqVkaXl5gOJ4vFi8utmrNVZSua7WvCA1nCuypqSSlQ58f69QZropJb1+rrA8Ut6SrnPxSlvxL5IDoonCMn2F71wljpYgVrHVlWSVfoDemVwdMums1Wiz97B+waUbcSkwrqupGJeJlXwsXGJnGaRoNG0PKYHpR0lU8VxocwJUpRJqkSUkTEJi7tWHBfGyXWKJMHTJVJUh0CGgkuQl6FWEd0E03cVsphs9gliVKxi4N3dhwhJ8nVQ3HDFX5NMUpt+qrNSVqE4mvWMRK/dKzZuJVr8Eb/AFjLllsVXNTKmLjF4Ny9AEQVm2SuJidXVDqvDLjyYHKcCtNtNtehDnw7uEExRS6eP5hJtKzXE09zyBjBiq6SzuIf3AYRB+xWuzSStcjjk2wIaP3qUliE12g7Kz8bp1QGdulso8qz0eEZxsrCWRqlKNEseVz4/XEIVmqStdqql7vcN2pJorNsscmhWwBRSbRXOykyd3JiMlQ1/QBRa7pKpQzrTzRuNDgjzhfTDJVq6zXoF8426iqLa0olsVVWQflT/LgDmFAJJJEYP7dSpXSXrX61/h54CUuNxfSPkp9zlaDSUrmlAwNR1qha8Fco3Kkbj3TWvKr4+MTFCslByq6quIcmhuB1/wDpJypiQ1GpKqzUsQmmesEyjOaqeyr4uL9RuhkciUrjn0dy/wBYXHo5VKyVSqHw+4NQzZoK9D8rx/UAlqLVSzWR2dwb64YqyrXE9eAALNJSsrLIfR5+ATm3EtD9Gjsm01VeyyOPoi5dDehuhaB2UkfYqS6ZyEyNeAKnFytMzf7A+JxyxCqaGcK2aqoTYvTAsF5Ss3Qr6A2VS5ilElT2WOAnlAumudS79YdCYk/7F53nfJhxTFwiUDNVUpU2Wfi4AWSgdlJTZtc48WgGuJanr6W1CIeBGSj3FkaKVVVsksQmPlASLC1lDZj0A6xNiv8A0vleiMOaJpRKoriL8c+D3bYrIORrR0FeSxCYmTuiMEFehxKg2IyyuaVanqE+YgdJqr0O0XgCoVS8idMyqVTIODCFVSV4/HJuA1Si0lUjq7Kx8GLuGvDKZVZVllgNFLs8mjspKyxD+rAMqGVSslcsWN2yqvQ7t4GQSS/9rHJg5o+sMvsg8bFpVlf/AJQJTf5CSv8AKHAM0g0YTSSq6fe4dsCFbMJtrXxMbgrdQL5GD28noPXaNXStribRsrdAq0diqnV0O0BzJJb06x8vH18gudtHSrVBLYvbPWwX9wacwwTjp9i9u7spqSoJQph+kqSVXJtaURrLhR0wrpa4BsNERSVYbKdKnIvgqJVb0DQ4YxBz0Z8SHx02tKWVMpVD5eyCbfNDqCU9zCuOrsomIfExsqAYr0i1VSIlj1yECfZas2ydVMfGIb5gJpklBxPL3O3Rtf8A1Z6fHJh2+r6AKaqkrKdJVKnH0fOHaFOv0lc7X0gxTphq/mbPa19PHLfGrLY7lOjVyvux6Qs2UlrfxhsStz1zj9L7qrIP5/ZiEzu4+lGv9rUdVOSwR80fkGoOZSVzqQSVWV5X2cIVniq1rpK10zk0d0TI47/TrB0hWg+aqMQXVmnS/EAIu/GikyvJCckZQkMIufGgF0/y5QEXdf7fULF1vbGgsSpN1SivK1wmUeKqqykhcoQUwRlWsroCgtYkE01fQ84PblEE7LeqmuEMGxEvTAooiTdvvqoZNk5VrkVxTDNC9E36OiEaAmWKRGCJK53ui8kOxj67Y8onaksu+DegNAipfbxODzdcMIFMa1lelWDJw31/IBmSChSJoG3rH7m0DUoWQgzbA4qO9Sq5ONzhWHZQSKqtcRMaVxPmC4l8UKFYJY80b5C3UsQaMOwfsCJIcqJVJuayCa4BlOFlKlZBwWOXIH/h7vOLiG9PT+goKbkseuCShVoxJMuRK9u+K1IC6MO4BznV5XEGJz0VmIPRNvXeEoeh9REsPiGNB6LyF338wTW7HeFRUxZGEpIg0RmXFMIKGGCx5IZhG8MYhCF8WQL+kYgmqr/pudYsJGVrh8nMGbA08S9uDoKfrASR1UhdF140KJQeU4xfSApHE0WJqys7xw/c162X1BOoMJRSzvsbYtNH0D/IJLvYYStUwMzflQMshqf6hopADnJZdMUghG3FiYzfL1h1AZUuu4HKyW9cS+Fy6fivoA0PFsAlpJV/KIoEVVBMU/bGUkNaoQdzs7PGKX4RgVwLZf7iScOVHpxPn4mU/YEFIJDNfL9ioMFLrViC/wBhUt0TgYSOPEshmM2V+oBMb+zJopCUIWXT+QgSHihmEe5XIMKspFhIjAymJQIFbo1aPJG7AvKZJKyFUDJJKjxl9fmAk5DPtZMev+2IQU3yaKzKjNG7aJHiryVcRiYRVGU9sYzi+yMeNSxxIxUhVD0BNK119wZi/IyWbN18wiWb3MI9CN4STIFNFPZmBhI0P1ikhhk2noBqHT1snAu9CssctL2BiKu9ZYhFXxVT8woKrueVNkfsPHikKlDTRTFfIGkN9lkHHK6fF4Bg6oogeV/qB1VrUC0CqQZA/jdecUHX9gCKO5vfvChRWV2O0AOGOHQHUWy+IBVFQMo8Vm64oDBGOT2Xqr+NA6y81IDOHOtUCxecqBcaHgsXQSq4mgBeUrnalT1ipy9lK2WP9AMo7E3s6IRZGKKWys1LEzPNi2vcrbYXrPvQA6jpKVr5AkuOMn2Lwm4+RkndC6mkmtSHx/UNoomlklVZrWoRfibhhzpVxr+QFjSLpJWakrU72H9hy8no4TOrj9Q49z6ZoC7JJgrsWlGBO1VGxOaTYOq6rVrXOTGxPmPlejbvaUaurVWf0D7WDrG3UV4cFWDq1a5eXtDzeX0E4SUuM7fT+ojJNciPoahLqmrqo1Vak6RFS4RuD2hKGpRqSUwQr4NGG1AfNh/Cxc46+9JKyFyB8z8PbBKRsV/jk0PqOq54bRyy4oZaZvFPeDS4ilHR/tmhiKHOSPDD3D518J3gSasK9KXOJHIQhomq8W9Hawj6IYeEOi7o1SK4h+j+Y1y7ekZSuasD3znS3PKFjz7o3tOB8+XDXev6LV+xqeakqVoY5y3h19SmWqtFyrA6Z8ipwAt94EaG8I1y6j+hkiEpEmNibXN5b+G8ObuaMuo8GldhSjDZpPPV/a8Fm+Lm79zojnDaNsoykFVX+xaG9A+AdDopOlGCU2lEiEOS91dY4vc5Trp0rs9q1XTdaG5V5huTqnbrbo0tizTkPVgTc9fkHm+o4rnXg7eDlxWyfhDpai6eV2K6Sr9nbGom8DzV+12ekkeQQvGDuiEKLavz/aitc5OMNwd3dsFWpKGotqQhOyNHknw9EEMoQ5dvucHuj8HSVFpElJEx8jqHNaXoB0w9KPeH1BdSWhkqGmq1+9gw83COJ03QL+nq7pqlUQ6WAer6X1Epq5HD6jhwZy5ZLxQhAvAHL6jlWqtqlUC+Od8478/o5Y78k2C6rVWakrUPojq1xd3KTr7hSmIfRPtDliKeQCyRVS6GvuAi/sD4/Pg+nKIpxVqrKyyVoYu3C9f2x2W4y6xJVIiU3E0OAfHlxt3GwKjWlK50MBSH4vBHq4R2Gg6cdJWrVXEPrfhhBeJx4NSdn0q6ZJUo1Iq1VqPUMduqTbLGG51RG43DXc7K+4UorIpFC8RVI+CtuVocMIw3RxG5K7TImq1+nW943RVBKmaj9grUeoYyRy7fZjhwwjwDna8i3kfQiV0NkRULadp5qlSjKlM3jSleqO17xzW5a7TZX3B/YLkNUOU/yGyuj/ajBdrl4lkbin3BNyvuHCnZ1ps3a4ivH0t0FqoyuOfujQ7ibonSrD7Lfq1KRo68RUla/WhtwjCO7fgOhtHKSqRN894dOLiGaAHtDtaUYHaukq5D8f5c45ops+4ilCNX9c7I6sCJL1cm/omjuR4L466o83pLLCmlqLSp5qowdNSHJrh64BJQvYeN4sBo+lWr9IkpUh8WAuXIkkrnSExOoc7RSpS42lDsH+Yr10Fdy9wdcNobaWkEn6RFd8wBU/s6HHInStBpU8kTZVSehjpHLtljwdQ0elqWujoGlCUC1YEXdLlrTa2IWGHDH6DozPOzdDijS6TWV/5kvNS3pOUbmwwC8kMl0m43i6C2VBunVT7UpQ5znvVit8G3ucOATutuZotrQxFWCS6i7VUhpqqkTxvbuCODBwjY6IJKSOq6SxNGqCytEn6p0pVgclU5D8EQi4qXcf3I/RplE0akl960D+6IfIs1UqkpqfHAMWCtAvz0M6ryD3zNVa0IwMTi80YesNmjh1KUtcgFdOpAfULbqbnlaUYJumqsh61x0j88NHqjtBXcvSmz86lUXQvkcJHLeiU+7fh6+qI21mqqqr96SrkwhHdbQaSSv29QyRyPSFtUtqcTdv8APDhFHHyhYa0xqkik6/QDV7mGtM0WuwdOs4Ty6w3BrVD0kkq1I6SdZd6sTdLHdhHq2hs9H0hZWStTthk4UCacfic5pCCtxqR0n9ewzStXPcXyx2hk9M08/YES2UmyJUjkJwOfa40dq/fB3hQppJVggwmoHOdeFeqa/VgXCEFDFmqkm5ioEfekMuqNs1ygjJbKXSVxzkyj8aO6G9P3P7PYbPa1J6Ba5OlCG3DzbgT06xSoG6g+xVTyHVqkarw7cOuA3GgoTUuh0+END6YJ+GanQ1JpKtbXP63r3UNepw+z6UI1m5BMbFDa6Jn/AMXp46v/AKro1cnRv7cObav+UU0aqwpmnjqtceolDqNwhn1aC0u5Q+oZVJqR+13guN0ofkGtzyOz0punVxODB8xtBWaWa3ipkVeYarFH7BpQ8pU+wjmr8xY7sI4MAbDB2Szc+k9dQtmEsuurAp8XJDa56gknSUpWpj6XF/MRNRH28/m4hECErpHracNo17dhfDSi05qR0lcR0S/Wq4K17ShzRB9zdga1QseURsVWyVOepeyxrd0VDK0W/UpRJL7rVrOCE2y85R0gtHzUpqqVf6jXbuTbFoY6s3EwEq8a/uBmlJWIm4zNHom5hKlFftR+qeQfNJVr3ljHbHti7Ff/AGXpp5rpEiL6PpRVVKyxCELkbl8U021VxKZapHnssftQ3YeaMbw5cH8jrjUiL6h3SSWypVfF08PWNQMbZT+1xCaRC7XlHSk6QSf0CR/oHLXP9BrlD3LfalKEpl01+6omjKSNgmR4Y80BRT0SlxbGlydGumFf7LdYhzzSpK5HBgDNwdq6dbFpRhLr4uIW/DzwAdJUyql91apVNHJh54Bc1ppVq/JNr4++7dX1jJSnsOuz2Qpq5JrbqtUiVCFrY97yBncRQrW5Ki9lOkibKdWpzm9XkvDbWlHtaeoF1NqHXq1iGIW9ta7ondBcoq6uXaqpZdUnXg2w3Nxy1YeHkW6Oav6cSpR0dXLJWq+UJ6TQapKyuP0sA2VC57YFkklXr3+7HdAryg5rollkFFofHElyScnRq52vsAtqpKSONlb0Q12KdKVUOAY0OraWRDhn0iQao9QlLq0W62UwVJb3ppDGvQU/MbLSKFF0yw2ViEUq49fBVvdY09WjFUlSKpaHHLkjaaHOrTyX2Wq1rkISsfybQjyceMMy/HL8TRmtxFKXR0odVrYNSGqGcHvXzQht1Yera3BudG0Fc5cakdVJrXXPiKqnNXrc4xSjt/RdRq1SqE06n1/May6K/dOjpTTnr3jbu2JceU1spyPDsHU3dK6mrpJVCE+XkGoKu3+dVVrk7W59cI2FGj5tebjnEqVoxqklapaHyHTHiickuZmlOCJOkpSuPPNUxtrBuDafBzTSWyv+JUoriESsDG2r3Fv+4IUaO8VUJ0gE5YuknU1LElmrpG4sYYRuTiUloPp+bqdm9XTXGJMFdlNUp5D6HFjh4Bz87ZVJX70kcm3o7g7PcLdhQ10bX7LpSoR6S8WruKQ40Ou8K7rbiWqqU1JrU0sS+OeEt7OicHLZypozSV6HEr7V76ho1YKpZrHr+z1CSzJJJWVKPiafOGhCWRFUlaiZ9AWIKsqFqqcpK1Sy+IXdgEjpFJVWall67Y24tHcrj18nowArlpKqKpJezg5usYd4mmrtFVVT2tepk9GIEcN7KUqlXPWGyuWCs07rj9EBuqPVVSm5FfzhsHQPcRp52uxbJVU5OIGbN9Ksla56mIUELsEnSs3LqYnmAGxldlWSR+5tFwXrwTFmtSOl3NLOlWB5rCeTj7dUEu7kGFKNdAhzmyQguLpz7GVlK18c2QfnHXWdDNaeovZVDYi/FA9py2gvkUdSOIU3carQ1fYqWQNOeIv5p5qv1HfboGX3Bdqq1tyYhibuDdvDQmVxjqnnVliE45sAkp4fMqll27HPmdDqqqkayq65/mNvojwUWv2pSlmQl45CVuAb23uWYXLpEdSq731eQJ6eukVVVOkkrU7fyEeSEuUqmoUUUq8ucotWV9lkOepAhj1b20ETqNDUy6lJKnQr+YoBfOVXXcEmjlql/dNccmQb9hKXo5wV2zq4/VcfaSQupy4J1NmtVZ9cuUNIpm5d+kkpNr9kdMXeb61f1OhxvOBVDJUolNVS7YfiXPxve0Dl/wBPJ9ByWiaNV2KulpoYp9wJqUS8bj/QdjuXoJJ0/pRLEyK5eG+OfXU0Wq1fnstOOOO/jnkzj5Fjo1Ezt01qBlR1M5CToAvmqqqoGKhqQVUyWBuaEWqtriH6BxhxRzBW1Sa+iNWbuHSWarhihTLpqKZa2QwlGWg01D0Wr+CoKoXKJTZrV1U6BhNKm0pVq19AFoPmud9g/AG6QS9wm3ozesjEyavrC2DKbXm8ePqwB4m4m2rXEPhxeMPUWyVdJL2WPxOLfC8nbRXh7dRrb1NLvhM7aqq5rm730GxPqM2LXy6gXF2J7xFL6K46Ep4a84vbrq70qDjtEnWaqEOfJC9dGUrZflzjdXYMaloOQWSxFX7Uh/qGCcWqtlkfh5giUUVGdlq68IV35MoUNtgzVT2uRpVsoLaUK12V91r1Knr3cPWLEnSuIlpg0qjVWyVS4awAV+wJNBWUd1KPZ5R9wRQeKpBrsealKaq4nE2sPUAXlGqtd6x+OGvE1LsWpUgqkrmtLKByFPK76r38ISxLyuOMzUkhR8laFfGbQolRb/8Aukq9fS3S+XdCh9ck6SSOrRas8iehp3urdFKLlVJW1Vr8fq4A2Y0rKVztQUhPwyL45Qdo0pZGVZSjkqaG1Et/hFFZXeh0p62oamUpT9rUPouCYD+XciNOpy5l1Q1rKntdBUvqrQ3IhyinlqXcRGL+oDqESF51cub3BQdfIsgyiGfTQOoX9e4K4RSzXEFih/GiBo/yGaFfc8ioCE1QLGG9CSUbXsAIaDGKUQWQ3tgFCIITjqcJID+w8sEkvxC9M2vNuAFEoLJN9DoibHT1ZJXT6ZAGXX8gS4grKzXvgKIm8VmxlYLCW8VQxKAG63t4+ODEz9jWGAIwLkrsWQIBVzC81r/IDnlBotUZsqjD2NHja8w9e143WLTE5IeKkD8gpxs8gVLXaF0SK/qEUoyun0wZCN8I9GW7Byl5XI9YrOkCjJjBv0ggryDRL/ESgThEy2VcSIW1OAxqRIkRaSOu35RRAvcriyJVQUhWYPujKUN9HoRvD1fxIahbx7Ey6egLIQ31LmKKq3UL0oa7g1By+z0CjJI71NFkE/G4gqina2QCeIuSMkgrqUFpo2XTFRCKpb73NznGK0rNaGP+QZTDJhqZhbBYDlU1NoiRFJVrrwesaQiQVBTkh6Je4KiZ3ticSd8aOzNbKVuVC50WVrwhkonKSOAHBbLT7NXzjeQr9ARoTVZQuSJZDxIpTRYmW14gzQ1HVo/yGb3bGTm75zjB/wDFoDvR4eO+o8nCUMqbQjGEpLpn6QnCM21VB2CL2Sr84iQoyYeKf4RgS+RO9yo9E4wTxqtcTjDXbA/IrE8YRgp7Y9A1kfWIwWOu6DZNzJmjvQhCP+oiWNrKStCesePEasewyqtlhSK71ziMzOWWvWIROJGNyv8AEB3oNLTJJmm2Q9GGRxBAplf1jxi2o0e4bokZLffR6xmPtiNay8wzf/WFvQi6XaMHh/IeLyqSojW9jSEIqANUP+yUDSkhiCnzxhXE+9JCiKu9cfWIe0J+QQZXt9rnFKhpv6/qImcpZrTAii2XhxNdoLEdwc0XwU3rE9QGO47eJrg4ANFTlUhSqtZdMLlINdBcotvs0+5ia7YpVV33ie19QMZdKaBJvx4gxRK0GKr2XE+vVtAdVyBVXdkAl3G9Jc3mAsMofQeq6m53jgZV0rmvQACzlXNJfEBjugH2KQ4sUFuHcrpkOBFnOtYLzrTQKu7V/iJlFAOWdgJw89MBmd2Wt8AKvks18QZD4MYKue/icaIEXc8r8W4AFX2WF6jnxtf1xC3i9je3jVDQ77U+2A1nwBVcigy2XrAKyiVoOVe667gEcOVeVy7+lgAsXE2ZNFJzckqA3DyNQdB2rvXeENka9QCga1zuP8hAyncE31DVWjZ6BuypSi3RFUnS9Qh8iZeh5h0Fx4ZElUiTUlF8WqbdHF4KCJVVd6xxN8EJtNjRm0fRfg38PTqgaeIk1r7FXNCaXi7nDwDqV11LUXSiRH7VVBdB7llq36sd3b2o9Q+M6GpVWi3U1JKvtV/IOxXPwou6ihjyqUUarkxpUzc5r8Rz83AruJ0Q5Ps6BRVzqrp191SISpxC7g2U9z2wEpqSuP8APhGgXLGuoouurQzqfoyj34xNAH0hdHdaqrKdUMcnbvjx+Xj5J8nfR6XFycWHbZO62hPup3SUccmPWJ1bX5jl6t3NMzZSTA9heyNIdooF46fsDtXVQnFxcrzgN/cq1Sarv8Q56+QQsIbUBbj5ow1Mhg5vOznFGHp67x0TZ6p0EEM0kc2D8hv7W5BJrQ33/H0cXaCCi05rrZSXGqVNzB1DeT08wYJE+2UpaGjwX9zyCnNydsP/AIHjgpJuZw+6y5lJ06PoSyeXyjmTyilWqp0h3m7kqr+lNn0W1UO1qaJb/nvDn1J3Kv3SuylUsQ+hVyeod3Hy4x6jicFejR4GlesXqxSxOmGry5u1sksjRDCibiX9KVGrBJSufQwxFc8VmzQf4mtKqpJWqvoc3WNquSu9VoZ0RJ1XXZHxT+L54dQXXT3B09QKv3pgvUJ0Y3hrRCqpJHSyOJXBzyVoSUFLVH07c7TrVVIj+hnU9A5ufF5ow2oRHVLkLqlUlbVXgHxZcjdZTNy7rZTVXtJHyDQ+Q71cVdtRd0aRJSqDJ6TLQOa/FSPCXmGcvs5pencUfUhUGFPJEfpKyFyFxFSXr/P19QPuXpJ+/fr0DsrEQyla2FSA5Xc/dSqklsVWuTFq9q9uh7cHS8p06V063qCciz+InH02dwd0VsCpSlA1yOiXq5K2BYm7CPPwX9obtcndQ1fpEVSxD5CpOLHdHI6JuldTbVXT0Ac5UftXX29Qytc5M+huKQ2/JHBASpxDd9zv8pJW1SVxzgpu3lKzRoFxN2jWmWpFcg+CukY2EsfoN9TfJOrJIXjUkSlGga6K5BhdGwOkrUycQ+6U/DCP0HNNgK0C/wBgUpXrkxSK7hocPWOzpqWXYGq+Elm1dXLrqysfBj7pfLzheTjvZockoOvBrOymqqRNiq1z8Um2FNOUHTOymt0f2WciDXFXr7dSO1HqhENrlk2tFsEFZRznqQrnMN3RpPZ9FqJKpEOguSKRy80YDnTlVHQ+5rFEu5qUpJKvtDYEWiW9afk8g1qi/wDxb89DP8+Q9kc+CYTbwdQ3mCaSrVAUg9AaNcp+5b7Zos6SqtRcmOkcuWWMN2HD1DT2L9+1V+xqUSOR0TRw40ONC/tjqaxpXc44T3S0IldQlKyHSBY7HV4sfpzAcnHq0NDka6TU0l3U0iSSvCGcXKStRJ1XOFbF2q1dHYP0rcmX0r27DmiHaEUnVr6O0NxhmIaauaSa/wDlKG7aqB9pTdjGENq/DzR29sazQTl/dRXfqqnQa16hUtqtejejfHQnruUwXmqkyI1doaBcvmmqSSuJWjW662EacNm4paYVd5QTVKgSOmrUhJB4GOchdyO3fAdxTdqqlKVVl6OPtDdaRZpOmuwJWIvfIevh2935jQms2gaUPQyu8HrV6t6sSO1H13hrUe4E8kxrdfcls+izylai6Bonbn6cNuHUbc4BrFyFKWuwHSVRSvUOQ/Duww7sB1Rq4SVSJNSxOLu3xzfwhUArRb//AJGwSxKsNkEJwwjlYNrnD15gLf4hl1NEMH9Fukn+RKichqt+rGEMF7gHJ7mXiTB17GTe2uEb67utav6BXSy1zpVKpMNXn6gIwuYaqsEFdikOfia7oHkZLCzZ6FWaukuJiQ56wMe0W12K9mpExyxyi5Ubw0luo6oF/sB1iEOSyPxoX8nrhD1DpLJNg/ovO5ZdYiq6iT+0aHce4yJuPo4nANjpWjlVVSP2GfITELxocAWXFUelspdhNyFYkyecbqZkkklKyz6B90oMIZaNOexPR7zZ6UpXEr5ZNqrHgvQCa7ijZtFuklValQsTF6UYbUA5pBgq1dIUowSOc5/7gnGALJ79sq7PdJVKholKU3Ng2gZr2jRxns0ahWCWxZqtSpVyScO7fgBHdkkeVz16+0bmvDb3FHtaLfnlY6Chq5euO2Kl6ISVSOqqlX0sUoSHVsMu2jnrOD9VUlAtVbBa1V3apOAbocyqSSFFtamIXy8A1RoVVrT1IqtUj1K8CeqHmG20JRarpWarXIQ+Uf6BMMp67FeSfQhanRKU06SqR1D1KmVwgVChUknXHJxTjcXFFpJOiSq/Z41/nEFaKlWvHHZCJwznoKuKKkwdEaut/vlMUmGF6O0N4o9tKVPQyqRDk3qvwRGo3LtNlUpa6BMXyDoBW6thSiqRySMvpE4OsUlDJUaEsdmjv7i9iqnVSSxNPFv9Y19/c0qkrNSzFbQ27w7qtRs1LZ6Vc6By6PONcpGiEpR0lcTiCMf2VZyFaiPFVyccZQo1LNJJJ18ir+Y3l5QMpLQOQAu6MlSJTWp3cIfHKNmSxNBpeg1Wqs1VLEqDaLgLmJqq6srRgXyc4NVoTZT8mnMvV6+0UdKuYudapJHlV6+AJyRygNBqzmF1FzmXZZF8aeWh0la8rE4w7XdLROfmpdPzbg0ElBulVV5SWJX1gJ8a8DzRpCVCyleOc/ELABUtRSs0mnrwDeosbUkpK0AFMM1dlElJH/1F8SNvsc/e0HKSm6HZvDXqVo1WUSUqOoPKGVlfHi/IIH9zys0YT4yNGo9JVg6QdJKkQOhk4t/BwRvcPAO83KUy1uyoYiqVRSpZKl4p71+9H8hyWkqI2KrmqkzKrg+46mVbl3+ymCWIe8RVKtlQv7fXe3Rz8nC/lA64cuXQzYbq7kZU9VJKpje8aYqjKVJ26lSrGMPePoEy1F3UMCKtah65YYm6XmjzjRLrbjVWtq1SPUPj5O6JQY0+PyaER4kq6QSyNut0QaZqkrmsc4Fc0Iqk62Vpk6OUPX1dlTUq9T5i+iSh9kXNFJSumfQ3AudUUqklKS9EbGmqkqrKV4mJw8F8G0czVaupqqU8hCxxTB08hJRXc0NWiJVRVJJOvp4sMUKV6EdKzJStdSrX823CI6KtRGylZqSVQh9AvAF66STVJf7rp1RRQhRJtnPkmKs3fOyN5uduhpm5yQrjkJocGAKjElK5rWI2y4ihHVPOiMJRzkw4tW/5rwMPlozqS2bZdS5oa7Ki0HTCohSmQYyRcqG7fCGqlcukRKUnaF9f1GxFuKa0DTx0muORAlVXFyT7sL3WNe8IJElaiSSuOTHxRxcyz5ux2cd8UNGnU7SyrqvNVxznxC4RqLlvspXNH9KN4uvmDt596SlSsf13+EYMRXfcQ/ZDKGyfuZdzX3KPisjFrGLlc9/dA50JqpLLLy6uvrGxropSjqqq5HGAZzMJU2z43ALqFdyE5AK1HNUuJUJl1hYiq1S+6/AFjulrWUljk4+DzCps4dbKzvZE8cmdHHHGik6/2DdRNVVxHRI1qmjDcFN01z+WqklXTPjVusMnzNJ+ku1Vos5z1LJUvHjHbv8AyC5ClX7VrsCmUj4mIQ5i3qxOe+Fwx7FHyZM5w9ueVmnlawC9WilUt6y9MdPJsV+qdJrUx+JeEvsRJ0qRKUdTu4L4plA1ts5alR2Xod0RizV5IdXWuMVlEVSSqcc1UKnVzMqyVSOQLmgpHPFGivJe4RKQbc4oNVrmuJxQtjRCu+pE74OfkFAKJ1c76OMDmlMKtVZs2oc+gJHY71reAKqMretMVg9EqlY/dHa0olNSSJX0+HzjU31H7Fr2R93E+d8Z2QqkrNS0OkMOX2yrJVWpXEXcWdMO1sSlV5JWpUPW83AJQc2Wa7Iy/Z8locXSALc+u4NZnD6CTyla+sfoKPwecXQj7eluCxVrvoOpGTA4ut9V4sMcmDCCm7vkvbAa6G9KjEISrL2xhr8DIj61ssQNE6SVzTpKuQa7mkjqi9JZVVKUr6YQGI8SapOuJ3NrWApVZZdrjk12wGgsryvZDRkva+bR9YwcvAjhNzXWCEV9eoOlmKSqR1VcsLjoSg6fkVVImR2qqqS16X5B6xpNXfUiHJ6vLCOCI1uCavJYgYN4KzVEtPXaB92Qr41IouhuKSf13VDVCLky0ty9txq8/UOdrw2LXSVSOQ5MXGHYWDF0rZJV/dr1BPdfchs9JdVJIhHpMeoQuVe3L3D9YC8OXPRFqcNT/wCjl4mXO/gKKVpqSp0lUqh+IfBEe2SkrvvaxcIs2NCmthXjUvbGU0/T/MCQVVlC1E2vMA0N0oYENlpY4JS/j+YWkiGLdWVUlJBcAftDKJgUina2usPqBG681XNaAYJlm9Pa9QivpjPeypeHjcf5AAwZuDe2F650seblgPpDGOSMlLlgxI1lKC9AwMbnmq2SQVoR9PcILa9AgyaCX4cUTITxolLBgZ/oHqKq77iaIsTJruXuEWS++M1Vc1r1B1YIomUnJY+uuEExLZd8UJ2QnflWWWJ1YxEQPEWm5JJUQqwCvuGjF6ImUsrXhEYRvjMScAe9BfxPQLyQlE4iSbmpozW9AAU8YYgsPGUFdfn9YNmZeU+Qr0+LgFhY/wAPfhA5YWua7gtLG1zX6QF3ZnH6Cimm/g14RM8PTIKSTegLok5X+QZvLYjWRiELWb0I4m3WiJQhkDMIdziCs0eVGX0ZfROtNtfxCwsZqvxfIUkLK/3/ACFpLJXtjWH8QlNO10wcRt43E1vClEoLTLr1AKYCpVDlfqFqkN9VxNfmGu9Zr2gO4SlBqZP/AJCs6CWam/t1is6XsHB6iSQwZIUXSb3MjoJzq71rfFh0tawjGy19Qj8HlHVfSePRZe5LiafCMQj6fqEoG8V+3uGDR8b7O5wcGAZPVMDVPRMpvbEiKWoqLyupvMMmhKGSGayLLX0xIsOS+ggVSyEoxS7Y3UaLxZ6Zz68AzGVuiEDb18F6AzfhqUFAwuRJSOX8YwfdEYfz/YZMXxoIXvsRLG1zWvPASjBXHS14RiEZXb6V4YL43jhVbGRZ/lGCqZevrECH8UMx1rjdgWYND9eKMRNl2uXiDBzisi2uAA0pY6R6J0khE63isQVHMkl6icPlEFFZqpJoJofRYodIDmV5XX6CuJtd3yik7jX5+QB96A9MydffdAgpUX5W0IKTn5LQFJzhWVwfksVcAVZUUnNK7eu6BTqfyAbHLVFbXoAcyyXYFB1gEdRJJWarXAbHgi6LnXmAC6/jT+kMuFgKqrKzqXohUW9tfZJRylKsgKs6/UKDu1cfsw8wFXcpTdfeBchoklnADOra8cUrLzd9qE9fl5wAq68b3wrH7BLl4ql+vaMAF3QqUcJSpQCXWATxKUXGcgQ7nlRAy01XoAc61ra6+WIVvewlx3O+pVDiuC/Y7oFn+gJwMkFm5Fkr7E4qzRTFQRv2udsxEynzA/sFqy+J/Q1wCanp8X5+YDFNruecTKbktAFoLJEMMQJ6HHE6s0eMWV0w3gVOjxY77jg6h6TdMHRFUlcg0MQAGhN44jeV8YAaqZ9Q+DLwhUWq1JkEek0ONe4B0al7pmrpImymBMe/Vql4R8W0RS7qi3RHSSpyVOLwDfmvhOdTUHSqp8S9ibcPMPL5/R5SzR18XMonbaXM1oZIj9V1I0qh8A5pdl4Q37BWVRb8hyL3q/lCyl6apTwl0o1apOqiGDJvbQ2dTwU0DQyRFX7qvUJWyo67YguFcXzdls/oMudpBL7LQlJV1z4x/LthjdSR1SjUmhU0T+oaI+pVrcursqi35D1DZGAK1btrqKedE0EOzAWfFm1ISPJSpnS7nLtWty6sqmWtcmAqu1HBzA2mWtDXR2tApHUIcuRxeeA1V3Qjp+kTZSpD1yw9cN28CKBdurl56Sr+QfDVIXDW5gsuNN3ewrkjHT7BsLg1WCRFZR1DnPxb/k6+YdA8HNB7FfklMCEr50xy4ShLch4TaLf1KBp5WQvPrJHMXK4MPCOnUQjsV/spLMLkr1ybXNrABym4tMn030h119y1DP6LO1dJErnxMmF+9HbhtDSaZ/pmuNfsCP2CpyHJl/lg8g6KeKVKOk0sdSpjk3IYOHhGwtUlUqBteP8APagOf3JRiPWz5Fus/pdplJqd/Q1c5CFrkKfbNDdj5Byd/c3T1yToirpqu1XIapWww9fB5R+gNKu1cRJLEJUyN29zw3eqA1u6S4ei7t3SDB1RZCMkDV1T1b0TYMN40PdfwB+P1U1qfYL4vKPnnwZeGBJ+qnQN0apCYlRJc+CtHgv7kY4B3ChDpTSKpaeLicHu8o5d4RP6YlWuzaZuI/tSHjUSOa+oWEIX4R3b4T3D+EG6PwfPyUNduwdbCOWBEjGLGujh29q+YvDfv3hefL54yK4c27R9UUai6G30a4spXpDntyl0FF0owI/oZ+RdDjlNf8kYbkRvFCuklc13614aHqMtSI8vpP8AEewaKsFftSi8vfScaA3a5W61J1azegYm6WPONSZO0pUr9hF5Rbpgr9qUXUr76QmlDmvborCddSOenHTO1taeSdJWQ9TDhJ1QzpJXTJHF59wc8udp9J+lZYhyZZTbd/giNni5VlC+cZonycbixbQ6av2Wgqlj6J/INqat5qU1LE6A0+gHf2XTLqi1che+qlW9cB0e5+KSqVrUxAIYyGbNPp2hlaeaysw6QzCu1G/Dc6og+5GkFVUtgOlai6GdIbbvw3Yc0RtLqjewEVMUDspLZTCwekvSldqtzG5ucLJYsy5B/AiSqtr8IysxS3oahRl1jpJ0drTKVQ5Msm15eobEwp1JXsfXhDQkpDYSIPrlGtKJJqq4i+gr9eGA0h3Q1M/bJ6GxEJBKx1UjZUI8w6YR8kNSfUikldQuqqkeouWHevYPkDKMMRYzkmF0XQzBJrK2KQ6hOPhrR8o53dPQ32XTx1WuIRc2yEi7m3hhgHZqHi1fpTUkscLLtLl0qUos+xWv3prjpGJ54wEnx6tFfcxNZo56lSjUisqocLrsLlvtlqR+1/vWpI1KmlCG3CPvgBbkH33o7VWuSoeNYhy3sI3JOGxbXjgqmhZKmc4ucppXNJJHPUxTkNtliNve0ck/anmpYlTGL5NoJrpLnlaLf/8AI6LSPUP/AHSRMPeh84Bu0utoF01m7KqYmN+cA8OliN/RxiNCJNXVKJNUiZZylN8uYPrlVPusriX8YRSNsqlKRSa5hdePmv4RSmkrQLrTkL6VXAWPB1RG1HsM5ZDamrnkqeYSsg6GMSptlPw/kBbmY7AYbFdVyHQxVaxvcNgo4yWxZqWPXNzBddS0SSakpTIPWgQ1XaNCO1f58G3thmslaJ34FaUXTC6PZSVciC+OXrG4JOdlWuJj6QpTZtX9DESVy8shy4KsddwUUY72Kr9lv8SofFxcqHDf2usaGUe47xcf2ME42R0kkteEc+oh6qk6dMOIqfrwxHR00bWalp4vkiNHpCi/sa7KbKxHV43MaO6KS6iUFjdh6lCJP2spWuQ+iFSx3TV1sBWpYF6q3BHqG/LopKteJxOAw0O6dmqkqR0ljyMU/UNJYq0GD+zV6JYqq0zSiSqXAcnmgN7otSU1QSSS7fkCCjoyqUdOkqlRdKGP5BtVzbHZVqrp4wXhjsfkXkPbUe1VV2UrnND6ANwyVVVOrKxBsT1BVJKyyCABN1spqdJX8/UOquk5a2AMm2wFdlZChMjyjaaLeOlktiuqlQ/z3QnooirpI6WIoTLJX0QyURdSuwEtxKdMom93Pm2B/wCBdZB8dA/VudYrpmiUlVc0F9Bv/tlgRqriPWpoHKbnhz8425uf7USOkqkQjomKYvPww5gXDLsCE/DOeP2jDNKpY4AhRiSudyPmN1XoCarapWgAPRaTXO+huAJ0sR2axRlBbKVzpMobpQrbYqTqVoaYooNuk6dH0CVA+ooyWxXWnjVQzWgR+Rp1Ns5szp8Qaq2ohVJU8rTyR0d2iklXsssI4rtUq6UoRgUmzRUaCV2etsrIw1AE6YJTT6xG0ulcseSYJKpWqWWTKDWJs0pKjVVVe7kgGl6ISa5pLH0yVfcN+NR3JaAT0mwm2qvZG7givs5fSlCzUpqo1ZdrsVWUl8I6qtReWqqNepKiUlc0kQa5B+MjU6Muof0Crspgr3dw3WOt3NXe0Nda1QYP7B7kmIa9ev8AMOXurnJVrrfC8jd0wqOmqWQfn1vifJx/4l4cv2dzpW4Bg6SmpYh+IOcUr4PNiqzcfohhcdd9SiSsp1bk6ZsJfKOis6boanrJVKovxD4ImEuqHcp0s4U5ofYFeyx/hFjdzvStf3bY7NStwrV1XVSS9oc2uquZ2KrZYm0KQmpHPyJlFFoJcrkAOn21rmsjzG4L4AbuHTVU6XxB0s/msCNVanb3R0QZCRrlDUKq/fkaq1CErQLjcA+vvAxcrcxcRQz2nnLBM8gpLerA8S8N6HPHBfgPlZqSUqS1xyH8o+j6MQdOriCJMFVz10oTTEv3r8b8b3BgFIxvsbLCjn90Lv7UpSl7o0kqhKRdKKkJVwFhWjehHyXhx66KkZro6SqUzbLk4R009JOkmB2quWS/idWAc0paCSro6qXfHFx/Js7ZLpNcToy1TVV4+sRS/LantT67gfNzq76Et1bxJgkdXj3zebmFtHJJS8CilXKTVrspVUmRpGhwDnz+lFX6p9ipYmHG3PPgFl0dMunVRrNPUyj1eCP1GtuLrGtFpbF4mhtw8oanIdYxVeRmgVXfcQnmGX13LVrLatVSEqExT1fV13xyi6S7OlFXSiSrqoRPNblaEeALKBuoasFZr9Kft6WC/uesXjx0jQvk7nYmvhVdMFf7qv0KobH8KlA0ylKftSHOfEyYXx8/vaf2U/OqliEPxNHmEU6cm9wU9qJpzx7H0XRVE0M/SO6YYhz5NU2T5BsFx6aSTrYr/LrYlbS5/wAh87UJdZSjV0RVJ0cm1iVsA7BcjdK1ujSI1dKkI60TYYRwDn5/T+YhhyvtM7qS5NJ0lZKkqVIZARUrcklyVepfqG3DfQCXO3bOqLVJRb/IyK/Nzj6C8FNHeD6mX5P+ZP2pGRyZUy9h4L441x5f2UU8as+ZXtwTpWpKa4+hVLhCak7gHSSVq1qcXFhfv84+z7vEfBA1SOlcROpCkcJS1CxiQt69hiaOC8OR0/cq6pRUn2o6qdBLB54guPtaGjPN2fMS9yVKb0lXJ5I+QBurhLo9izUmBzkJp1R9BOrmKGotI6WxVD42Qc0efnCZ7SCTWuk1dHJ0NuHmvREVyS7D4+T5YpBB01VOkriVL9ev6gocJq4jqUfE06vMOz3X3PpOlTupRD40D4nMNAppg/asF6LSSrkOetk4Q6nkU0zXGy+ykhRFnazZQqZFVSfylUqmu2HaidkHCnWgCLWy19wwSKuvCL5yTWokrpnFiiaUr2vODQwHG1rzcsnmEYtuASiRLE44lH0ABAUzbeuPo9QvI3la+sFIo76JHTBQWsQKJJWaFyM3EtcQES++LStd66tLh4OcMwVGi9B6qklZZAsMi1VSmpZfqA8S+Kzfm9YmkZL08QakK1iSk5AZM29rN4hfKBWyE2ym8Iy0cKtVc739urEI4BTNhSpB/RaR5SWfxCV9G/tx6x6/ZTVVa6hz4x+eH14QMZ8k6kTVa+P5DDK51emn2+AasdIXUu5pfhBubSfpHplgljoEtcXchgwc98c0OT/r13R3Eq0rO5B9Ec2uwue+xn51WqVdBfHIbi38N4d3E7iTXTpmsEjvSugJwJKzWmMytawnFMUobuXIRldAHNVbULibQYIk30JJ0Z/oaNlcgOUVLLp+oJ2B/lllwfuG5DSuwIvuOo9AO6VVC91Gba4gOc2oWLwldj5gNZBSaJtzSgchHkucAoR/VwAtE4neIjjk7GDY4vLEDImS/wBwWlAUhiCfSVGIJQLai8hBEiVrxO0GZOC+zMErUZEiamFSsJuuETaUSiqJCEOSqDJIcrpjBYC0hArQa+jMCf6DFlwi9NMWwQ16wy2gOwIsLUZMT2AXFHfYpCs6aQzB4oCIQZhEEmQ9Dsis4HyN8dEZX+MWIp3lZQgWAMIXIC/kNZJKOvuF1T9eNgHoJyrKVl9QvRbewHQtlEU/b8owZKb3MoXwRV9rSGDJeK7WsAYonZSQs0WES8UJpJfw4vVzjNqM4mhIublBacL2aAaP+XL9mIMRLyQ2AJPwW3suakKlSAoqSqozEsrNJCkf/wBJN4gMURiXZdsHRIryWPpY31GCJBmsxP67G2GjliNaylK+mPQjvvSHlVe+OmvBwP8ARiBvGiUe5r9RGX2/OMLF9s9XK3Bl0gUKLox7hx4oxWlCMTKgN2w1RZBPsa8wmU8pK1FRSiUTA/0ZdO0ThHxVeX1Xx6Ef8nb+t7dHi9/pD0Syleh2QA07sgqnkdv1D1b0xmJvjGasAzQKyIG8bjj17ksvAJmj7HzEDGSmhfkMv2SLtjET+2IGiKpqoXEZOLbMqHlWQpNruRKJKbZxXX8V7Xy3QVLETDPZiJwIovvU39I8qqqlXA5jgPbsfDEkZSyPagdZRUVKq/5PkKVlbIY0I2iwyvK+iBDqiuclK06/SFChwG9DIy4WS6e4AVlOSyOJW9w84X3r8gKsruTQi0qZaKvt2PKuFfGVAIsorNJxBE66vKgYyoFlI0yThZIBLOZW+/PzjLhaV+HFC46uXxwIhoko430AruElVen+Q8deVmleEBHU1INXkooJo84X3oBKOOSyBhwvN33sgE6s2y4gSysIGFl0hUo6VlCK5vTAkTK68AzYyLK++iETzUpun6r3OIlVEYx/gEd+R1DIkSOQloCRiJY9r3BTCE0SKN8hl0now7hBiEEvcPQNN7en1DMIb1pjUZ6JX4i4pJXEFUC2XbFhCgiluazotglZCBIpa4f2HjGV7gZLWhWt7MRsldd0VRN40TOdLXh3BTvoRoZMkQtl5u7zxEyn3oURha/EMzEwoe+hvQtPP6GV2UwVqLkD2kvCRdHSjWUq6y8oaWY00SIeUA+NS8G8jpo531+6syHDF1dIklUSYYnevYOYavOVx8gYvzQHBMY31jdS/lf35z96OL1DZk7oEn7AiWOd0TKMcw4+RTYuaB9GXTumDqbK6J+oJ7GTM5fZvtNPVWsl1NqLkNA2VlRH0r4H7oft65dqk/r5MCVtsfH1MP8AZSU1JWZX6Q+lv6aKSS+yyJTa9S9icXnEeeH/AI9lOOWzvqTZgwfoJJJH9IbYRGUwIl3yFNf8kfINWKg6VVIrp6BeaMcHuDtOlVUkkEla5MePmgPNmukulcjVqXeJbKOqrXJUvEJ4y/uQ5g3o+DpX7qkrUr3ssubhHg5xS/opLZWyptdA5656mGqDkk0klSfej1DmgQ5pccXdviP42WVmw0dc1KzrrEIXHxcJvoKPCL4Nbl7rbkl1aZoFB1i1SuEk4RVT4IEjucI3lrR7V0wTSauq5NPpYIX9YCl4qwotrsVJrXJVrZUb1/h6xzyluy6jo+GqX8HfhG8EFKHujuSVXfUQe+fY9WJ4VOBQl6OHn3B0nwd+FWi7rUibAfkavSErrslcQ5YwjCEb3GhfjgwX8I+gLmHsp+9+6kr4SWpb5DQvbUYbQ4b4WP6cUqedL3UXJOvs6m5sVaiRaiSm3G8WEL1WO7fhuXxX3V57iYvxs6tQt0aSudxD4OYbbR9J8qPkC5PwtUzcvSh7kvCqwOyXQPKK/qxxr26aEYXr17dhG9w3h3+gKeSVSJKdEXanyT1oRgaG5hhEdfFzVpnJ6j0+XVE6SrR6s37UouoRdPGq7il7h6w0YXXJSpTrEX4u71QGvULTaWam2ekKXbpJWniK6GD1cOAXlOl0HJhJ6Y/cNqZp50hSjWYTYR6xeE0OAdDuTugav2pHSOXkKk4sd0IqPugYSiJYn5hVSZlaGdEpmhsg/wDdJE0ocaEOGG2KcbxIteDs6R5qU0YPRySqvQGoXN3TtX7UiqSv7w28A3RqukqlndEdkHGZCUHERXWXEpUy1I6a4j0mQrxocERrFz6ySSx2rpKouQ9U5Oravcw6impvQ1m6y51J1XplrYLoFifF2lIQw3ohZ8X5oaPK0qZWojNSslahBqtIPEmtMtbKfUNEivAWEeEbBcs0Vplhsp+rp5A2VCiGGxTtUkiY5Kp/rtBFIJG5ppsVU8rIPo7g2JREarRjhVg62ArloH9JPahEbizW2UlmhfjqQH1HIvCNcp9jOiXR0NkHPUdJbhulASoqkUn6REugOprsGrqu1dJVyHxTFHL6aubVuNpQ6qSRzsVzROlu1Y7d6PBuiU4YOxlPwGqpTWp0kleHEqjjtN0NsC6iUklUIe8rV4seaA62m/aqtZs230hz+6Y6St0bXpkj74DNZoF0IzJKtaZtcQh6nevwve+ERtVJ0Q1VoY6XHLA5Auuno1XYpKUSSryC4/UD6Ae7PYESm6FQNBY6YLNaopZ01dbAdY9T2uCIZ3S0cqrc4eUkfEVIfFNwR2wXTtEzUibFSPPQNXxNs0N2AcoOWDqgSJNc+ctWp778A1YizfZgNyaKrqiyWWhldQKf0NspLpkyeseudO6otXYGJXIfH3K0OYbaVo1dJTcg/EDw6l1Cys0qiT2p2rvLIeNbG80QPdowS2Kg6lVzoGrFPu3t28NppGh5quykkqi5CaOle3IjX3lL7Pf7FVSqHa3ymSPwic7iNF5dzDJ0lSjAkrEP2QFFilNlOtPzXh48FaGzSR5Bz+jGPyB7s02hl1VeSrkN+YbjnrZpLq0aasw2LT1kliLl4o3ihqO2A17Y1GlVFUmDJ1xMU/lwwG8UFSWymCCquRgxAke5Tkh0llIlVSa9sg1muqkqdLQUHQHTBJ01mzdbw1l1RaWypQ7LxRyfiAUYnKV4g2BJFXHmpBam0lKylbPidYfqrqpNbXQJDHGdAQFRtI/Zb8ntDfIKbKVJSjXLwV+lwjQ0kdlKzQ/o6lnTCollkCwGas3iBUn7WakqEFIN1RH7StdlUXl76lWyobuAbCwM1p5rNSxFNIp8ESgUVzs1qiEUmqp1ZWWHdHoJJNV+mePrBv2ZKSssvsjFGNFVWp0lcvCM5axMu9iF6g1m2qvc5hrjlslNPp40RuNKUVeCtRjKtVc3xeKFSNNmp7ASdK5qoCFmVkG0lJVWy0BhJNKadIHEGRrxkpXHCx41y0lUsTtDbnDKyOqNbcTZWaqY4DYyRrjujkuSqEONcfsvvRJSWQN5OlN/usfbqgF/RSW9V5hAocTSn7RKVa16/wAhrzmjld69Dm4esbu6SywqVTVzs3o684enQLNI2E6SVlJBgyfOklSbKVP0DbuDcDd2zlOrX+QXvE0pRxkvsEzfKBu1VlbFdKz0OV3S/kGFM0M1p5rNSV7Jhyei3yrVW1x+3tDfaNPSjBhspqrXIfetuBueHAJcnFGPXEpxyy0zRKeod0wdHsq9To4fOFpTKqqkSm6fow5x06nG/wBssLVI5DjmrxB01dSkklD1AIcqDPiZZsZVK16eXtDr3gw8PCty9Fr0MrQJKRJhqGrVMPBHhgORmO/lESlHx+juB0uya0NRc1Kv6OHCG5OfajAHHx+Z+CF0DumaZp50/SkNUHSp1ZBNot/DeGpUo7dMHRNnsD1K8SVyYYeWG4CEKXdOlbJWunXxOjw4N0PVHU2i/v6VfEiU+7uCai+5d8kTWKVeymE1LIPj1yjj12d0EqvNVPulLwmG10vSmwKUPQ1psU5axKuGXEcbu6pJJq6XlKz6l+qc/DEVhDLuRyFVP3TykpTVWuerjm2sMdoc8pQzpW1VdVKnS3dv1jFLUzspU+9kJf0hq7ikpqsr4h1U4qjR43dl7+kZuuEUwKriKzcQRQo9V0rN6VSpVGwMLi6ZdZpKoQnHLeDRyvRmsO7EkYSqgykXXXdG8LXBv1UiJJJEOcLn9xD9glapH7hYht3sRyh3QlMvKV0xsNA0+6YKkdJYlTpBLBlKVlaYKaxsiJaAe/Bmq6mfRVxF1zCnmsp/nyF41+OAbzRZprpBrNPIIaGPW3L8B8u3P0n9lupqStRMfRtzz77ZoZB0wVt0LxzE8gTm4s4ZQIQ5MJpS7eD6qoQ1FtWBEmqRD4sMerh2t0C0ixaulc7jjRfB5dEq/oaVNxyXic+Ab4k32UkRXiDg43kuruXksHo1ylrkVZU2VX41XSHPKfuQVa17KoPodol91Ja4gEpC59rSiU1JIlf6gNRHj1dz4/pyh1Wo0Wl2lrmsQfT91VxSqSp5qQ5HT9yiuyj2Wl5LwSlEaNnFX1GJY6uxSV+Pu+QL1EEtfmOj0pcyqlx/9RrdKUOqlUlJdsZMunrfc09cs2yVSyOjwCZGTr0y+oOU07WUqliDOyZSqjVLHITT5hZVIlnKLNdWZK71p+8QMxdJZ1I9Q/EGwKoTc1p5WML00rXXFCYmfI2hE2Rm2Sowu2VD4yfiv1CUCza81qQ4XGURlyfZrxkfTEUiqyv1B+Wj0lbXYtQVqUKlyoY2SuwBE6U21yK8Azpllc59lkdUM/Od7XqGbnTvQqcMIheo0VStdAgiSKUqbKPX44YPyemL5LrlanYwYOcHM2CU0k1X2r+2CDlSxAY2apezlgJiqSiENqOa+hkfkDVVlVc6kTt7pue8F0TK2dqSpUiWuIxM6S7nH13QlDNkHDLkuYwhSFGtaZYHYOkschY1DH27/WMwdukt6x9DogtCkUlbJ0l3sN8VgsRJPM4y/o1Vg6O1dYhyYnm3RUnFIdOutoFKmUjumteeQtbJyobt/nHMFUVUlZSqVSobHHUnkBWy6XagpFLlfQ+gXEiGTZQBh72NWSe9ZYaQSClie10yBymsEfUUg6BV4BW5NZfpDV4rr18AWrF13QlDZZAaMJXf6W5wBg2Ll/vgAkCcIMT58cK0BMPKZUGgNOOtYFkU8VrzBYMk05BBI684iMRjkDBzJTewHf8AxBTieiYRimJGOKjk8aEGJ1ojMYK70JETSxLUXFStdMb8jZkkIzaiQNTazc6lrtipFDkkvqHDdKy4mKNBYiNuQCdtZfg6gOslvsrQDoyO+4lQCLoWut4ZoCuLE6sLL8AFw8kGCySuP+4FULa+0ClQzebK20NavOD0Sa7gEhHvgxuayCNDJhiQJTbgZM3iiAkhwUhG90Vqo9gRqalBpko8l0/yGatr0z+4XSJT6WCRT1qiUEks7KBknescVxS3rL/CHokUppq/pqg5Avp/DAVkSlAtElrN/CE6gpliCXoE6WuARMX/AHBO9Z0Rgn7HmGj8jciKpYoVjZfhFykd6A8zX8wwrao2OJbL2xIsN9yBG/vQyc/K5A6qODMyQYKdJKvZVNrvDI8c3igTW+xOqkpajJTJb1aVxVDkpQnAkregKFRKEZSvn0uEYjD+XG8o9fSzqQkW1zXohYjv9Hq/t3hi/vX7814YhG+qM51XO4+V5gWLFIkaGRnO6b63x4xd9SEL01LTy8TcrfkPJxV12gayGbpnjfzETCRj8qkKywCxF+WvsgobkscQUm68A9EqWOrN+hdeEVxUsvMBL9BrwRPFXuAc6voa7Y9MtVJuJ2NoDnMrnQCkF9ElD684DUiJKKgVZTxveApj3ZhRYDHVGTH9ACLHmq9DzgjUTVPNr/uAlDclxxNQ+9JaADUUVzU0TsOJFwsl6ADVVE3VlagJU8pLXFB+Q8bjoidfetbwFXWS9oSv5cdf2Aap9at4K/0VgiKzq16BNMALKe2MuD2Wut8CKxAGS/yMKqfMBKrcr7O2MrLyvV8wE6cfF8gpVR+ipQ3jalQCqKTa4ktADnNl6YnPuUTPS5trkCqKioieI8WO+g1qx0jxlEs6PFjZCMSjJjjUG6R6tAYqxGIR8VliwoWsTV9nolGR4xhitzAvp2B7PRil3BksZVkIGOMX/YAizNBKRxcpKV7YAIf2xcWKQZ3Ey6SZ9v4xgkfYFZPYEixAvLuabMGJ40YiXfRIiiXJDMY7sQGGCPFh40TUiIKQtZXTGDFDRFMm+gkXxQiolKtR4kEvY9Y1YjJmYmEjpD0FEtcA9GGRl9MCw5FJCKpb6PqD+kh5NdbFxD1zQL7oj5thD0MHWPov+lx9RbB0dXf6+J5ofMc/L8GgQls+u9iyqZteNCruQvQjHXbBhGiTqlPvWQRI5yblXghz8IBcmSdbFtTz6ldXr4BfAiWIrjnXJfrl29v6QHkSTaO/j6RvRFCbKtWtQ5KuJt3zR3fMGVztGP5q7pVqQiB70o2ng84Mueutucucov7UdYkhKsqY+0WG1fhf2grc+E5+wSdKsLkl3TI5K7J1WLUNGOGGC/fhDqgPO5+SXaJ6HFBdzcjf+GanfqqkqVOa8Xz8O7tgBFl9qK7PVVqEITJ3DRjtX+C8OZ3O0PTNMqoU9da/dUihNirsc6kU0kT7cCETheiaEMGGP1HWmr1q/azUkqmPUqVobd7awe7bCRg4b8gm8hIyoJJq6Okq/Iude1qkvxl+UCOaVlUpsB+kcidTLq5W1uhwzO1YKrqq58/Gv3r3BtfMYSYquq+ymtfbqbeLfFYPJ7MulaNQ8JPgruXu8YbFfsK9clcjhItong3I/ltbd8fOS9wfhQ8Bld+wSXpu5qtGe33UybpoYYRLG95OYfZbUqWxTtVcipUINNc0kwm/Zbp0ReoaUdufDt7W3DaiB7mConWTOTXCeEhhdGw2VQzrHr46B86jewRrQ4OeEB0KFK7KlqzfQGgeEX+n6aqpdv4Klfsim0CRVM1IaMpa9hjgjgvxhfvwjtjV7jfDDNdf8Xu3a/ZFNkPKtS1E3EYQ3NurGO3t3heHPLwSlxQs+hUXs1IiqSpw7omn1Zsp1jjmtFXRSqiU3EPkG+gdtKT/AJDt4OXP5HBy8WJvcSuqLdfbNDJf5W+4pDdiXDgj5xvdyd27V+lNS71fBEvN5Bzeh6WV31X6Cblu6YOlKZoavXy1UtxSG7e3IRHTCeDs52suln0CzpBJW1/ECXaiSqR0uOSJPPAcruQuya0okSUr20j7ZY8ERtsKX8aOv3NHLLjwdMsoCKqTCVxDRLijY0zWRBo9HUnsCmTsJuI6xim590b8xhNS7gMDNAdMtFXTUj9rU2Uhkl40N2EQXc3TKTpLiHJinLxY7ov2KkkFFMUQ6aq/bNDZwmdS3FIQ4OcbHCVrsbI3ZBuk6tVQPTlDtaUYHYOkphDl1jf278Auubp9J+1+InFjwDYtkpKpZ3HFl1Cs4JSVzz+hqe+y9lHO1UJNIfdvcHXDqAt0lzrBqwQftUjnOQ+OfdvRG8eEwmxXTJ+l00jgGLRKlKBO1VVxDk9d7AIY4sZvRrjGKTqi81oawHPiOf8AjlMnm19irmxeAp+DmgNyoZ7KnsFcsh4l8wT0xQ6VKbKSVSxDlrkNxYw2ogvaBHTHzBTZX3pJXgyQGqg1ou6Oa1SyyQxNy/G/fjCAR3I0yqkqei3+famqdqENqPVEO6cLKdNX+hmq/PgvfMbwZm3mopKlEiSsR0THKf8AD1RGWTqU/lOkpCyF+uT5w5gZc0tNSJp4ovukZpOqiqWI6JkdLmj1ilXtC3vZSf8AuiK6A5/dAbYt1rp1Kz5oGrjfWjxJ+1zVR0gaoYvFjtR8gR3c0Mqq1QfpJZGKqfobcI+eIEtoMNOwRNNJ01Xsq5Dkqm6I16kSumDVRgqrXQPelGLhqwvwjeGw0Y3SlESVVywBdQkqlRbpJXLJjJHIXgjCPuvgy3DRvjIROpStFna8cmXxb20CvBxSs1X7Gfq46F4ht3qj1RAKEUn6U3jk0eHdC96zVYPyUywVPPQysbApwwiFpVaGz8M7sszYbFPay+J5hptJwV2V8JgdQd0X28wQVSVJXOSuasaF/qvcIxSLeyPND5ZE6EUVFdlfeu6bXdDhu5VVSla3goUQf76lkZBgxoGbjpOsevknDGr7GdEtlZVkHMWU1LpgVo32KrNSyAemdWbNSCoKJ0JR/wB6GzUdRv3o6s3EJxBrRF3TV0SyPUU0yjdqASVdNTq9MUUg4DBF01SAqrhJJ1spLI0gppdJ0lmgsZPnU2Uqr6QKayM04m4uGrV+lNSGtPk0kq6SqXY6QZMXqrVWUrmD+yGDuiUnVqkC0A0QrdJLtiuKCSqv4g0e0e6SdZoZRQ30AQVPmySSQSuGaW9JDa4qzd6AsGyWPZCTVjxNUg0ss0B3LNJX0ao2ZZJJKuFyZJtdL2wBzn9JULKmSvTGsPGspXO4g6pTjFKVmhz2lG0qvZDRF+SNTpJRXO+iEDiFrN0/hGxuElVa4Fo65ilKedSkkqhK9qruFh8w05qPcKjkxfRVCP6ZfkatUq5D5Z+KOvtGLWgWBGuXUJpi2gaBou5dhZZ7TOa/fMEt0LtV1Xtcv3Dkl1s6o1xI9Sl1LBrZJVMfX1gBu/ucdJHmtSVz3q/WNYeMJtl3i/mKk6PVS7YeHDQJ8puytD0MqwmtcsnlGu3cN9i0Xa64A2oAj9JrKVSOclaGt8KfCMRWVa+2F5FjyUPHqgaLc+zSmkV9AoeUyjZHSSxCHAFzMLX8YYU+b7rmsfzDt44Hnckuo4vdCr9gunT9VKuSUcpsXJwbcB8z3VUwqqqvNVr48R9P3dk//HKX45EvfEfJF1Ssqulp6fXzAwRfjqTNOpJ3anV7p/mCLmqCdUy/I1SSr17wCMSbxx0mh5VwdyR6elE+0XRarfhLz+sU+TDOeKxfcMVcXL+D6yVS2bSlTIwVE48+AafSN39PUoqvKdSCcVLBD5RGuLOnT90u6dK4698/DG/GIy3LvWvlHQliR+C2P6Pusp5rapUovX6Zr43SgvCPSmapSo6r5WLh4MGG96hoCLTla4225uhVX7qUkliYPMHRJ01bNxa3HJXRpLv6LSqHqxMYu6NZf3Ov2Gda+zeH29/TT/Sk6u2uc/5a2TXggvZWqkIQvwhC/C9t7sPOE3hy8BDW41L+1Og9IaOyG5jX4VL2LGEY7d/hhthembpBhKcO/Y+KoNJWvuHTfBDdWqwf7AVVxD4hsbhwDTLqWCTB+dJLIwnJ8/XgC+inirV0g6xK5D163UCmrpdjNWmfePgjotL7ZXotJLPkmpdKPF8sNodCpWDpqlsVJKQcmUOBeC27RVVJlTLB19+amhUOTyX/AFD6bfzaUYEf4k9ckDHPV4R5/PBQnSOniuaV/RrdEXQK/wBq6G4NipZ1JXRGkxYpJOjysQmn1jaqCVmpKJe2JfIy70Xv6La0olapaGvCOcXSeD9LHVSxyDqyTpJLp8cSWIk6stA/7ibgU+J8r09cWqlnfSINMpK5G1sktEfWlPXFJOs0liDnN0dwiqVqkl2anzCPRVNSZ8v0nQErehrNF0Wls9dK0yx3C6qg9ipL7KSx8NQadQdyLqUd0q1OSeEzx0WaNPdUIlvWIFBzys0OmP6JS/6CZQ1akqHlJHVyCcUUjPFnO456NYI9tbX5gnZiSua74IXoyUkeUkADNJVcVXIZ8Rco5V6AxE3yAlfepWWMJm3pLE2/yGyyMuP6GCas1L70lXC94gqla5ZPkDEIq67XmBqbeUl4v4hSl2FXS9CUh5qWhrEGsjtf/aVqdInq3IgnYSXJdgZLRaXs4wXEN5bFayNqpKVIcnrHilVzqSvc43WGZWiqX/WYeilfSzQKRnNdhdBRWIk3hNV18uAGGo+y6Yimgr7MQLlkCsSBD/IJLq7mEqZSO6a4johY4hMFaHB5RsMU99lVNcHzFxEOV09bwplgS/I4Qu02KrKVxD/MFowVHTbpbkGtKfemqX3ohcfxkOaHCNNhRMqulKP8yit5F7XkFZJ8qHBZQw3ayt60MoSgVXXgCsX+mVrfABVi8krXODDm+fdAxyb7x/cNh5C3vQMblekC28P+wDxh4oXpQCuAYhFaIIIvvWQcgGIb+ImUgSsQZ7dBMVsvoCV+IgUwkS1/EAgs8WG58e0LSlm/6CRUt69gXpJq+4ZfbA6rZNCAKIT0BUidXuesFlKlKBddyTsmmXxuJ6wcmSyAaKQLKdIBySGTCCk5LIAjg29Jd4XHWzkoVRhNStQYBabWgFdK1tfyAkUweunyQpil6egHavRNPHYEVHfe4L0E9SiUW6XuFiSPieAK4ORnyFyCCXpg1FDsCDduGBUO/iBewy+yJIzdfeJSOVFxU7LtiUYZAsiM0wWrNEol9vJFxSa7XvFcM6fTFBNy7mZXbxMTy/QX3vY4gjne3oCRJuu0EkG/CJnh8veILrDyp9esBKH7/TKFW2M060ZUWAS7gVu3dlrfCdd5a67o2Ug6j/Z0yVrW9wlV75BGpN19wnDNSscdjPMzVUzB4+gf3DycRApOSE4R16t3yjIWCyZIyoyYwrrTVZub6AshHescO1S0BPbTM1+4MQheESwEiJpK9wLHpC5XpmYHgrX9HmvDxOV9oehEZhCVX/1+QDMk3tEjbYhE2tURLHepXCYSMXXXdBfToMZuXcgc3y7oqVV13BlU3jbTJyRUY/Jd78gvgbj0YUU7GPlgc50uVqbRebqGVo5as3sAZQvt9EbQ1u3RhSOvPD5AZY0rNCxU8oDHUCuxaILmyP8AXh2wEc+WCDnSzvoANzDXCBl9lH9EDH8aBVTf7+UYifUooXMrmkkjhJrdopBuS0ZVOrj5FcgCcKC06ntkxwGeIRMtFL/sqVUlfyvgZePJKiawDOoqrnQWHfZlRjARwpZCbpfue4AnW14o1FVS0Uqrehx93a2gKsskrmhJybuEAasUkq9qBIZWtaKHMdwCqqeKGV1ZuvABJvJZfqAZZI9E6udFCi2WJxNwiqoJNZSC2YhGbaiRS7s0Zh/ISKl7AzfgPcpMaUJRTss70xM0Eh6OuKD9IK8uRREvcE0iJZ0ZTgPQgMGPYlXSEDF113B6ENfkKzemMZrySJuDJ4jxj+h8xDBmhhSZDJYglVtRXVgLDqgMKMVrXW8LE4CAzCO4FCyUI+KyxkhNTishOVGSnVlDARkkBI20IwgqkMVuYZhdUZv71aCRj2ohA4ynCbruB33Er6LL2++yPVuYVicIpBB8fJOBt97hiDr/AIAaX+y7qCNZVch/ZvRHICl5XuDqPgCb7KuyzpCVGqh8ba3I4OePWNNZQAunufcZHauxUKUSlkIe9Xrbe6GVDTftkk3Iyjkw3jbeELLlGrWmbnD7KrkkJYtTBG/ewX/LgvgpByq1YWtch6sCEOfDE2368N7yDxHVs7Y9SRttLUHRb9L/AMokTYR8shsMDEv370YQ3IxBSL9hNXlJIbCa3iJFIXAWEIYMAJORX7BQVlYi7eUevgrRju3o7QFohg1apSppKlW33cHDzxgOLkcTrgpTVDagpVKJHdJNaiBz4m5E0eG9uBmwoD7GVPpoLnm1K0YxmbV/gvQDi5tqwasCbFSrkqVyGPt3uHc8wEpsz9+l/wCBdIVyHx9PBDchCEduIgn9lX0lSSKqU+yJ0cW/h64hYSlaZSrqpVF5ejWvebagCqMXpl+wdbKyz4pKhakU4w279+MYxvjV2lIpKul0nSS51ECQJlXiX7+Hbhhjg94dceQHyYo2qjXKrp/spVqdAhyY5D6XVzChZjRc07pKoRevk1YY17hjevgagiSkjunTrEw4nF5oQvxF1Ft0nVd01anJjb6b5BGg5uhnEqTVrNVqEr6e1Avn3BxTw+eBSgfCNRf2ywkNaRQv1HRb2NHDev1cq/Hd3B1K6dNV+w2LNqIb6TdUhCN+9GO3CGDcCSnqCSSoY6qSp8iBEktqXC9tQw7XkDQl7UrBKGaPhpl4Q7t/BK/Pc5dak9dNUFYkJXUx04QjlENHbLe5x3O43wrUNTzUj9hSk8mCsQ9+unGML+GF4G+FPwVNfCDQLJJ191ekv1VTlv4b27wwjwXx8d0owuj8Gl0a6SSp2rpqrGobDCCkIR4I3oRhGGHDAepCEOaNw7nDNuEsZdj9AaEuyaurKbX7JhuVF3Ub0r3B8Q3D+HlJ0kRKmWuxXp8pVLNmjwxwYB2653wkUXSki1JXqYhyKX4GgHucNTROfHGfxO5uJrV/9qUMrj76lWvQUhu7W7zjc7nLsUqUSPlk45DbZYjj1CXVtVak1XgxjhjT1ItWDX7Uaq1DnNAvMaHPtecWzSVo5GuqmdMp6kFXSpFaLx3TU0FSVTcHyiOo3H3QpUowQdJKkrnxTlrYSn3YRHJrhn7DYCCqsuucmPugp4/dXJPz0zQ1uyXPboF2+1CF7zhuObJzgkfQNeakQFt05o0W5O7NhTLUiqSpDkOWvzl5ojdWzmaO5PLZHEQU5Q7qhnR6Zob/AL25No0OGEOHdDGhLoEnSRLXo+X6h0S1Gn3R3NqsFT0zQ2Ji11W+4bhj1+QB9O12MXeENHZ9Arq6aB4GL8xrlzBtlUXZK6HyBNGuVbo2E1/iIH0Aloc32DTLqhlbMmGr0iR2hNSylaBKGhJdPQTpWfTNF59DLIXfIQ+YWUFSqVMpWuIfJPw34bg6e0QSm8euOb3dXOq3OUp/yOi/7Vc0J5SbSceN1cIzDD6YDT1zTqb9s0XUnoY5yYbQnziCqPU/5akRqlXQqXq1Yt6NeG1C9wQvRDSjaS2U1m5eLAB0MsklTzpLInngbyRv3vmDig0zZrkXOxfuDrPoGqn+vVEbgdik66ag1BWi1XTo7pqrUdEJicBuaPWHNA08qqrsV1YOiHqHIf1R3MEdyIrGWOiPy2Tp6iVUpb9hnyYpicpDb6r+DbiCqKVa0ow+9VD4mOU/PgvXuYPCpJOqg1y6+g9gNT0ywdSF8BTk0DX43vJEUaXcKb7GuUa3SaqrsFUrOb93V24XocAKpGhtnpSuPifkNjbUW1dUXsX2y7ZY8MArTirRauxX/dV3DX+HnEjOjmVL3NOrnFTukktlMtMpNtPh9+4GlDUD9qJWWITLrHL8huF0yKX2WeVjz7xfXfEKLaymsoLWL0NWrZqFI3Lv7kkj0zQys8hLxl0qvrL1cAY0dT6VMtbJUnT3YjZWrxJKydVO9wDnl2lFOrl1T3UUMkodrX+9JJFyYcaEIbnCGcMdmhJdmbGRearKm+ntXgxbNZVSUNToSnGtPMCOmquP0OsbHRRrXO9Aa8tmofJm3pVUHpF5LjhW2Sy0svpgojvYtloCxPI2ZkjNStRstyhfup/8oSUOpNYElcUPrmf7U6WnXiCh4LLZZSbVIa25YJTRtNIoqjXXc1IZocg3jNSlKhnRz/YqpGrrN70f5RCxIySoJOnNSlK90wIg8WZpKhI8ohVIGUTSaqSuwH+c0D7hoB2ciSqQNA+RpJmUpIC2XCNnpVuklmhrrhC1E2jULF0Jtca25mtVTyht508sa++o9WUdXiBR7NbdP0t9VrjXXTRV/XlZGmDqYPanSS0MoF0KyVVSIw5e8dUIliCX6E9G3LbPVOkqkQiBMo+6YbDVouhkpTBJMgdPyJNUpSSWQNYfE5ITfU9lIJRiLqSpGakeaNWMqqrapJHD5fNHstMU7AspqQKWIXOxEVJKbNldweWbzQ5i0SVSJKywI6Q2LvX6hZR8kf8As6hcJdDc4l4OaXot+kjPQvnKarCMTRwRLe4L0Ybd8cR8JDzZSWu1eGxXPL/ejtZpCTCRr1trXAEd3jFVVhNS7IhyLrSOnjlcNml0ASVahpTkpVrncf6hPRJlUrJXjeUN6VTmpWWIOyLxjo5J9zkfhNlNbkqU455fxQHx1dib0x9xeEOjZvg+p6alXIRKByVNst4xYj4Wu1gqqqfLxDDQZWCa2I6DT2U/Qa5ddX5+8bL4R6SmvyUXvDUkCFJWvYd3AE9xZP8AzLXtjF2Zv/yN1N5WPqDw6pm5O9iUqYLbwtZQEIYFoR7hB0omqkbJRxUnSSaWmS8OqeDui5T9DZToiBDnyt3yDjTJSVmlccbhRj9/KQdTahK2VtVYhiHJrR+w/wDTZ4UfB/Q9xLG45WkEWrpAp1axiwLBTa24w2jXobUdy8OE/wBWnhiuXp66heiqPy00oYxi3oqVcHnjuX9wfHVxfhLpSi1TuvtQ5D14GKatGMb8NqIBu9u2pm6imdnv3U9Q5MvBCN/cD+xDj61dhXqPeXtms3XPdlOl5uJXPH8r3BDmGlHjKV/VENKVeKqq2qvaNxQicLfeuh8Q5nKK35OqMLWJ9B/09Ptn0oSi5vS8o+z7m6YdKsEGDpLILUr9Q/PvwEv1Wt2TVVPQV5ty8PuK4ykXTqmV0t4wGN5RyepeTRXivZvytGpSjqpZYWEcuqLSssevlFHQKIY0W6azVVdDm2/OBKRoBg/rpNfYEbxFbNfYUkk6Dpvay1UsgahCg39AuuOhW9EbIxfJShLNFB2rGyCx/wDZbpqdLEni8yySTU6s0aw0ZOqepkiUrEJpCXJLAbigmaDdJcYrTzrNWBD8/wBNrmCqlrm9gNZSSRMToj6GhQLVq1le15Bot1VEpK2UoRhCUpWzq5GuyPnd3QUpXNfQaxS9CK5qVXr39HzDs1K0Dan2KlkZQ1mk6KVVtdMV6osg+nZySFz8qYqqll+fy/kFryg0sRJX4R0xzRYFNQWykuPUyRswxOTqUNZZrHJf8wBjQyqW9e8dRWoFXNKpcHX1Cs9zvz5xlK9gejmB6OdJK9AWlNvXUN8XufziXeIFTm5p0layq4spsWUMtilIu9K69QZNopJb0Q+j2obggajVUuPx/qCmDNWbr9cArCa8k5LHSIKJJTf7XEOPHoSbmu4bc8obps5u9eyGTVBVJWVoCr7WhEkaXCj5Sua74rizS3rnHRy0Ywf2StQndh8ggpOhFWGa1w8AGOOwqfg0xwlZa7gHjFXEyA2fQlWUolmF0VElVbL8vIEbN+VhCCWRoASl7n2D+1a1CL4a+5W58G6C01rIElN2A0J+DTUu5z1ejJSsriYuSA12qXT7Y6W6o1KlErXP6Bi/P6jVaQoxVrZKpez64cIuicOn5GqmaAZVDkq+IHSjdXXB5wK5RVGZVPyhMYouKXISy6+vkBJiyhNJvZH0yCeY3ydlJSSv8nyF5URMidl2BbBMZifsiVP/AEF6BUteESbp2pAVFKyzWnxRIazEpITi2+Xm5uAWEL4rXhBEDWoGzS7A1WVh11gJpx1/cTKSbXtfZFMdOy9IUSFsvSWy7UgsSOlyv6QGnFWVxAQkS1mgNI1oJJHfdTCwxptQYbQ12wWmgl0O8Eo1IBOj+sVnLNDA0N6y8YDqpi0RLQMVLlfqCEk9aokVvvuvMLSpykjytY8IZkG8S1omDyQAqM1VJP4gSmQIy0Z70TIQYMRLNCZoio3+UZOUe5v+iCikpUYgb0BBYqXb9woMokKIipbsKMsPGdZAAVPZWSvcA53fsa4AGrRssWGLuvh426AF3iXK6AAWpHkgpWfTd99rB5An9l43INdvcu1yAjcuRWu6Sm8QArrb0GKKqqjvkIzd9Eam+jxY+mJxNKqJd8/SHaeIRNoStb4mhDlfyHokHr3scQL/AECKxdmYI+xij15blROFr0Pf1iJbLXXbDfILgYMXevTHilFqEN949/8AYRKaalZdsCzOD7sxCF9URvq/rFpxBSGWA9yMU1VZpxOBrUZiey+DGydeAVHNvvHxAWwrtREyuvGAqpt916wVE9rx6gGcH9Or8wkXs2P0ULFsv1CmKombbFCh1fQGaKIqV5WaKDqemLDp+mcULwS1MC3qgqOihyflfQARzegCFIARVQTZSCfYoPHua7oEUOqrXlfQEqx5LEP8gI5jvSQ1+CieLKVYzUumAl4i9U6oDVjruhV0jZFaisrxgXrGsrJXIBS8ZQCUNKzXon2gL+xwRaM38YDXUVx/ICFjJJd8L1VQbKLjxKnKnigBFQWqHtfOA1DzdeAJKW6GqVkDLJY4Gja9AWKZ0RgmAXfxIwJKqJD0S2XYv4w8cgIgmlvSuIEehfkD1FVUhm9K9ASgrvUoRNHegbd0Y9CN4Qv+mMx5LXbGd+G0N3MRMlyQrNAeqzd9GShUvIsTxSemQYPH/wCwZhHcGYFAZRvKJUMGsldeAWwgkl6MRSY6uJ+MAFYkhmEbwwaPJCAf5AJRgr3B6JR4p5SRBm/vvKBaGzJw1riJj/qGD7ojDbGtxCtlkDWo9CN6uPGUGFY8lpgGPFKJlNliMPgEa/MMIyRIb6LTbQqjtC0sQ1G2Srd/H+Q6B4GFlf8AmTJqllurL1QwDn2tatkjaPB29dUXdbRzpqraEdEP5zQvjP4mpn6F3NRVa3LoJOlbfAQ9U2V1jZGKSTpIk1LMadXmjhHPUV1VaLQSm25Dwta3DC/fj7hvFylN/wDgfvTW3rx6jQ4fePC51jtHdxvVG3sCJP6LQVdKnXkY2Ng3dq9DgE1qK+1JGxXR2SFasrKLfwQ0Yww9YGo5Nqk1mpKqHQekierWyau5eBDVTYtKESot1/dX8Wrf29qPmHHM6YcmLNgb52U6dEI1lVUiEy1PJtQBRHjCi0tisGuJxilw347o1lRpsqe/pmwIgaJUsa9WjCPNuRGwsyJK1EpSlulNyfVfiOWsjozrchSna0yTLyIqnMc16GHBDriKKcuZVfq7Ka1EJ94pj7vVDrDakWqTVqd1xC+jHn6hXST+awQy66F7HKXdvbceCG4KJ7BJRl2Jo3PpNaLI1f6F4mKbKw7cQweRSotJNJrUJxa3DuBYV6/dNc7b/mDaeQV+xv7Uh18THrXqvOAlIE6S0HItmrr+6SqVy6Rd3hhzBdTlDMFWpMvc15hS3eUyqqRqroXiKq7hoXsF7m3Ac5WVVsktA9TH9YE4JsWE8jmt06KqSWxUkqh2riGNzcMBzXw+eD2i7rbiHr/Yv/lGSEV0lSFhXUjDDVjg3YDqd0L1JhTJ2r+uchy4htw0dwLronDXYBMuouSoqkTBgvbY6eGftyTRGfGpwZ+ajxuq1VOkriH9Zb35hrc/dk/oF0T70eoTLLWvYOYN/C7R32NdvSjVJKoSbXKTbwR2ow6xz+fa2uWPqI48sVf0eTWEuk+k7jPCjsrNUp/1KmvR6ocI601u1+2WH2WqrUr5HXwD4bRcOmtRVJU6ZyY5OsdAuY8K79gqRrTKtclXEVq45euO6IS9KnuAs5n2ncddylsXYuyrdA8o5T83AOk0Zda6lWuOQ4+NqEupVVVQpRg6IdDSxoY3XzwHX7lvCDvTrIwVDCOEo9xp8kJI7rRr1/QKv29c5joH/umVbcv34mJDcjt4N0djuK8IlF0y1Iq1dE3K2NhLHdLGG3DywHzzQd0iWIqkrl5QYKFVSdfbNzish1lKkJm1r25HgjHhgHj0kO/c+vqPpRJVLOix2ea1XS45Il88BwS4DwqbPS2K6sHRM6kY2Ev5cER1BrdGkqlaqiymhGjWqLeOmqWxZv8AaqxS8wldZRyr9qnSjD+9ZFxy7qhNuMOvBgCuk10mF0Z5SuJSN9UnRUhlQ8u4NpZrbKakVSCJGjMCuQp5rSiXT0y8XmjzwDymKOSdNTpKpVyHLUMTmGnU7Qzq5x1/yOgUrCtXety7V7jQh9OAbJQl0rWlGpFUla9cvVreFIL7CzmS8HVxD/YDr+yXv7HV3L23VNuQjDcgFStIOkqUJTzVL7qQ0Cqm8sL0erDEdfpOiWFMpHYP2pDoH4+3f4b45tQREqLVe3Lv0q5EDHSPW2zEjtRv9W0JTTy0Ono6FcxSCT9WbiY5K+VfB9O0Mk/+9JWDpDIVJ7o8w51QzlW5KlCNVVTnarmsDG2r3FjzwHUWz5J+lNSVr7VcXj1EQG526FVJX7Lf4i5C8+NDhgNiugQ+1KBXSSz9WuXrhhhAa9TNAbPSmta6D1DNK/KPNEFXMU8q6S2K/s1yYpymLe2tdsM/oGXkXXM0vNsvS690bKZkk/SlK5Hw88Bp10aCVy9PEftf7V1lF4p+HqiNxot3spqRVJUbjn+LNNdNmrU4VWi2q1Fusj/13HuhHnFlzDpKlKLTV0yExuuGC/gDimEknSR0nSUzj/MaTc45Sucp5ehptgvjpdV/5AyWLAp5RoPfsElXSk2vicXbA66yqv3XjkqY+0aHBHrG1O0LI6qSWPrhGuPYeNqAtAi2clumot14NKZ+2aBSOuyXxnDcpcCe7WLww4Ybg3m5O6ui6eapumqpDnqQOcta9hiGzpFJ+lKdVKmT9fUOUXa3IUzcQ6PdHcalXZHNE7hqTDVvQyi/QTXSUyvud8ZxSlTUtPLEItJtrxBy64PwmtaeSJakIvgxDaXCOhsn6rquGT8iuDNvubUlJDaLm3KWyl0hpVAkVzs3EDyiXCqVPSuOlW9e2KIZdJuLhcJ6TR30HKqJKgE0FVVZQEh2JEiSgwTJZdMReNZQsRshoiUTO1SdJSlcvQBlHUkql91dZZPaFKQ85bJOrVLLIGyFoYPLUJKQbg5o+3p1l+o3OJvEJvYCyGZqbo2+gFwea1Olxyg6mkFVa8oJSous0qJ2gqBq6tETXRwyufZSlV1e4HjWiP8A2hZRTayXstOIDXTkZO50K36WWrKGvKtvTG4P7VKUNeekSSqSssKh2jWXzKVvWOAUm2X2BszsmykrULCJJNa/E6ZRTES9CfYspKbNAb9aala44ZLJqqq/dUsQmmFaqPzB8UHESxUtbLE0ckU0qd0rRZ2qvE4sdsM1mvih0+4XweUDd5ck9SmnJS7U+KcpsF7DehGHBHaviU1fYbj70fMZrJWVKxwSZ0rvuQH9J3Nq/bJ2qqR0DtVYpKkOWMKsYRvR2+oGEuXapfela5z/ACiNGfhiOFypGj3QsZtA0o1dYhHTU+X1X4euA+E7t6P2K6Xy6lf5QhEffnhGVm0XsVq1PXqcUfGHhaoB01dLpKpVCHLWJXwVcENzb2xZNVruNx5xns5FRH/i6ZQdJZFesGXhLZ/+emyrN0WCpDbmGATRdbFV2KroHqjfXFHpXb3L/dcd7Rxa3OZPg8geE8WNywcnkcsSIDCKehrfvCRaKVSr6Hm+YHKS1+LaxR1J+SOLyGqJ7XifUN2dIqypWhxBrpVAckqqkG13Jz47NsbPUppFZv06hVS1Lqq5pXX8xrv2hKFKi01XxYWU9G4oYypDFy9lJASKs2pNyBTM14vWMom33XrgJTOrsdK8ExFWtMkdSq9TL14R9j+DJCnn/wD5RhXIgfENW0ufyD5f8DVDJKpHVV3+8TJw38F69wD7juFo1JhRbJqklvQ4+Xqlozlj2N6ubZyms1VU5zjaSrykpqSQTUUgrvo2IrdKVKA9teQZCEzhJWydJdoDmubaqqzWquXxNoMqTaJJb0A0V1WqvQ4oi+JFYcmXcV0hRj+i0tlb2NjuOotVgw2Uqljr3vMKyOftlUjDLITGMTqG1pQ2Kw7gj85FfgrFFLxm9gaxSSCSqUpJL0g8cKKqqilyySFXUUJnkaO7oFLetPLGnXRXLJe/R9Q6wtREpU6s2vXCx9Q83OpBcWUicPfXP/dc1U7oBZ0TK3o/ojrlI0El3NEKFKG2KkJhbo506ombX44ENRKvQG+LUZNr2QF+y0ks7ZgfEOjQ1qF/XVCh9QqvbIOjmojetA+uECnoqVX8orBCNeUczPc9ruilOhEt9+Eb/GiVVRQrRKSX8R0QRNmoJUcr3MAMix9MP4sEkt6AbpHtjqjTIS7CVZKVahQ+fZc3n58HUGzvNDXKQVSx/wAIVmh+xDSdrapc3WNfOnah86TmpKSlfah7wmi0dZr2jDnaLaqyCJks1K7wNJFIXEo+yJZHxxMpZQA95GIQlWuh8twecFSftdiuu4fdKPGil6egYURWmq5oPGZKfahE8odVrXsq/uCZw231XH+g3lZ0k6Sla4RrVJs1UlbLI1wC7aJrpNVOkqr0BJNLL6YKWIrvQmk3V7/H3Bn+hkVkQ3pLt814SjDXdBEElf4iNSym63wk0G8TECytfmCESpZ2Vj1er1YRTAiqoJIWVZShJoynkXoJ8rliyMEs0MJkVzqQlLVVtQYBcvBSclr2BGKeu4LoJen9ICUCKh2vo55A2vALSm9PW8JxSm2QtST8Vj8YGUDJhDcmWCmyUrpjzdDXcBhCpBYj1lsEKgljqqiCqXitesGwIl2/eIqQSlfq9wwrXhgMCf6Ai96HHIMR2xI3is2Kiduxg0fFC1JTffTrgeBlUrXHGTK+gNKgJZFp1tSCC6iXYxscULOt9ALhxvV7TiEot+IWuqlyuvlAirqV6ABcupSp7XgClzS38Q15aRJQ+xu5eBW6pCyPKVrhe7fWVqqFS9IeN7QN0Uw8hq1I2trEBrPEvQ8wVOaRsput4CmdTd9Ax8l+O12Gjh4KTLcl7Wt8CFVm9MWkNZa7Qm9F01H5H0YpH5849EyvY80RYUvp63xCEUpQ9A+aqicTzc1veu7ARLDLsu8MXsj09YCcCTbXXzDJm+R5OKW+iyEJX6xipAZ/yqjXYbomSbK74ioYSNCyPliBYfANIzk+x5SPfOIqFsvMM7pBg8FZoFAVmDzUkps0QU9PjVROMO53hCJfT0ekDIdIEULrtYOfqFH4NI+16r4uXPK330hQYm9cfK3BPa2NxoGEInSlTUsTj9YyqoqlmtAVGMrvWnlgP5DeaKljihe1SFpyJJVwNey4gND5AioHVJ6GnugpS17gEXNKV0zhMWNFWUmNyWvMF6xAaeGXZdva2wCtH/sBKYAxwE7NlpK9kgNPDffZACxUlUgGVf0AqqSkgIseV6HogxYqUrX9wuWU74SwtbBlFAAqeV064vUiBFFLXicUoNP7LXYMeM3essULoSuILlDK6+4URLK1whafdFIdRXEgiWA8b/KImLyWsAvUFO9EIWWuuAeifuDMYK9v6CJCAPfcZL/6TTN4quMLRlD1VLXAMVdeYBvdmSIGOMZpWygMmNvQjGHKhrGMxN2LT3jBijMS8kIRKrrtBfiIlizN+AxX5IZqwHjJgh7diV/2xXGNqPDyigFDOjFaAzAkpIezgmaIJiEYfwETG12oCw8fbEIF9sH8Rf7MRNvWgT3jNWA8YYibXmEzbPRLZa3xKtZCN6IxBSylcQH8g0ejAThDcgImMJQJwhmw4lokVPL0BXf7gylADbDRdCPfJ8wxoxSU6QV0yGgat1RCwxgWwmzSWXZAYmkfohcwx2Vck1pR1UqOmpD7mLGENsF3GUo6auj0Mrj1z1q27e4AD4LEFX9wbVV+rXQI1gSoW/GGCGsBfcsm1+3jqtWpyVNHrHi8ryk0dvG6So6uxcNVfurXEOQsTZOC9Hbvc8RlOj6UYP0H8qwPk7gWqrqtVSKpZGTzm2r0AbTT1LYBNn5BDVsqN/a2oXhyThs6LoZRcP3VPIJJWbIhYmVJVr1oxhiwhGO1hwx4fIHaabr7ZQdTT5ESFLWjULuxjGEMEY8EYjXXLpJrRbVVJ1jrkhkcOC9Hc4Q7uWdylT0W6dVzktZpzQhgNfwc4530lU8ohz9Rqqk6VxzkOSJK5Nu/evRwiLM7V1QJ2rWoeulApK5sF+HPhwg07VJVqvsXiV+bzc4XUURq/oZfYGJt1D1b2Hh84nEcUnQSSdNWGWvxcMIV4bcMN6+BbqKTdNaUIk6Vy0sYuhehtbX0DBdi/lIKqqtdnEOS13b27G9f28AWXQIzXU1XP5otcuVCO1GHMOmHJuznmrQfQFIKv3R2qSVRCpAhcaMTljCF+/tXr0evyBzSRtgVPJ5xqFCmVaq50510D1SFJgrQ0o8GDbG40iSal0yKwywnK+q4h4uxo13jZJ0kg/lVJB4zerbvXvzCilYpfYx37pWoSVVQJVv1r4f+ESk9isCJbFxF76R9rajpQ4Lw19cqTqhtizTnqFsquHcwXvKBF62M13o+Hf6gmiqV2S6vLpEMTq2hyRcm+8QfQ39TBZT+jknTWoeqe1q3jmhCN6EOqA4Cuj3+2PqPS9XEmeNNOM3QNOsrLErkGEzexeFcfFDMDdwdDbitC/PTHNE3Sv6GdTWqunk827fhzjrFyPhPaupaTpWQvx9y/wA0b/vgOF15SU3TOMouFcTQODal3EUN6Ps+5rwgOmtS1OdDtX4DrVzF3LV1ZTeDg3R+fNzN31KUMrZK10MNkc2DBEdkuO8JjV/apK1FyXrIxr37iL4voSap7Ps5RNq/qUpRbqRSJMg24aHFjCHDtXxtFyfhFtfsulLB0S9XIbS4Ksd2F68Pmu5jwoKpVNlK6Xlveodeop9c5dkwJNdVF08lUmWXgvCeGIjeJ1S6p/s+i5rV0ci6B4GSP04bnVHaDq4i69KlGpFVcQ58RUnJn3YeccUuRp//API3VF3Rv65GR6resbKhuRjzjdaUpBrQz/7eov8AtT/3qRebaPC9gwQ28G0FU9hqOJ3Jm4m2SuOTzwNfGjXU0a6uSdHpmhkjno4/9035OPGLu3r+3eBlzF1DV01IqkrXIcmKet6xsSrlJVI81KuQ+WXbhejtw6hb5CPp7CuhbqmtKNSKpK/XaGk3eHVou6NlTyWYdWTjrhevefrBN0Vzz+5x0enrnEjrsj59qTDEvCYvN1BPSt0LW62iz0MwxznvHrG204w2r/BHcCcj1QY/o2hBFrTzU7V1kHJide2WMI7cIwiKaIp9/cu/+y6UzeS3ccpDchHaw8PvGuXB0wqkr9lv8RdqepUPt4I3t0dCpeh2tMsLXHJl85Y8MI7gaLBibvQdKJP2s2blgCm7ntn/AHpg62E9JkKl2jcxobsBzahaZf3JPyMKUVsFMRJXagaG5CN/aj770R1ajqQSdJTUvqHvIWqNcucOrTKrprdGkQ65DHQNwYIbnAGLJwrck62BSitdkuf7u4q4OYsY7kYbQQU48+wbqJuQm6vKk4L8MEfKN1TcNaZYbFdJT0FyaW11w4IhIjXrEOdNUnSU1LHGkXWXMOlaj+i7N0hjl4DcJY3geeFM3JK507qiznhj6aMNyEeGHPuDY6NdtaUSIqkqQ5KugLpp9yb433QruUpRrTLWUriLoYqpN0sYbYouloHLlJYgxTlBuqGf/wDI6GSqH/8AYQJtLE4b3DAbFRtKMLo2E1LL0iH2yx4I8AQocyQbK46WRUyBgx1f7VXfOvGh5Rt9OUbK3rTyxr1IUY6VVTVm5Ay6RXvXk45dt4NVWr//AJHcb91dEPXVQrWanVCGCEecM7hfCqk6VJRb9I7V6gaUqkrt3+GA3x5R9rmj1+LVvjXLofA0ldbLf2jJ0TIcJYFMG1fhuw6wk+9opDLydJoe6dJrZKq4n1GzHeSqUaqpaZI4/Ntj5xXc3UeD5+RrdalPa1oESeEwkNtXq0dGPnHY6Iuha0pRdHP0lbPB64BuKdaYZw8o66yjNakVE1o2s0AUW5S2LnQSd0OihbK1iKqjMW8pIWxWSEElZoVoyZ6BbIDrqKpAg5RBy2mpCbRQguRJ+1m5B+OLqGO/dJHm5GRX+YXKzWqRxsFCEmsCKgZAhEhChWu+iRKJYJb0T0RN4m6SAUXSvTGqIzDCUUw5IgXvrm0s6wxD8XcFDt46SVEmVLKzbUHVUA1S6KjVWFrK7Q1dSaqOvPTNX7U6SqRMfojntP3KOmtqwzYlTiwWJ0m6XcC+m2iUqyyDiS6qrWyGFnqSqUoWUkRp3ZrakFWqVkF6yarpWb8IeRa7Kr5B6gCOjKVtcQKUT0JHiQbeD67dW5Kntn49TIVJxibd7rhuBc+dpY41V84lV9D6BG8RofI3HwiU5Rd0d1rqnqLSUatViQxTlhCJo3r0YxvRjD1hM5pdJJrKSqCK0JtFkVy6hBrqSk2uJ8PU3ZXlqOhJTlLqqupSSXSxxqvhV8E7Xwg3Gr3R0Wkgd1RaVdVLdUJHghew3hulKsUlakrLqekI3MUwrc4/mq25KsUlUjYYGgbbhEdXGsH/AGc05n5t3U3JOmrpd0klUqGjXL1c23ruBZcpdW/ucfzUleiYpdLmjf3Ij6j/AKkvBbsClF7o6G//AJXSN81Ul6zjHDeje3B8lUnRqrB1a16h75A76TphyXDZvdJ3Ptbo0j0ywxK+OqkXbLHdvQ4Bobhqq1dHSVSP7gzounXTBUirV1UITQrYRuzWnbl7o2v/AJ5gSuQlWuW9CPXG8Dxzx0yck1s5jE03NaHSwi8rl1vVnUG4xoK4hWvsV+fsVcnyigze5Jqlpr1OlegKuQnfwa0kV063r2b0BKKn+gPpCn0lfurBKomT3RCss39PMFuI8FjphJFN6DSh6P2e/QSSyznh5gvaIb1KIc46b4MLlnT9+RXYuITKPtbWEJyTxiPX2fQ/gR8H6spqlsXHJeMqfyQvD6sudo9KUTjk1wDU/BvQTBK5xq6a5a5IV9ob9RVk6tUhx8bs3J06NgRLvWRUBrY4XkWlKykgSjHfQ7JJYmXvjQidmlKh65XSzWnxAkcxy1ZQA8dFNBvdi0yhNyF75fLuDoT5412BZJY45G+XVSVIqliVBsrSmFVUkLWvi9Y5rxmdDXSO0bVXNa8IvK375AtaO7UgZGeb0KNE4EZCU21ALhnNVPKSBzmE3NcwyqiqlmuIAh/KNUpCjeVSxNdoLlWVlmssbu4QsrUKXLMCpBfUaA4o5XHCV41mqkSVSHR1aOSCpxRGWFoBqZaPsgKuzm70NucMwJsObvQe0ajTXlGys0FijMb66Z2QSuGM2vZCsH9GiaU5LK/EEtKOWrVrNVVJ0Bs9PMFWtrp1MkcruhM6VrzcgmQQVz0TfG5i2k6VmqnteyEq8eSx9b4AeuVZp/TxPoCKObqulT+TL4RLLLQYxUYhDRqq674ONQQcUNRs3O1BsKFF70LQgSbNJSopVKyxO+A3FFJTbVL6De1aK8V3voF7pqFnx0rDCZpilFpZpIK1Gkqvx+yN2WaJTZvHCl619P1BMQy6maW9JK19wXleq9wPX6fitbw110ha9vpBzfEgdnNqSsviDEEJSRJoGTXlK9gHtHSSudy9HpXxRPyI2VLIJAeUqkrKDZJDXbEDI5fHBaFT+hVBur7Xq6gSil2wTBtvvdKL0kJua5gk+rYFJ+SsiO+i6Db+HOL0UUscWQR+ITS8jZgsSKpb1oQFJyBpVlWUrL9kUHSFYE3YIVP2wQ3Rla67gxBG14nTBSMd6Vrh5WheP5Eil8UDIypRALDO9jT3ReQwRotExUSxPLzCoxxFRS1FR3E0ZdIjqZEqnz949MFChxUZwKWTxkXnXtZoGO47AHUdZetUKnNJBcsiiyGCrxJKvx+0Fb2kOV1jwgFy/COkqUV7gRdTor8Rk8pXxoSr0p40LHtJzd9Ctw65JXIFKxNUpDRzSc2vr5sIDUfBUq6FicZtT2gt0OoBsVMu14MUSJGb2BBGFrmuAFEIlmg3VQ+/BMhdeMMxUS5WvXveoXRta/Yq/sAs1ZCS6rsbkPpw5bUmu3tiMDyq9ljid6Gt8Sgnrzj0L1s+bUDxS67ggSFrxCDxk/Q6HCJR8arrCIVBbLCGzgkQQgUZNDI/2A6SkK/InXyEtDL+YsiTxv0ETFzc3HEom12w17FSRDn9kY4k0ZMRXXqwCvxvsBZMoRNHetDo4RQopa53XcFqllmu/wBQFVPyoyMukgtBLvnv8/m84EUILlDzegB1TTf5Bba0PG/BSe1A5pXt1ecSOb0BQqoraSvhAGXUVrrTdcIpMbxXSE1Ypa8IHPpzcTE1gMFLErUU9PT6wKsqqlvujjYv1F6h7KbNr9PnAUTWQVsYpXWm1MsDHUBKx96VS16wIoeVxMfEqgFF0gpzzQCttAtc+X+wCW01Zow0UBODcqAjl7fQBTiNrNlAOMZonM6ILqFqp7XpgNY8rphg7h6euELF4Zc30+MA9htXRUc4Emq8iQWFU1+QHViqFvFluxIx/wDYRgqqrvtT6CN6b/IeiWyJkaxvDJm7mBdvUr9xRGG9CRlUvwjPqMukkYgjA/YEYmEDH/QAG67FlfehE2amjHxiRTqgy7IEXtmIwHow3oSgXfRCEN9SywrG+R6JhIsVRKJfjGSmBiCyMSiqXvQuNncCQgaA1YhvyQhHehGG2J3khCBQEbwevq3/AMYkPEEb6QzM+x4sBmELw9CKQzWSSqeXLATNeiJSfAMF+Ysq70MRhuRBfYJTfm5oWTMgRjDksQeicZGSLCnFpY2s3rFBzjM6PACFui4sUgbR5vvRO3D1AFFEFN07WV3QqFo+8vAhS6qVy8pJUiiC5YFq7hcF8btcss6Vp7YuxahNkEKQ+5e2zRj5IDiXgKpLYrBklNxF0uutewdUPKPoW5Wh0mF0a6qrqfXPBUhimvQwwwwLDm3R5Pq1TZ0cGzcPsZg/dEdbKOQ5F69WtgvR4fIKbsnjBqk62VkIE0dvBhvw5wwSbqulfuuWS/pZV7B6gspVglSjV6k6dVDkvVdqFbcvYR5ze7O+rVCOMVaUqOnVeQRvA6RKt6rCJa0IxDmmEnWxWr/Z9SWlBUlQsMa9ewc9/gCotONUktiq1yZDU9bSvRhCEdrBg6hsCNGtXT9rQySpK+FKsbaLf2r0IxvRjG/twCckdhgbVRDhXYqD+bXQXSrkITXcFJ6USa7KVx6hCxq7fy5wYpQjqhqLa0WwSnroXi4+lhvxj1QEHKTBVI6Ss86+TwQLHBtQ3fKJlYtCSgoOro0kHWRt5Jcq9ewRvhtTTeakRVVLHJiJSi34l548wVXMUuqkku1SanIdBWNdUxcF6/wcPUNxK8oZ/LSSdEJX0t2/HrDuM/olVpmuwg1YOmtqmdDDwRPXjCN+GAO3iaU3NZeMWvw4AA6ubSVVmtUq9Q3Ghtwjude2HjkiTpUiWmQkP2DSVxoWJpN1VF7KSOkq10oYnFwe4a0gTYDWarU+6nqGxcmG3g4RuVIO36Sq6VMpYh8VKUXCXgGq0iiklRa811Mrn8t7nhDgEorVMM2/B8rf1U3OK0zIuta15CeKqQ9+EC347Y+Y1kEu4Prj+qZpSitzjXYs/YpDwrJENhUvwwRje24Q5hxz+n64Wi/CDd4e5ylEiJ16NdnSIY161IS+W/zbvkHv+i5seKn4PM5ks2chMlvvE0RQolvqSQa0qygwpR01VSx2rhRI9XDkmjCOHrgFpySq6vw8A9JdiN+CipvvsARb+YLP4oUrwDBrEohtgtB1yVcnevACJUuVBBfjDoDWRuVzHhFpShqmyldlI1NI3ujwjttw/hXtSOqLfkOfAcyFa8csB8x3ksQTZu3TVXZTVU6ZyZBy4Pn7wrWXc558Z9m0ld8kq/QpRJXHUxFSnv8AyHQKEuxfqpEVYOkzkOTHSMbc3YcI+KqE8JysrYtMpV8TPk273PD6DqFyF2aqSRNiusTAbnwbXP5BJ8f+Iv4n1Hc54Qn9ziv3XHZVrVvWx2/DEt/KhzdY7rcl4Q6Lp5qSU6IpXHxSzu2SdKkVdYi+nwG/IbLQ1Pv2rr7UoF1UOTGVb1sRTnhDhCU4vYqPuNlTCSXY+Q0DwhUa1oalCXR0MlUI6xHVTBhhtR68MRotw/hjSplIjV0rUXJiHIc2EsRur2lmtKMF2CuORcnkLz9YE0BvAQ0mqq6kXR0Ml96a3tkJF3wm3HvQHQrgrtWFPMCJTSV9Pr5xx6i6TdUNSh6Lfq4hD4nCaF+9CIavmDqi1f8AlFzmXlOGu4pCG3EsNyN7c3YhU62b9HZqVo1g/artXSVch9b8I7kYbkRr1C00/uIfkoulFZ7XIbr8aG5A3BGENsU3D+EFhdQ1lTSEXJlpVYwiWPBHqG0uKOYP2p2D9Ii6B8sn57kYcMA/y2L2Yxpto1utouVkLkx0FeKeG15IhfcFdIqkqei3+IuhiHIfbwbt7gGuvPt64NLZTV0d7RdfTNaIxj74YYBwS5xWmUiU8wVkUpVgfmUwZMddu8C3XYKgdQgVJ0lx65MnmGqvmytyTrZ7BJQ7KvapbqfPDmGLi7pZv3B/YOkD1VSmwRv83DDgG30g1SdJWWt8UdNaB8CNCU21pRIjpKoevjYmuABU1c462V9qXOKyXWCsXe1PJw8415SiKUoZU7qgc3hOq3rZXOW/u8wb0bdol/aukjoOskpDljjR82ELmNWQupK6F01S2LTzBdBevVKcpb5DR3MPOHFA0Iq/SI6dV6h79QvMDKYuZ/5HRZ5qp558dIm4WMOYBXOUwql9wdYi6GIYm7tXvXzAX1BxQ4cUYwSS4h/IFcDJJKnV9kbAq22Ula44XvaL5IUcAGsXRqUNSlDL0W/YEdILYp65db0eCI4y4uZuouDSm3Lq7NoEhq5mrhS1bwhhxTaUIcEYX8A7q7otJJK1GtUg2azTpZZDkqn4Lwm42bII8HnhEa0zRaCuyiHPVya0NuG4N1JTrVW11vj53pvwaK0Mrs/wcvztT16+xVTX0DH278L+Esb/AJAsb+FW6O5J1Ku8otdkevUmkx0jc9aG15YB/cGUEfV7SkEnQLSVSSHGrlPChRdKJJ7FfkPXJXG4trp0nSvHDZxkD4nRGxZo86jsVLNBPRdKWRFZoYHe7KSlKjDRB3UElUpob3Om+4EChFPLS9AMrmISmp0uIePvCMohwvtAFVokqGUYXwKsWWHNPWxQ6bBeZOUHihACu2mhBLEiyqqQki/SdWQKfMhryyKqSs3I7ITqDiFvrlaLf2qqVTpEGoXQ3EP2FqwVIuTobY2tKk1VUgArS6qSvHIMJRzNeKrVW1SqBY8Wm98dopK5ihro2s3Nrn0y4MMeYc/pG4F/Rbq1x0OMTDAN1GTx7mpRozZVlphPSVzbpVWVKHSUKISm2WOcN0bm1VUpqqQR0Fp+DkjWjVWqWwHVfoDVKZbqsH9r6Y7VTlHsM0rnyZBufn5holNsGtM10sSuQQTxkWxziaOi5SmyhVS9Gb6l6AyvR6rVWVNqC1sdXNKq1zjthPRyz48XZrqbdg6ar0XTLWe1XvlqGLk88OofKXht8CLqgXX2o1anXo498xDkLGMC4dLgH19StFWU1IK4XOOqUYLtVUtlIYa5TFhHBwYdwHsGvJ+bDyjFWCtqlXJhr7YEiqklXla4B9ZeEvwL0CrPVoFXYTqtD7qqWFTbw3oj57pe4KlGCp9lMDkqHxj1cGDaw7UfIH15LQ5MzUknW9XxKCk1Wb7HOGMbm3SSp0pWOS/5h5GiFc1p8QbNSKyutC8hJomizVmh81uedKqklJHP3YjpdwfghpSlHRJrA8jzRvhc1HQIvy/Ap8FHgspm7elCJNUqhMBznPtXucfY1HeC1hQNDEoai2s91pKlveWMOv5CzweXBpUDRZNitSNSVYEPxzc/DtjqNF0bKSII05kZ8iJeD6gaUuXakSdJHOyP5Yp8/UOgot0nVRVK0IfIBdxjjIaukq5D4u5HANyp24qi2FDEpSgXNtWrmQ3MPAF5OJx6oG4+TPXL3NMVaqpdMRnSs6Cq9PZpWi6/TJeEHCv/AMpqcndE839FcYgajtJXtkAbxzyQvMWbmkhaahlc7K9wKcpB6UJTt5qR0lUgI1W+y1diq9wbIaiVdTBVTtzyqqU1LLJkAOEjZoKMsriKhm2cTVc0NXo13vSuWT3h2g4lKzQy6jNNDxJ1KqdsEKKzc0FSCk0HJFAa6QKeMi48JqoHcIWuaBZTTRI4BRCrYsQK5aJckHCqABcFm5oGsgWIVGXoClWj+SGxtaNm2UoEtqOSmyle/wAIOH2BT6jTkaFVdK5rE7IupGgmtFpTctc+SX5jpR2lDNamxa9TBWrFGs3T0ekrShFUseygHWEI2u4NynRyOnqD2UkdV1pjj91lCTUj2Wbv9Y+h6eT8UOdU9Q02ZZCUfkV9xR6UfOalCzXU3U0Q5o6ilc1kDoRrmEpv9qLS0FKVzXYFYIg9sBoqhkkkg2gzlA1q0lJC8yKso9kOpAsRP229BC+YTc0NrWSC1VpNVGdG/Zqh2lra63gJSNHTUrL8ijalqPmgB21+fB5hCarYIdRzmlaJ9jR3PONYfUf4r0R1F/RiudGs0iw9P1Xgl4sLeWjmz5gAE1ZVl6Jj7V4bq7o3L1gNbdsZVcZsIwbKJKpJyu+JxIqFDRVVqqQPq6Stqlln0dsWjLJEX0lEEZQsI3+WTtFFxCTRbFCy/wBQW/BNdRBFIEpt/TFZCcqCyKyq6XRCMp+IPx+hkVNICH3QYpDxWXjFNW3Ofg8oogS10A0Ccv8AEogl8+cE35QqvyrL2hJRS1ldAUYE6R6Jsv2OoYieV2BBY+9ATZFlahH2DHvRcqbfQKq4spXV5xSsvZAFZ2lvWsOAInloZxyRc4dAZWkLLO+jw8AWvKQ5KzCh3SG9fiDLsNFJoZOKT1rBK9pTxoWu6Uy0vbCN1SX8Q0SsYMZPqVV5X9gqe0jNr9gLHtJWoBi43obXgdQ+w1V8krvWPV4woIor+kUEiJpFtRmymHSEFS1Jh9YNbFSA6RJqvQq9UQc3lJJBLAk6CiFyO3AGnR30CwL6ALKfXdD5AiurZiGvUKVipdjji05P19IDnjZd4Yb8j6XXm4mhUP6QmUehFLtiBTJdOvl1NwdT6kfOP7JkL+keOWy7ZfRGKys3ziRy2pOmBjiboJlh7AkWAgU1l2xKFkM1iM2Zjf8A9x6MUuxrwDBU+5XL6vqMFzvHAew/9Ejx8aIfj183uGYRSm/pFZ1LXW/e4AV1Adoic1rNxAKsrytToC4+nZV9rKAzn09dYAZDvRTBRXtgdY3cIL729ZHS3QIpHvgaGulorUAzg9qLTxAzowH5UNl4B1D8qlruRFKx5Wdr/mJKHm2QqUj4quMUxdFSqyXocQDHWSVzWvMJqKclp+a+BjRtdCvpBekeKa7lCkctWaQDrHleh6/qLlyTe5oVgKpHLAHooVNNAisUv0i9dOy7fkAykUpUpXL13QraHjHEXRNZHACx/bDFcmvGC9eKXJDOu5ZMEVVVzqvcALmE0GrSgMtnBNtyQzSiL1CihRP4Qwjmj/iABygUNloojBKAhhzotVLKSFUS/qATRVdSMRN7YwaAmPFj7YzlsVLwRvemMKREo7QxBPX8xm0Z/ozDaGSm+IYLHehkPryKo+TJzK/o3BkegWakJeKV0MsJ4DFfZEkZosJnR6r4rsjFZTgGi29ILgeidLfcsVqmHjGyxCBxpAMRhuRHoR3YD0Yb6MFGClZOEJut4egTfdP5CxOAkAmGUaBjwtRI0NaouUFZv+wZPI1fRCEd2AxGFqPQjfGIbY1gy+iJv8QyJxjuxEoFsrIEYhBMZUgr0B4sBKMe/wBsYxaiQHNU966Xu+oARLNzuh7QNbnmq/qvDRFvwfVXgOucf0zQLX7LVqLtSza1a9VhCMcH5Dv9yJti0yRXHryo1S1o5d7DGEBw7+lKmUtgHotWoSulUPu1Yxv3vOPoO5lLYtKEVVqLnwl4MG7EeP6y1N2dnpzfqFebF+9SrRAlcheNWhhvgd6ySpSiyK0olUOckFcXRjf2oxwbYAWeOklSKtbchyVCpBjNVf0NNyF0FZSpTbzC9evfMecjssSRoZg6pT7U2ATHPj1+GEIYYQ8kBQhTDWhlSUy/qEOdWNRJU1+rejgNuxjg3LwdvYOkthNWGP8Ad69bqjC/AB0pQ7WnrXYqCByX9HDzx5gnKnHaG4q2mdEd3UJP2rJVg/Od1KhXVq4Sxjhje5r2DCBmcHTp0u/V9u97vWFlxrqi3SWhiXyc2CF7zho4ug2KrsVJKvUPpFwYdoTyyKqC7Iwnc0krSi6Uo67I5SGJjRJG/tmvxhG/HqCu6y5pWi1ZrBX7lgrpVozK+5G/t4eaIav6V2BTLVVXEnkq5Uan7gG7BvTyqrV0wf1yYZqG6pf2owjDcgOhcm0jlnHFMJuQK6SarpKqnxL1Wub1hqycKpT9lP0Kmj29yF+9fvxEaAbpMGpEnT85znLXNXNDFv4IwCZVz/5k/Jza1TBGBtwM+7oEJUhzTbJJ01IqqllljW4Sx+Q5nTdGqpOk5Sp8QscU/N7746hF1Narqqq4hNDi8w1intiq52ogc5cTrHPRVa2cN8NdH7KuNXftWB3T1qlWSSw4169A0MG3G9tYBxb+nSglaU8NKDqlKlEE2A5VqVscuJCF6MIbuG/5B9UuKC2UwXVdY5DliTd4L+3wxHyv4B21KUN/U2gq6YOkGq7h63rqpxvVIwNCEMOC9G9AdfFyNcUkc04xzs4DdaVJK6OlJWORN65IU5C4DQgqa9G9zwGvwMNg8IRti3ZU81lVP/KPCc2BY0PMNcmR5Ie9wzyiv2efyLqKzWWt+Iga16BBec1r+PigYsMvfPpwjo+IFLf6KD/HkYokjCal28n6C0xBmMJSXYDAeyNQURUlAmJ/0CiMfT+QyYzhkVJG30MqJpp/RboirBU5OhWvw8wWHtd6GETK44FAcbVM6xRPhYSVSIlSjXHr4xye+9w/kOgUHdjNtaLdT+OWteiWA+cIQV9gGNHb9grspqqdPsm+QZpS0c/sLLR9bNLrUnSpHTVXYr1O9j8a96o+UdFuT8Myqv3ClMRcmTi4DbWGER8jUB4RVcRKmWs/xpcESje6Mpxq/SmsFSOkyZZTmvHLwCHtCtOPyPqW6G6D7UakfpKkOuhjkqbd7g6t0bj4PrrWtPMNgOlSVyXyZWG+PlhldE6YNdlNX9epvTg16JdzBwh/QV2aVDOkKZaq49b7wlWvdcQlCH0BdHc7SlAv/wDkdy6sh1xa14ikN2BuuENsbp4PfCs1uj+4OrB6gTHSPgw7WDh6xrlyV29DXZUMh96JXOTJrQjwwvRGsU/cs62fs+i1di0igeyNuG4CxjDcj6gfj2B5o+hni6VKUW6otXfyVfdeveYLrlrpVUrJXEUTsj9Zdb45jcR4S1VVfsanrB6hlkMbK7N/bGwUw6VYOvt5qrXanvbIKXR4Dwhu84Fjr6OpPGX2yrs9g62LSKeQrgxuY3DCINoq7uUqSi6eS2K64m4puXyx3Ybo1O5qn2r9Iis0mOXLrbnMNgpZg1plrKdJV+Icm2WPDCO5e4A9eYk8cns3UjtJXNAC6iM1Jq/lf2SsDnOTbvRweqMYDnKV0FKXGuiNaZVOuyPiJOqsd3BePwR9Q3lhTbWlGsqaQ5Dk5o1r4OjfE2yiaUmtSWoFugoXZVR+wxHqeSfcU5jDSI0yrcu/Ik6/tTmqEV3MO1f4BvjGkNlJEVSVrkPe0r4C7jpmLn7pdlJHYP0pDomIchvlww5xsOwZqQ1ulKHSpSoqliLkyVS7f5wBVE0+6YfcKUxD6KugaHDzR5g97oCLF2Kso6Q1SmqOlWUodFrJOgspOiEnQLQGc1XS2K1skgjpCjGr+ypRqRdCpkGLCMOq9G/Ab8+oTud0aw+oelErWbX6PMFr7FvyjldK+CNq1VPSlyTo9EOj4xSJYUjXtyJY4IQjzXgEjdxdlcR91ujos52pMh0hjkN17pfKOn1H6SUqbiVcvy373nED0Kq/stikP2sMPKJuKsspMruN8K7WlKkpXEP0h0lK6dKzlK4nzHHKS8EjBVLZTB19nPcop0sBL/PCG5fGov7oLvPB8r/56izumRD/AN0lWOS9hyoQwwhg9YTJx7jKj69oqkUn7XOg6g3KSTpdKbpD598H/hgoamZEp+TH0a2T1jqdB09sqlF5SpMcsDVyGF4OMhXqR1JM9/APK4Qjo+ld6VDUq00MPleipSIHWSFq22K79lfC0LYMpajX6Tbcw2LNAZ6SaAE1E0ZQXqI76HdIMbWaAXRfuoxObxFS9PqtZaSQIo+6iakdJXHPhxD7V8JXSWylc0J0I0m0oRJXIw+cI3IMcZdxrRiSTCvZZZ61YC0vSiuOkkqHlJIyrJKuNaeMVc6qEplLNcpQrpVUazSlGKpWqWX2srrG3vSqyj8cIF01UlbVWuQHAaM3E1Bygk/slUqjomuAa64aKpOj5fQHR6UoVJ/apKkTXJkGIUIHzRJVIiTpI9cmkQuAwVL2jOfuaZqyM10rsX0uobhGgEqBoY7pLHnl+Qhc1RTXZWylRt8W2z0jqysQl+oKZ6J42z5vuguYlOjunSVc5zVsfDAvNeCV5c3Rb9I+ymqB9vLThw8A6xdQ2SdOj8mEkLn99SS9MUUemxXybqjg1PeCii6UV/8A5MgSvpJFjDCB2v8AT7Q2Iqk1OQ+lXMO9xoZVKy4mMCaMaTc6l7ITCQ3unLbkPApQzV+RLYqBK+Jjlrx9Y6/4NPBz9ltXSSqRJ5FY6OUSMcEYYA2oNk1SdEV6tEdRoxFq1SJSjXH4xBuSHQn5sXj5NtfZz41CKtVZUqoNqomjElUpSqWINqpCiGFKVHSSRK/z4BSxYSlZWmK8fImhOTjxYZc7RaSSpLIbPSdIK4jBqllky6ozR1G7FazVQWmjKtVe6ByOlXkPH1uxEkq6aq8f1Bg1ctX6sp01IIuDWtr3wtUWSSVmpCcOkpOCCacoVgwS2U1qE9Q1kj3ZXYDqmXqtKJeLCKFHyks6NOd9hYcSXdjSjjJTbUbGZCi1Wtq1Icn5DRSwV5U+JlBxRFLTUpQRNlKRqD+hvv51WqWlEFNCb0qljh5se1P2o+4VqUbNtdMScN5IspAJW0oGImSSzQMI3srVIZMzaygylXyA1l2KkXG+icFJtrKApWiqSotitKDxEbaLDHmiTVpNVskgbRVHKv8AesTjDZmDBJgNf0FryJmNAKpWqotXZtWu9Bu6f8kFK8JudGwvub3BYq+SzQscNdntSKpJZF4Vq0fanBtDQVSVlK5AfFCZs026G5rfRodMUJvQ7zStDzUpugNJf3O2uaASGf6ORqUNvUoDRoTxX1HSHlBylZoVL0eHXSN/Zox6PlfjA6rcbkpRoWOaNFLFejRXzS1A5WM0bgeivFAVWjgrmmZ6NWOw3oUL0T2PX9Bt+wOVFC6KW6kNqQuZz98y3pVLujWqToearmiDoz+i5tcazSbWV2+yJND3XY54/ovesgatStDylZWPrHCOquaLmpbKStO6NXfMOVS7PVf2sIjOeI0Y/Zzh3Rkq1SFbU6rVXTqery8A21/Rtl7YSLoK46UoD3MUGUFItQNNSssivjbotl68UBMjSs7p5BNwMjF7ml9OsdcZKbRyShjogSCqXYE4KDFf0BE8OwC39mXSRPFJL16+QUHikLI/pA65FeVxAYGktWSNFLXRiKzG/UKJ+Xa5et6IHUdWXTDshZN46Ctd343uiD1xKr9oJXdIcqELqGWw9R7yquWFTmkrIK3lKpJBG9pTLlcwRdJbCkNF6U1+YSPaSCt3Smc/23QscvrUUSRoIPd0rlhQq8VVzooWVmqiF/Occgb4yLRJTBamIJw8UCCSkt6+gTIaixEgsIXepogQovbnSxPi+QRsZL7LUIJb6DEl5WuHyAEylr0xegBC+4aGaRwSkqAEVwSkYNbYFFeQs0ZvEAqxcsSScClaIexPifTf/bkDxizc78QySO9K9w+u6MmLvv7Dsgz55IkiWyHqlra6wHow7B/f1CUzXCFY3t2RLCb3BKt8hgxuVyO16r4yYqQexass9vim5/mPGUyx6Mcv2xWEdGbkvieJoKqCpc3Jafn24bQuhC+B1bICwqZVGO9Kq6cdb4GUgr0BM0Zvxl/MVGjahSiUfJFSMrpnA5z70JrehruCsx5QND9PgFUiqlrkgVaM3/cXKwVVAxoWXT0grYquIMtCVUAqylrKV0CaG2L1VAOqfesgmh9Iglou47KTlspuQBY8rKICz/B7xQva/wCwR9ikQM3yAhz5eRlZPkBi4FOX0/yAj+x9gqsZqUoAm5IGq+NAjhNKH4AoaBHEVc0l8IXqzUs1r9AcsfLAKmaUAoroBVAh/b7N4XrRAip1QCifllZ1LWVKqChYqQysr3O9hFBoTc6B/wCw5WstvX5eoDmLr+QIVLyQiZLfRO/pDUytOAmnEegUeiXuDMMSJYq9zsidZPgESG9gZ8aqDSEogcyWIMlsuwJJwtRmr1hrArijEOSHow3R4o9EwA3cnCN8YTNNHoQ1+QvIWVvWQDkv+zbspUIKDQ7fpesFHJ6AoMml7vMA1GPcGRAxhEkBkqmvFEiw9AFOJiZD2omcooLEWFNlhPyHJV5oqWPr9RmBVe4MRheAjoVrR6EcgRPAWFhNEIFSxw1GZneh4qn6xgsUlRkpQTWYLpiZpXoDEI3xGM3OjBe0ZhFX+IJSUlZrQ6hUn40ZTh4qv6ohWwJH0H/SzSTVK6M811Ur1K/rw897avj68doP2FM2SVgRKaZWteqwjzR6r/lHwf4FSKpUyd0krUkJEP544B99lduqZuSQfqtSbKxCmNWjtQvRhCOHdvjyvWQlnfg6fTzytDl+vTLBIjqhkq+JAhTn0Yx29Yh/RjF0q6WSyGq6UF3Bt0ykYXow/OAVtHqStF8Q5L02vtX9oPrkl9nv3TV1jkQvVUuLC9t844H0o64xc9lKX3WlEGCStckokpWthLGMI3y3sN/DtRC2nqW2K/eq45DoXq5KuA1/BgNG9DDu3g2pZRJJ0RVJqQi8+BEuxD5xFFM0WlTOylXTDEPLKXGx78N2EL94SmnRaCxaB7gkGqrp0q6YbFQOSNXGyo3r9+9tYeYPdhzXWysuWrDEwQhew4I4dwLKPlNXSaUqXsWokYm6XgNHrG1OYtUp8pInTqmw38AhH6ZbkflDB8kkqwQVVSr1C5FX5Rv+cLXhmtAtSOssh9A5sTD6vICW7zZTXYs3HqejzBVTLFWlEiNUlcdO8c5TlhUv378L4eHJHLZDk45Yip7TbV0kdJJXHdJHIqhhhEsb9+B4XtqF6F/CB7j0VXT8iSuORDSrX434cP5huyoZJJ+RJJrXOe/shXBe2o34X/lAZPRqVzj9d0kqvIPjykk78b8d3hjAdS5I00iGD1ZsDIiWz12CuQv74e8a5dMRJ0kebUxDVMng3BfQ1KulaUXdP0iEJUqkOct6PNEEOqMlJOlcQ9e+YlTShGHAISWBaLUtM0+Dx0qkuwlWErFqGw18G3rwDmz5dgwujZUpNn0iyOogZuR0SEE4KQvRMchowiaMNuF7avjoih/sulEFUsSvfKettbV7zQ2/IPmf+rq5HYFzjK7Ki651iPIkVdJGhCsQ0I7eC/twvQjfB44y5Z0K1GKbPn/w8Ua1oG7yl6La0WdA53qitcykTwUIeNYpi34QwRv38HCOdJQlVJuRh5sP0Gy3U3bv7qEmWz8dejkpBVa2ExIYMaMcMYwvbY1tT+HlH0np4ShDBnj8r3aPKEmjKaaWOMpGmpCJ4+h6x1NUgR6kQiTX5idQeTMM53egIr7CmDxL3/cK4Iq/pBZizaiQgZIM+kOQLFH44iZUPFE9EXkQSBKKffAfazPqKmzIHQZAxqlkBiRnNV/AEyChUm05L8gc0O6aqzUlah+OS/DrDNOjvFDEWPKhMgNOSD0LrKUSqbKmH6RjXo3vmHtHUxs9XOnqHNxsI087aUJtpqStkM3qhfbT7dzp1A+EKmbiH5NiqnqeWJPpwjutyfh+ounkti0oqQh8nKhrhHymhTyqSUp0kRcnEOXXCIqPWqSv3VU6EzjBoLInKLj4PtGmHtDXRpEdbKqLkzTgpoV04/TmiC6K8JtKXOVKLutanO13p+kauma/uG26sb2CN+N4fJ9B3f0zRdRJVU5yecdBozwkqqtTtVVSHQdFiU5T4cHNf2o3gHCiLWtM+mbm6QdNZlM0Db0WuabsUmWW/txJzR3YQHWblbtaLplqSU6J6UMWO7CML9+EesfGNwnhedXOK/ZaqtggbEr4YqE3IQ2714dZbU8wp7/ylzj8jKkanFvJLRjCOAxeHcvwjgAhcRXdfo+kaTQmpHmpEXIe/XIfaNAae4aUzcl/5SgUjumRMdVrWx0+GJON1QwjV7mvC8qkqSi7qEthL14EIetfTUv8WPB13h0plTLB+lZOiHJ5IjC4snQ91VDXWsNiq1DkULUOU2WWO1hhtwjASY3QP7iH5Gr9WvRBzwIk43U+Ap9y9zxCSlLj2D91s+hnX2dSPKlyFOYxdqI1ikaRujYUo1ucuyqbCdEidJUmQpejDcjtRhDDeGc6HjR9MUZSrV+lNSVIp3gYq2av7J0lX13I7g4bRS1M3OfeqBdHescqQY186fZjGOGHNEdAua8IjClPus2o60in2/MGhLWwtGwu9n3LpEVaq7Ka5FU9+uXq4QwZU0lSiWaP3ihHTtKJK7FVm2dfG4MIf0UZKURVLiwBz3oBhWKW+/CNbpwqXQl+sbtB8wzSqRAppuhqLdKoOksghsfg1gGm3QEc9RuedUoqeyORrl9oOIppUWlKapDc2tG2UpLWACeUSJKDkNeJz9Yys371iHFDpKbZKpEOTplGw0nQKSSR1XSp6+gErxuqklKld4OuP7J533NAuj8DtzlMq7PoavRFI4bVrevGjHDjE2o9d8J2FPXeeCB/NuoSXpei6kEiP2qccX/ISF+9CHDujp6c1Kokr2q4JdHSdNePiVTVr0a25u8wnhiykZ5aC7jfDXcldQkTYFKIHPpErQvl5r1++OkUXdO1dZp0T0vzHzTdF4EKBplU9MsFT0W9yyOGZqmP0oQwRh+YQIreF/waWqqX/IaLIfLSwLpwhuxLHBHBwB/dx7odRPs5N+kqLJqQ+crhP6irl6UqMHTrYrrSScXyH80YQj5R2Oirq2D9Kak6IfvQiLJZ9hH0mxLK2oGXNNAq7jZWaFhS2WdCP6CiC6E0KKRRmh5WiAKQS5IKM42a40ZJY4IudZpKv11ZWRiVxBGEp1mssMrnSylXVlpfIMuonXWWUi3CN2hKG1OiWQ15+gqrXCUUk6NZpFmkE69GJK2vsDbk2wBXYq8kBvyazVT0fySXa6xUpR6SVkqkQ5D6I2SDbku8BlmUq1VywbxBETpUXRexdipJVD4McujDD574k8V2K1lNezjg6hE5tKHSV3zoiy6qhFUkiSufJE08mVxcYHLXjdJ+/PN9AXQo2ysherRCqVfLxwXRDaVZK+2OhM5ZrYInQCStlKtOkMqUPsDNJZY3FOjklUpqWcF0KHsrXLDC0aSm18UH1GmlZrEP6gYvQiTVWUKoUarAGzXiNaOculVfuveINqo1Jqq6IqriH9Q0hopsBUg2xlSCSqQ5msSznlrwbEd0kqrZK4iABc0zayhlJCU1Orxxrj2MpU/HDQeewSShpDl4ukqFTj2Blk7y5orjG1laBw7WwxmUEXtTpTcQEp+NAyreUC0STUgK2NYtenVx+IL6DMkkrxx5035IDN4yleTCUZsekStV0uP7IMRZJClsRWaRXogwpQqHfayEEN6FhGCSqsoDnmzQQgvKAcbGh09mEkoUBUjQUpUk3IDRtSAseRmjV0g/Iso8yTVrZAJy+VmiBF1UrISqTQ0RJspgWaL9jx4BYi2lBqzRD5Ci0rEXosJQbwaCCqY2JsRc+cK7F2KFSqCu+pYgOfmtQSxTSVSP+MU5IdgwNYfUKk6SskhrTm510qrKSanxOjEb6s42ArmsTiDabk12qqs1Jhl6dUQap0dELODvrnaUa51gcndjD5BI6o/lUvZH1ZTbhgk1Ok+anPA5Y73g845PSTShlVTq7Fqd0MkCa8I40qzVzQAgyVV3odXd0ZRaqQWLUOwGonnic4cMLLNBcZDxVQdJXolhmgqWoJrj8QFMDakc+XYJKjX6Wuem1+OOm0hQSTW1ApaDm5rTAmxskclo1ulQyp0n6RzkP7IX022oF/XS09A3F+g7FSVyTXYvTGiObi5qp1ZWQOTkWQ8ORHM17j1e2Sp1gWFxCSudl4nHHVG1DKpJfFWAFIXPqtfv+OchxzPpKLJnFqboJqwskkp568OrrCBSKuPN0D1Mf5Xx2SnKGaukiKtUiEqZfCOWXRsFWqp+JxB28FyOX1H0hWVfXXbFMV9fnzAdRf2xQo5lDokSW3QQut40ArPMj/a+BHLwK3VIyqnsA3iU9sZLuwscUhKVU49QK3NJZYVuKS9v3BoPIDhQxeUnkfmEb2kJu0riCpw/8biBM4eJcqKKOQ0Hj8iD1/8A5MTXrCVzSW9JY/RwghyorjhUbT4/GBcCiIqrTdckUFgqr2xIyWvGEkyzeh3RP4vpKJWQKlNtVdD2oi6CXisu8LE4C5MtrNCsK/RCEfFCex98/CLoFS5Xs4oznc7X9wX4oYjLVxFR41rneN1CxRMeLDxWOFYck2rKYwS33XgBiX+KuT4YASpzi1PO/GHSZsr7B0VNeYWxWlVAEXQlc/qE50oFBsLKoljiiLn/AFFB1hXFabapAiy+J9ZwhvQkSNlp7vUURjC+JwTSlWXoDqPmqc9mIR5UYhmv3GYmlVMvXhGUSTeP/sMx08ViRiS14m1V6xYb2BGP+X6jJSDZMLVmSf5R4yvwVPMMFha67ozLG/s3H/yImtRQqa1la3xaosr+AVxhKVmzcQnvC3iDu7QLGEpU6UrQFJlP8ePii9Q3sARcwYeKxKFDKipeORp9ESjFJL4BWc8rXCFyCnfYHUOKTTe4Lljq712O0Bon/gNryUsGXNKFJo2WaP8AkL1D2uaA9bksfvANvwOio5UpVkl0+e/zgdWP8dvCJxN42pjRxfJwgc6k3phKxHsqUlCg9l3xcqr2AMpHXAD8ikQJaUAlfbBy5uSAC5vQCFYx+yhSF9IK3E1L/YGrHC5baAQ1C9dTLSACigOUjl8cAuC+NCt7KYAp4Shk5uVEFIDEDAMfsjEY9z1jMIyu5pfkPEFicQUweCBUVZQwLzGsiCJzjNZDIFMpnBIp0hk5RUeMoLiBk7yv+/ULE4TRTBQWljyWIMAlUGKsrfR6Kk3NfD7hiMLUbfkT8jNcXwNvs0BQja94WHiMNdBEy17oHXh3K4ymbU4gYtrN+P5A6A0QvRGYw5XuCUY9wZhCbxD1Nb98LSj3Ho8QehG+MQh36mQMRjNBoKVM9HxWOPFNruD0C+wMwh8QxvkeJnRm97AxW7gze5LXrGAiurajMeSGDzR6/wDrxRjMkLSQFP8Ai0BbA+RfCtBgZq70Mlha96HMPQTmqzRI5Qwp0LwYxV/5a1Sa5C5Kp+qGH3j9CPB08av7jSNVUiT6xKpT7eAsPoPzl8G9ISrraOSzFrAtba2x9weBemJVKLtXSSi5CEIUu7jxjVhGHNC/CMRxeshasr6fpbR0hlBVV0vReISurjV9rBC+NkuTpei2tPHVVVkHqxIqcxoQgWEMW/5xqNIU4w/5QdJhlnvIEJtVTwhhjHrvYA4aOaL2KRKlGBF3VKKxb1CGgSJSR0uG/fHkSjkjvi/BsVMEVlHdNUjroVq5D1sJo3/ULo0y1xKLVVtz3saru8/PABpuVWrDYDVI655sSHxr0Ub0N2/t3r0AQ7bZCSTUk8hYY5L1/niIv6Kx/T0UPINaLSXVVf1K54HOqfbNHg57+4D7nTMHT9d+qqeocm+ljev4MOHmgJLtUnSqGz6h9o5C7pYQ0r+1gBrdoq/dHYNah0D38svBe3YDmSxLJ5KhpRR2DrZSrDH0cUuT1cIhSTV0qku1aqkIc5Y43PDajDqB7SjUqBakSxOJULgw3xYio1mrze5WLwjRh1WaXbYjo5urKQ+/19usU5d0u3G9zwDamXLV01Iq1SIdfJLWwEwQ3Yw2xqlIUhsWlDsGrCvULEyq8y9CobBGHXhGx0fRH3AjWzxCwOQlXKhGN+EPzHUlshuhbRrZV1av6h55I5G1g3Oa8I/bVDOqjVVU6C9eKSVYuVH6CbcspUjpWzrqnLUKW/Eu3CEeCEYDXjUYq1fnSdOiEJhMU6t7bhh1vBmlJMn8SF0jZqrUVVSyL5MXnhtjh3h+ucf3R+C+m0klTk+y7x6hU75DJkvGvwjDDCI75SJEnVFzZRyHqQrH+nMNCpZkk1oumGCqp1zrpKHq1b8TEjDJ59wJB40x3Uon5hOUrXiDKSiWaVGzXdK0o1fr0DTNDINV2qp8eTUPUv4t/hwXojUr9lZY4+m4ptxv7PJl0SsNLGyGIxvgYp7IWeKFCbZ6EVVa4kmRXHtRA5kh4vyDR6glkS6lFxCq9jt+sRRst67gPQJN3r2hpZRAqkDlbe2CmrRIEII+h5wxbtJu9CbnSKpKJBkglyX7hwyYb6JsGWu4HTVvZdDXa5hB8hSKf0VINEu+PKsUpua0Nb4dEb2RP9QO5RV/3Ec7A+rZrb5qlK84Wp2QevkrL9ISui76LJ5R2LC8jET9gVmilKEYmm/gEL83sDLpLSiZTWVSzSvTDRldLKzqShOkXa8wRqr+x0RVBx2/SFFNnO+OzoCVITaiqTqvpENxYcEd0bvcV4R3VFqppKq2dfH3f28w4gi68bU4tT8g0avFVc6qevoHrXo/mK5w7EXwSPsKi7tqGp5rKdVDkOTTvXy88OAMG1NXUXL/AHq5x+d01/8AhnNhvbtSMfcPlCh7pnVFq/356nTNhvjolDeE90kkSa66PZj58EQL+iWOJ9TXJeHShqZ+6v3R2rrJORW9CJYw2xst0VKtbraLlbKJPQPNaq8U8NyPNHdHyHSVLNaeSm7FqLkyXSRrxy9e1f8AWJUV4TrqLjbJ0qd9R3HIaMYlhDbv4dyARsVQtH0vcJ4UHTB+egaZxF0D1NyHk5+sdSSLQNMpbKlVF8ByqpGvHv8AXCMB8eHu8oG7dIj9q6kPUb0o2CEeeEb23CI3jwceFv719g0yrJdJ4hMa9A0NyMIjR/ZnGWNn0saj7o1WuxWF0ZFyVMUjguG/DDerQ3esbv4N7s1XX/hqUsHrW8kqkfSjevX4R3YcERxdrdaq1tUlfQ1whqe6BKmaj9g6kUo1vVD1b0DQhuGhDDG/HdGoVTvR9Gv0JqU1IJTvlUq7VXIGs3AeEtrTyX2W/wDutIoFhNSV81aHNHcG1vU0lbUWTEfcOudpv71sB1xMQ3GgNgcITeJUHOF01cSViHIeuQ3yiNruQunSf12rrEXQxDk+cOYGHSMpkqUYJP7KVkBEsyVmypVSoOgHZTc0AX9D2QqCstnLn1Hqtc7kBUaKs3NYg6NSdHJb6NLplGUrZJaAjMy6QJJ5KstAWrLpK9jTCwzd+rUlJegLSJKzSCbKKbEF13g2uNutSmuqGJPqYi6V9NQseGBi3o+saCjRfhL8Hys25ylD0vRxL33dc1qWHBA8YXo3tq9HbvwHZXx5SUpIAlOkqlZWfvASGT8ANwn9QLClFfsumZ9HPSXiHQdFvR8m5GHPAdjoy6Jq6SmpKkOOFXUXA0XdQ1/sKi5MhcmIoXnhGF6/1RiNZaOvCD4L6lqvTdEExzmKW1Thzw2o3g/uNaAk2j6wK6SVFTrNWQ5JcL4X6GuoSmtXXcrXol5jQ24RhHAOktKVSdCkhc9l6KKU2aqCaDgkk6X7YlLSAtGKSqUOlxwqWIb2bAuglKzQVLppd8PImshrtK+2QEPyFFI0fa50DFSlJWoaLLzbKUKJc2yCs1iWLffUhNRlZTQ2Tb+KyBcdBJWyCMJpUEEmD9NXp1Rv52DV0wzWWQarSbOUr7Y22gFZrCVpkAxGRzWnrnEptlkEGvPqPVa5rIHWKdorLiNPd0QrvqQomiczW2LlWaSyxBsEVElRTsdJJKVKywQ2RlWSoLuLFQrepCpuirvodPGFkFrYqs3T9EByYUiLtqMs42pEpunj9QaKEm70A0Wcp0SVxgvJYY6N72N9wJ0CYo1d62VVVPNG50TDZTXu8UIqbZZdqE4nTotyxtWIIFlJCxM2RNFjRNJWyVBLprKtUh0SZzQQIrK5IDGWlA5qVJWukqB126WOJ5FKosIVJVKakFpiq7K4+ODqPeJJfdVRNVslneOcb5G7B6h7JDQBaSXjROCaWwCAuX4oCaqQYvoAoN9i50CmStc6GDvcC9aM3NAj8ZSSCqSofN1bIg1+CkrOhxR6qSqQSPxHbQfsKaLSsMgSLmrIFpnyAYxEaPSYhowa2QGKmHDGApjTEeitVsF7goenKFLqCQqkbI1h6S1BTMtkLHSE0UpRlAzZomXdHpKqkG4XNkSSaykhrbJuqqrND1qzdJWqWgOW8nZ1x0ho+O2lSlto45rT6aU28kliDdKQcKqjXXTWaqGaEk62asSj5u9AlSiEpWaIcbGixSVF8GNkFwEbNFWoRJJLNEAMaFSVSzRMQb0rRQVv2MrNBWgbOdXR0WkrZSiBfRFEShuFKtJtkDqMuflNZsoTkGzR6SoZVXNBJChrXNErjqGwQpd0CrNmpBZoK6Tly1zUpVQEvLm0tgZrE08Ub04oW1zQqctbKyE6Dno+Zbo6EVYOjpY8jDUHILuSJNUjqzR9UXXXN7KnzUukT5j5n8JreU1Xm5ZCx6sEYi3AqeyXLSVs5Os5ATlz43XhADlfxszsGyeYL3D8dVE/Ba7eWsr0Qlc0ha2oFfUjzhG5pDestQGn9FF09wx1Sivtha5pBUBuHNkAp/f13RRLRTsMVXdl0+0BSRAcFJSo8RzZfiDw6RWsu4QskFy830AQdQVrx74Z99m/oogjNSzv6RiEBcWCWIMDmy2yq2TIiLEz+KEywyPiq7grPDWtgCFPiXXu5pi1E2pgNOyOOJwPrzjS7AQQdO1ETJq71oCZTqiVaVvQ3gCf6BKiu+5fQGTQBcCpalGIppJdvi1RgpWQSKr76vUPKJiwkN9GDxsiB2t6G+OigxhQtHegaZLktesDrkss1+wwjPrSpvuPldYlA0rW9tiKc1L8Yxyc1UdTR87snEs1K1yPX5RKt8AhEm+q5AknBVKvZE7IZvYOxbLstAVkIkrmscnmEq0BEsLXzhGN8iZi77re4Yc4icnK8wxWyJun7Izx1csGxoRIqwteUFCuv7i9xG+le6gKqf8AgMM5FCsf8f8AqBix9MntYQQrFICmNNArRrXYpUhvupfrAUHsrX0xfGF8DbpxMpBYFByeNFJhefkkhSrBJIOaHmkBqL/GBlT69W0C7L39QHMv4rWILKghz+Kr9vbApzTbKUTEOLlTgdWCXTEmuopx3XUVGLZZ3T1w8woXUtePrwixSHse4UqnS3rQ0eMNLuV+S0Cqq61QG5jvs32Reqrlq+gAVTpb7HH7W6FGXT2BF4KzZUr2gE6/xAwymvFARzcrpjNa2PGX2LVi777G4A1C+N9n5gtQwGPyQWKxTH46A4wldv1CqMd6Fxy/75PqFcVRjL6MGh3BYlCVvoqUh40XFgB3GRYYoiqTkhJOFlreEFoWQLQfj2KDQ30VRh7GQLjeNFcY7sQif0GzEIXhOGmIKFmj0Ifr8gKWWxEXpZrX1DFayHjRGE4WVqNPZrdlZY9geTjKEy/IQLphUUdUeKb+NUSjDla4wSFlNGARD1VUeEq0BGCXjQq6hmzxCiyOaUHiEEip76Cn9o0ygkJQsgT9Qtl8qLIJgilEnL18ojFDfcgHHSEIoqhUFPIEqx1KMSYg0rPfZo9BuGaMwOBfQF5U7Kar6IuM3F8EuVSGSEyBIQVxPYEzcribmKC4oWQ9Jj3Ar6RkzNAuVWtMtXWRUVIav1RhgH3BQtLJUW6ZP6LVOci6SB66WGF88b0YRjDBfheHxEyRSVVJayMeGPt4L4+j/AjTzp01e0M1qLtSOIGSr37+LVNg+gj6mHRYYT6j6Op2inSWxaUm1DnJWMrVw3zbRea9HANruaoZVqlR1Mv3RFyTYHOQ+2VSG5DmFN0EVXSrWi0qmOdI6tTaLGEL96/uDaXazVJgySdJHIgRxlk0Txhfh7h4jk8j0YRWIuTlJP6USdW9d1EyRyc+GEI3tyA2G5t0qrRf3pI5DkvpTVcFaEN36BM7msHR3StnXSlVqsMa/fw3vMHDZNVWgZUrHOeufqwX4+QSnVlovp0Buk2rVWa/lz69QhiFjfvG2hsFEldUWkgqrUr1KhSG2jR4fKFtIRapUyyS6ECTat+F+EMF8EUiqq/anVaq112R6x+ravlhzbYRKwx0rZerdO/dUohRf2XXr77Wyb3Nth7FBXElY5MNfrGjsqT2BTJFUldlTyEKYh8ESwhpQ4Yx3RvyD5qklNdWGPlHNgLGMd333hO+qyrWQuTo9hSjqU6rrY0Jpa0YQLEsa0L/AJYQiHLp21YOkLVPIql2vd9RYcrBJqdVqqSue9jlLgNf2o+Ua29Oqq6mqpY5PJV549YpH5E5vVIspFf/AMoRKaQiB7WuQuEx7+0MuaKaqv5rpKvplIbaw8EBOmG0pJrKakqYDc/OLXNKJK1EkpZ1CEqHPulv8IqpURpmvUkgqq6PNVJ0S7hYbQ06n6EdOlZrVWRXSihNrXqvB+XUN3pBBXZR5tQ5KuLUGvPVfuC6WXjYxN29COGIn+QX8Ufn3/ULQN1Ct0bVKlEtnPWTWUq9QTwrQLHFMe9fvxhDBf2hxFWyVOl+Y+hf6jkLo7nPCCelKBujpF6gulNrmRiSTt30r0MBoQhhvxhejuxHz+9VVfujulalc98x6pb23t3obg+g9K//ABo8zn+QORVXsdv5DMFBWePihhM46WIoINrWpJWOSrr5xiGn0xRGOX0PcLiwlBrNT8aCkYzbXie0G6IRoaHsh3R/jcgZsHG8k0OGCCSu9a8IctGG+iiiUJv8RsbNrN3r5DlnM6YrQIkzDRslKl/6gqTZESld7dGCpyrWafEEX1FMQtqXxQw6IlKPrtiwhklamuvCMHSSlKdMQl0sbA1h8nKSCBxAbe/ZKjXHzYWjyKRNrESrQV12usUnhkKgmKIFWLN21agtmZRcipTfBQp4pUXwhNFMS5YZbFoiVZUGIuN6C86eWkJX1cQC9jIfNndkCoO1UqmxVTk41TaN1wCVE1kDSmVCTnj2MuNeR4wp+lGqudr9javdQbFu0VSStfhGqFXGIx5XI9QMOXLuTfAmtDl67SVV2ewdHar1962jAVxdxTKSpNlV66F46Tgl/FvBYoTklamPrgGYKuuguTTLtC/HOC1IlLjnH6o+i/BB/UfNSJQ10eQneLP3PKPoBrTLClEiP6LdEOQ+OWUbc29wfnowVatXU1JI7I/GrXyG5r21eHQrjPCdT1Aq/dXVhp41+GDm3L4alLsczj5o+4yUok/kK7K2K9a5pwlt96G7AdCuY8MbpqqShrqEpB6lRJ0QtmpwY21CPDCPCPku5bwwMKeqJOnREHRL1XcrDqlzt2rB19wplJBdA/Hww8nAM1iL3PqllTzB+lNSVIfs3v2GFZU3ZTVWQuTIN8ojgboj+5dgembkqZOuyJeMZqqa/Vhu1N3AN3uNuidXRpIunTqoSrA9Xdv84zn+iWG7R3a5q651KIlSiUjp6Hkj8huqC6TpIc7o5+12KRLEOQGoOnVF2rBWuTSSPtXuaItBsNo2CkKMmqjXaTueaukunrtB/RV0jV/ZK4i/EPg83CD1kWudDfIBzZWhkpUpKzGtL0G6x1cfE0+MOtOyNeSIFS7LZVk1SqEPlANAV2ccewdNVZSSRz9Eoc0VQiqX3p1idGqOkIXIMGqU1JKuc+Wc2H3hVS1H8l3hBplriJzOmsqVKqHCZzH71mq5Oz8xsCTLkkgAdmrj8oTQAUGFtHMrr/BC1pl0enrl3R6EpvKmoFs1uicu7DnGuUZ4V7qPB8/JQ3hBYHa6BHhb8W63Pf0Y80cA7bEirVUmgfQCumbn6LujaqNaUakXIfFqHLCODy7Q249gV5H1yXhGounmpFWroh697ShHb4A9b0jKplDx+J5R8uUz4JrqLjX56U8GlMnIQl8+wFzQika9hvF2ow84YXK/1Cq/ajWhrt2C9CUoRUhSkVLGWpHBkmwww7mEUzxWwUfYxFpqQgomkqkca7c5dOwplgRVqrXrkh5w62RHhFa+wJgizJIDo0aGkVEtoUbJSmhaQzBzoSoilNNWUGdmMbG5IMyaNYpBGbXBtBnlA14xshRR0JXpiFFUxi/LNSGvPEvQ0xtSyH3WaFjpqGRpGoOWyQpglNV4g2AzBIDqN7WyGZhWtDessDJtZSoet2gL+ybLNYQO+jNmtPLJWy+EURjvumHD1ta9gJ3MUkgGZdOjZ7m6S3qUCHrfZSuaANzUJSpLLLDx0pKVmhIlfBrybNLffhHnMd6mhksukqAXDVJUVb+iP5CsxUkrVURWUsgaZmqrZKgUjdKaJlV1ABWnKiCyyuIkGDw8pKyCwnjQ1i1ibNR8ZqSKQcKISgnoM010RLiDZk7VU6QX5SHgqQidozQAdjKSG1uaNSVtRrxoqzTpCuAgnWSBFF52UCoopKi2hypJOrUIkFtjdobegc3zowmhai0hdiqh6x0L8hik2DVo1vbYlRR2qqMVUe8C4Zy8DkN7ekUurJI6o1oy6U21D+kFMhP0gsf0ckqlNSBSbDOKBopJKhM5L96lJccHRX2KkcRoduq6dbKVG5OlCIcUe3lVAe5cyrIUmU2KkATGVVVEU8ToiWQIB12QMSKryQti1VDCTdgDZjvoLg1BEEZQugmMKxU5bpckEdJI70NrcpWQ1ilTTVZQEwrsa+lRaSroPlm8pKUkGDGjEmrWarlnFC5RGjCBajwPBIO1CAJUiQbERsTOm6QVOWaQ2BYgWrJhWhUzmN27aUlN18g+QvDoRVqkuqklllibzj7Vu2bzWp+zEfFv9RJv/FnVxMS/W+Qfi+YvInJHy66pCVXtexihW5pADPqRCZy7Vx5vMOmthUcqoIpF2rvWOFKq2vPz8ww6XV9PyAaBL/8AIPEpvsyRoWut4QU1qYBenEePysrh7uENeI60xcaHscTnESK8kLHMPWBzlGvpGZYUySokY3jcv2RFNLlRamh6Ajn4HjGJE0LKVNE0Ca8X8xKCHcF6SXJV8cTkPGP2VFP7Akc++iyCM1LNdoRiT0A0IruJPvSIHL43Xn5hXN/ULF4cloCpMoDS2aGPktTU3r2gcRPlQshFXNJJaQPiZIA2RYVMYPHksTQMM7IlZr0twYjFKAzQ1uiBFPmLS6/kKa29Sv1CR1cjI/1DXjEyRlaAHPKVzuRrtDJTShWYs3seoazRPriEb4jAlqLCk1Oa9gGL6Q7I/R87KGJXCHje2LYxyNeq+MF/6xiBZXHJrwAursTA9GyGTRm6/MeVj7fSvCUIb1+K+B0miSipK1wCEYbozFPL0+mKjnm9DjnGdDW4mFD69QpWU3349G+JHLZccUqHSlSvTCy/Q66kQOa1ApyShOC3f28oDHOr/DBV6xkOkqIKQ33W8KD/AB5H5i00O3rwiiMb29AjLsVKf5fmKb3wiZ469QHMabmsgTvLQz77KjF+fuAZ4SvR5gUubkvyC5dX0MnW/DaADHRWtHWqBV1O/wB4YUV32UBzn9v3/QBF1L6MKm/gAVFLWbreF0VEpR/RC9WPsBR4GFz5YCUPvXt/QScqyldABKG8b3dsGukt27EjKemTWACXIrKmi0zi17ADVceNCrvsCKVopb16XOBjzUv9uYXQNNriuMEt6VAzKLaBjH8b0xTH0xecgrNHxQ3SH4lJgWkWy0BQbXhFkLXsDakM0Xpn7HuFSprLND34Bgx/1fkNj9E73RXDa74wdIEQTlb77O6ImU3rjmAlHVjPpATkEpXJC5TktdecV51XofMZv6AeiayGBiNrZe3WHjklf6AMNnqgwWFqeb+QzAvsCRTTewBEKIGJkcQTg2tRKBRdBMZxxRsihRLuC5IvYF2x5vQ13RamhuYnogpKjPpZQmj7Ymk2VByTf/Xz7ouSbewCopCtgcj4BYm3sgwRa+KxBeVokqDTJti9Nol2BZBpNDXYPML0WO+paGiCkDMQwZZav4RMtH76kNiIy8VU73yGdiSs1pgi5GulZpK70PbGgNh+z+cYMz7HzAxrZrxEJWuX5Bg7blQ6M018oxFl89eYBR+xk9WJU29qO6eA9ukrTKDVJU6Gyr1fa270YQjt7d+8OQOEFUlZUrvF2h0vwPRtXSSqv3qpBVKobDixhtcGAT5f/wCbGUz6yuAp+1dJUorluIFxi5MS34Rwxw7g6XScp1cvNyz14VD1Yww370I+YcMeoumtPUc6apHI1OgmrVNehG/GN6Mee/H1jvLdv/8Ai6+XkkVIXi4IYPKPn+SKTs9Thn0k6UQ2Kk12UqQ6FSGWXd3L9/mvCps7/vZtchM0kXcLHdvcwupV/N+zpUg9QpDK+aF+F+PBe9YBoOCrp+6VxzoHNi1r0dr5jlfbZ2RWh24YpOkmrpVUhEKuUY16Hn4QgRuhS+1DpJPyIkrRL2oFwRvcN8bNSkElWuxVah2pC1jk3TR6+bgHLkUmqr86WxTr178o1bNwv7nN1AReT6RsfDN8pUtDJNUKexCEyCYt85q3BDrDCj01aeVQayl15F85zVYwSNCOC9GPDCHrEblEGDqhtiqyV5eia9GJYw2uHa3BvCBtitSSqhKnF28PCOfdlI1jsAK22LUYJVCVL2Lt1ofkLlWrV0kuq/xNEm1CtgweQW0vKdJE4+jV0o7kI7uDhAiLd0/SOkqljoZZty/e3I+8WhNReyLshUVdNWqSWORAtQ9fDWjACu5STXZUqRUNUNU0usMaDTVSSzQy4aKzV9lJEy8gvPtRvAJ4szXgR0okk6SI6aq1Jhatfcwcw0S6I6rBXZSqWIQ0Cn4MOC+N7eN5rU7VgrUkHr1NqGHhhAaZdIha7FdKn2K6JVrlNgvxhh5xvlI0oaPnj+qGgLsnVxGz6LpRr9ltTnVXalR+8GhG/CtXhCManNEfEy6GpL3rvXx+g92bmnmFxFNNWrpfZTVursI5bykTXsksSmvwNCMNuEb8B8hPPC01fqrq094OblHq9WodUjGDc9/agaME4QhE3PehG/Aex6Cc0sGcHqFDucrUQtU5qQqMhrzBpSThJ06Oqk1IgQ58QhdovNhw+sBRLa63rw9itHEn9ECktehUhXBBZQFPC1lfUXENa9DtBaM5sIIUNKNPkBTOtbL0QS3WSmzRmFVFWjolDq2RMgbOyj2Kmu2OfUZSivpjaGNKpJJZ3IHHyccrL8c7NnWPrruAQykrXAAPtKbM45/cKouFdfzCJFKyY6QUSSr/AOoNgYIklfG4gYt17UnlqCU1kWS+yxRNKUe1y+iElIsfQGxG/nwAdylNSlJZfqE1LBi0aG7ZyldbwUrEG20k213Agct7U6XsjrhLInNCita9sZVJvotVb9v5mGBS8RMWCGJNVOMkSyNMWqN1ddoQIbud4F9sjJk81mgSkYVEKltC28lKEx/kFQcJdzj/AJDBj+gBISld916hKBeSmdGsb5DDUEGUtf2FyZklUgNAyvQ18guLFUB72LdMkYVxSy1UrPsYPcMx+AZJG1sg+Tj2FaVUWNXtMsFZrV/6ZfUN1ue8J9M0XU2eqfi8MBpqZtecROrZa/uGXLKyEuNNH09cL/UJK+4P3RDoHvlOXbwR4b8Bv9z/AIVEqGfkVauvuR9GtkxjuRHxBBVVKvKxD1MqtrfGwUbdhSjVKUqrXJ0xZyTRH2sUfqHctd2k6aoOkn9chy6Jr432irqVeVrj82/Bd4eKUucdEYUoqc7KpinrXol5o8ML26Pre4nwhsKeYEdMHRDkP0vVgDwmc3JxuJ9ItKUav7JXu7kS+UOUnVKNc0rspD2y/UcVYXQK718Q2Wh7uXSVkr3xSyfxN4a0irT1KbFVroSDY429GUklZDmSN1DBKlCP8si+IqXix3I8+7fG/oO0nSRFUlcQGHy6g2XO4Kq76AFmtlapA8ioiqqHxBZrj1lkSsQJqRo9Xelf1DeVEUnSX6Qud0QlyQ2IvUc+VNKVIKJlqNmpGgUppFUkgtPRNrriiM+PZSMxM4lTZXKDVrt/B/Q10dFnaumqEypHY6ummpexYwjzRvbY39zRCSSU1VXH4oUKQVzX5ieN/IbL6OI3HeE+nvBU6PQ11tFvdikPApXiRYqp3uGN7aiO33M+Gu5e6NIirClED9g2HywwBW/oBqokfZSSByH0ZcIwHMqZ8D9zjp0o6otI9Fuj4xDMjRTj7N4FcjhoZQU+59L0fdO1dZpUh+8GBXrWbNHy2zuX8L9y6WymFKEpRDklVLytTcw3r1/mB7Hw8q0CqRhdawdUWfjLlxDR7UMAK5YSA+OXjsfUhXKSoKTcjj1A+FGi6USJsV+Q9fIqmv1hujC6RJ0lZKivgSzanS1lZAVFJKUdVIAI0zKStVQe2dpOmp5Qm3sp0j5iaa1C501tR6g3s1LO9EM14B0rAzW3TJUDEQlB2ZuqqqFjloq16YWaxCgcppVrKBZlLKyGUEJqWaBZEEuSCxCa+sl4oIqQafEN2dNQmgkkq6lDGyMXNNeV0A7cN0t9GaFSSmn4gMfoAqJrs1t21SSzQFiQMnCCqqtkBYJqzQwqERnSqSspUXpQm2oIdMLWaqAoput659eYTZQrpA81KyCVGE11ahwVqqrnQsgnKdBTG0XMJJbKX6F4NPtGU6lJBZcuebspVVIYXKrs8Bdxr0bDGkkpQ19+dJVWbNHnaWQkliBYoRUUcvAiYYWKSWaxxa0KlNApYSrXQBKR0s6MNakb9c20mJTVciqBHtk6XSlZBo44PuVpVurQ8IqXiSdsXGVSdOTqppYn03Rk3IZrEBoektiqyuOH695NPZO7AJFW7VWZoH9YUXRP6ZYNrJU6yJNEmUG+OwKWWhs7WlVwtSpZWVKVVGrK3UP3SX3VI/fFKKz91ZSscD30Ch9slV0rKVyBsTU0pIkoI6LZqpZ1INkzhNzdsNYhUYzQQm1EWiE21DhFGWCkNeXYpTQFiZBfU5h6pzgjKBVFMRMQXgdyrKSvjAYupVeUkE1FMlXSuylR524VpR1KSD5JNJqlKE31SFB3AWrlDFcwWuFBqN4AHGaAKsQW4OFLlQElIpcHlBO8XBT5YInboIzCe6ZSa1OPhL+qhXYrBdJLj+rgH2rdU/lJHHwj/VO4VzU3LNk+X1huJXM1xPlJ07Ctw4VB9IFlfiCo462ikcb6TJlFVRYme1A6enNzmh8halGUA8ohaDS52ULL+9JClI1r+PXgBSMRkzATlH28oDSA0cQ31JLHFZU/1hXItQPBt38QSgj4qoD0kJqs2zBWwocHshFyBcRUZKbU1gIf4vZDQ5EhQZvKzWIf1+cGD8sMekqJGyskqn16hiVZSlcvTE4piROVx+kFiCtgp09eb6ikyfcDGNr6IGiVX+YZ9QemP9lBE5QtLC1EpPiv1dQgkkrN1h7gIL7BaLs7vQibXFFxCeKF0UuwCEWGm778h6BfTwebmDJRmkr/ALgBRKUrahHsxQvAQqWWaqVwbAu9JCBCzbLHCNjYs+t1FZtl+eHggKzk13B6JbKUr2xlMvjR6Vqj5rcu5it3+wJFtdcIriXODBld612wfkG76S0xrLsCqB0s7p8UYObXmgPGjr9BukSnlolDlZvbJ5BSZVLlddd0TOb9ZfmKTQyOPp1DfkFKZeCqB5XpClVWbXld8WHh6Hnj5YgZRXL19Y3dDRqOiKhvG8IpOYSNGyzXbMBlVAoY9iJzAZeOu4MrrckBz8kMPBZIyurazcgnqA51cu17AieKtpa/sBFVbWy4mmFffRTD7JGXC5we1ElHlkBVVRuofVYlSiqWPa6/uAlFhl3G1sle6AVFrWb+wTsMiai/K+gAlXE2vr5BEy3jccBqugxWEa7mV1d94gDcqpd/tDyqoDVV3qbjhMiiWJNU4EOva50eibfVRQaHt8ULn1X4HX6LTKTePX9QqhC1zvbIMRcb1jjBJQQLgZIYRMMxMMGPrugL7Qz6tGSFlCqJuEWGMIKJpJWoZdI9+CqJ1b2dEixGYEm2vRECjObJsJKeyEiqWQqmckkIG/xAp/YJQfckfxXEFUPwCytvQrN6YHyGhH7PX0pQxCIxegMGCuBr2TqckqLCJiuEN0EJzZQMFsT8iZiJJC9Jv7Yw3T8UD0yb7l93JDk30lSaSuayCaYNRbDyBfQB6ZJv+g2Jsn2BYNd9F6DeyBSRe3rzAxoh4oOhWBtkZvbIDk2viq4ITJyuX8gWkl6H1AayEc8QZFpa756WDngCitdd0EIIfMEJtu+GjGxHPsDFQGINvYDQiIkZHL44UArM2ss1wiJGfYqesNUW/K73kiKjfXdG/QE/LFMWmWBlGobmTS9MUnS3qV7QNY7KKehK4QDG5emlbnKZJSjWoc5OPtGhHBGEYiSiYEOna/F0hOsh/B9RNnzpWgaLpRJ0gdBdImORSucpyxhWhw3t0fStwrjZVDNVVVa5F2/lv7V4fH3ghglSjVCi3SuJiKl7sL0IQvbuDa3R9PXDUslsBCUqeogeKRtyJYQht80L48H1KwnR6vp+qAdSzF01VJQyr+ofCYqpS7nAaHlvA246aq6IwVa7FIgWUQ+3MwYY9cQJFVV1T01/jzEoyjn2jQ3MPzDpm22A/wBgbKyyV0j7l+O1CPD5Bx8qqJ3cZc4QlJOuJVPi814aRQ9EJKuiJUoku1IcsapzliSF7cgWMYQvxjzDe3CmxUl5qteQlj1ebDEaG8p1JqwdKv3Wyq6tZBKtC+nC/gjCEIbgTjj4HnK5Gx3OsVWDqU1SOclbFxsO3eG+0Eu6pShvvTDYq5DnJVPt4NoaVcvTn3pqrNPjl4uAu1hjwDeU3qqSR5qVSueJymHLK1KpF7Uloros1qRgrjroY9TdMSO7DhvDNJv3TWok1rnrnqHIXg4QvitNplBXZRyHISOSXAYmGN6HlE6cPmHVFqnIfBXNp9W1HbB1EWcLKEHTqhnRLXZRD49Uhr1WHONgb0js90dq6YadYhq25GAT0vRiSrpqqlXJPSxj7lfBzBunR+xVSfeq5z4hS8aO7DqiKSa0KihWimDV0u60D5ReKNAurZKsFdntbdA+ibXAN7pKM1JdJJKofAcm5WjDbhzDXjrOlWsp0lXJhIrihXIJyqkG6STrZ79IkhcmTWhubcPKPz88LVzbq5e7yl2DpI6BJ51UCnNfsjmMYkYR3YXt0foPTVHTX52uQQhq5a2HBzYMI+K/6nqMVSutTpR+6I6npSCVMESy4xjCF7ghA26PV/juTrwfk831MFVHFFlks0KTrCpSKqX6xg0Vc0PdbfY4Eiw3K8Q4kc82pKVFZI2XxD0CpJDQ/wCQdRZZA4IK6ss13fmBCQ8aJRjeAcHYbHNHv1UrKzxPdEPWdJJTT6wGoNjWuu5uBo2WVlZ0lfT6g04aFTxNuSpPWsGLZxNqTRp6JlQ7YKb1Nr9ASlxDQ5JGypqZFriBg3dK9And4dz1BIioD0V5Wt/COHlg/B2KeQ/Iprz7Y8pa772Ov6ARI03XdBqZeS0PZHI1Uii6tCekkO+fXANbpBJXvkG6uULI9lX7w1qkkJSuvmHVxyJ8hrisJvb7QqJFJL1+4GmJagSKdr29b0B0EyhcqQpKRJIEmL4oUwIlj9PJKBB/iZpvZghhYKc12CeYWkLvv7BPiUjshem17ITRP6Gl5B69l/gGJXzDMbRfAvoAhOKSXwfn5BQmWbL9EXkT9AK1QtRI1dd2+Lkk1Us7j9MYSS5UWwLlgoUxvQqNH+QsMYDHiDE0ixU3jcgZIvyQAmSs7XFhYeNFo9iL+I5bqKq9D3jdrifCHT1xrrZTBU9TAc5a0ca96vMOfNFbLiccMoG5XXrBsi4H2X4Nv6iKGujSQYP3RGT3iKmheN1X9wdlZU3NSm7KIeZxDX4eofmuidXOzahyZFT5DpFw3hxutuS+6qutnNcBKp8MSw6xS/o558Xk+9ELo1WqpFZvaIN5uN8IOwHREnSv3Vc0CZWbjH5D5MuX8Olzl0dkq6I1XwYh8GGI6GwuhlWs0h0FOIa/g13Q2RGj7SZO2r9JNVJVP0hYsiPm24nwu/YLojWlFTna18VXbiXmNHgHf6FujYU81I6auiHrlxKpr+AWhP7FoakiMqQmiMIbkB6ENyAdM3xKlGSSqoCd0ckrZBnAo8qZJIGgSNNpmjPQ7I1xZlKVteYdOUM1dWQQvaDSdKklZZxHkRoUaQ9YOlakpKucFoXMqpVHTrL4tUdJoy5ZrRbXZSqVdcLKVR8UJPjZezS3SSvJVxq9NXOMKeSOwfsEFyHyppYR98MA6Is1mpBIvR0regFA2Zw+nvAFRaSpHVy9KOqEdELiSjV07+5fLg2xrqlJ+GTwfWrpqSm2pDZ1uaMFL3OWMI4OaER9BHZqygpc0byqVcL1RG6ZI5TRH9SFFzdi08kvRy5L1ci5Yk5t2EIQHUblvDTc4/SJsV+gch+IpD37QV0pcHQNM/8A80otBc/HOXDe69sc3pz+n65JVVRVqk6Yn0dirRh9Yg+46Nij6XuMu1YP3S7VJUmXXyobUdodAK9srIfCdHULdl4KqU+1KGfuqUZVLdJW/FQvOW/7h2O5H+oGi37UiTpXYq5y5KpamHy3oCvFPL5CuFdj6JQVGXxElUhzui/CPRbq1SdE9IbU1ukaq76HayiKmNGyMoHbGsgAjSaSoOSeJBVAawVVBXNAEtGSlZodEMkImjNBwA+wFQqVqv2w7UZzUrUKqEj96X7Y2OMbwOIUa84bJJBKq3tZo2l0hNVFcKMSlAUazWToTUgDFrKrh85RlK2QocNQjgE1g7RUJXSauys19BuCzVXNSgAvR/wBH2MWXNF/8WdXjniK14feg+oNt/4siQHctUkq4MIaszYiWOLkoJKpCS6M3egOsjKSD0zAjk+9Dya6WI1EkUrW1FR2k11ZcwRh8m2sCbFakSS07w2hKP3UiWRiQ9w1FObYJdQ2JJflQy7hT0ePCUMRik6slRfBcWQSANHRpL2g9gOpqSWIcGURRqs2bljanDVJ0lKVSC8jRVgrNSyAvt5dg5hcG4IIwSE2jxq66BwwIgkGSN3K2reUDCRECFEqsA1DwWJO/AevwERWdWVtgUUyPLKwThfGvUk6VdKykhZSL9V0rKai5kjsVK1ywMvok9kKNotJhaq5YtcrCK7oAruhNIxldcLFlRNRYLXbkERsg7UCx2sMO6QlBC6pWaEmBIy9Wyxrr93ZHBLx8NSp1/ljIEhDdXSiSSR5qvtD4P8A6iaX2fTJEuvErcA+p/CPdJKan+9cPqHxH4S6V+1KZXV7tbcHXxLEWlJnNXJUlVTzcjiBSsmljh85JKChcqWaDyKqP0BESlZ3E7Pq8wmlDxQxVSm6dQePyohOZeO0EIqyrIHJ5qUF6Cm+9et4GIqWVqNehauRE4sR2hWeNrx+2JJn+WMAWoORjNsuIDkiqygC2NyoNTMJxdjUVRSSEFUNer9wXU9AYOXkvRDrVoSsWAyhA5N6B8URUslySXtDfpGBJX6PzEDFy5vpAmpKVtUq4rUSAfSzJIpMSb0xTFO1BEVPjFVa16YbI2ORlHm0wWoTIAZv8uOLUF+V5gNLYzLTJSs1XFDlAWxcJcrl5AqVNNzWb0gkv2BfophCVaqjJ05vxkOTB5BiEEld9yNfKJTUv9QCnUfVZ/GqipNb0BlCFlydcWD1KjE+XrRXe33XzCUFPTwkyddwRhaqzfhEk4zfx+WN4BgbMwNyQqN6fqEzlmpaeTxhSYqqVr0wqdjOyUdsCHXVx5SXsi80csDKnlcc8w/VgDUgy38SpSPt/LbAqxtdz9wUpHXnA7jm0ACuPRsHVUAi0fmCFLJX9IEVgFBiDqR33ocYUKH8aCTwSldgAqn5LECSKxjiitzH2yQ73rC9SOWLl1NcO3wCgymQD+JSGN7BlvG63toCHMCFIZYDXNuyscDI1eYgzyMrt64QrWj6fa+QZKGVVC5dNVLXcAopH6ATqWpwKqtNqcfTF6pcgB1O+Eky0I+GUuFMsURjZZ3vCappvHFJoeh0giVIK7lK0cuV+WDbETG1qiyMeSVECnDYlCk8RhEgsN4oeMXUgnMaOzxjb1kd4ZKXesTo7YgW13r2hJNLlQ8OxmkSOX+IxGFl7IlEnK8wzFOb+jbGbxC2VQglKlafxCuEJXYFtSUkQVqFCPqF8mYQvDx4JYmXXGTWQjE4FFHPWjBxE3oCwke56xFSP6OoOuoXMriYWFgIXlOEgnV3oFiuRInwAlE3zA4JTNKC4hCk0999AGoemTT1gBEzgtEqSXjCB0iUu4ajK3oFwMlidM2hw84DSODEjTagb5CW/IaQyWOC28UtTRAhYKpdMFowBSEYWkCSlA6ZxcmX4wxGYWmX/QGIQ1JtgMkJQMQJ439hjOBeWbneObJF+vMKSREk45E3H0ANeCeRmpKripUvK4ndF0YK9vXAKVrX8Y1bsLeTKY/4vl5QKoRIEqWXHx+kKTGm68IMiy+IGtABqw16gYttAZU4T8gJM6/4BHSStKEapK1DylS1z7RY7ZY4d2A75cGorRb+lGD9+dT7xiVsNYlWBo7XPf8AIPm3wGPUmFKUiqlnyN66VfhjG9egO83ExYfah1XSp11yY5yHNG8U8MF6EeDCPG9aqk2et6OelE6qcqrpVB01VnyMhI5b0DE3fLCAcJOGr9100DYlfhvdWDyBAV+6dNSJMLAh7xSHMXNnhhjf5oh1QLDZTBd1kHXVgU5NrDDdhzRgPK5Eq7nowVDNsu6dJOmqqRKmHHLejgjDdCWjrnKGSSXdP1SVCFiZIipYx83DGI21Fs1aqk4kr0o/kNP2Zsp+u1VSOuQho1MXAXDCF69w4dsLBj4glGL7PpTZTVrUQQPHILHI2r8b/ANyM4m0XNVVy7IpK16F7yfIKntzyqTA6rVU5K5cZIhqkOqIHTob7UucPRatefWgdJUhsmMI1vfgE+TqVlID8hHTVqRXErkJApPPw9Qaty7KqSkugQ9bhvX+bbALJkqqlsV+rUXIWBTcBsGC/wC8WUWsrRaRElVSHx4kLU68AX8Q3uhozeWp2rpLI0jg96iq6SI60yYyW75ucD0Ykkq/UVVx65fWBIlplJ0d1so5KitQpNqF698xlJeQT2UU3D/xa9MpKnnp3sTDjRwYIQ3Amodwqq6PxDkxyG0Y8HMGUI0o6VXSVqV+LuXr+2E6LF01pRdVWeQhL569bAbhhG9uDcsVXSDjeXc1+6BhsVWbkHw1T1b9attQHxx/WZQlAsHVEOkqLOhSj0iis0ilmonCMIbWjG/h2h9t0y5av2pEtMh69c+lCO1e6hxbw7XAUNd5cbSKTpgRel2TBc9HG3SqwhE16EdqNaEIQw7op6XmcJKZH1HH3R+cixbXNe0KDw15wY+TlOlElUsi+TzfuAFIq51XI7UfIPqISy2eVS7GSH/1GTq61YCqKk30f3FcD70HECv/ANYle8blikxvGjwbIG/IWUtlrfBrJXvzNbwVkUV6AITXss1kBkzaNgSPySobMlkkhrDVz+oOmbn5DTQv5G5MVLK15usHELkWuP6hrrBzkB0i6SHByR6js4x60UDAphrxHANbUnvSqo4uTgfdFoTUWMldagTP0csMYukvdVFDwqoWMpQdMq4Rkae/R5KXxvyClU8r1DZ37VLkhrrlOVrAd0J5HPNKJkqvyFShdTCMP8QkaNl5hq6gtlESf/WMFjr+QlAmXKyK+t4SgSb0MTFxecF9yeP5EkyiaenN7uMPEjKE0QMtD15MxL6AvSj6ArSiLiR1/YI2MiRIpZ3X9hZDuCk5t9SGIRmjJCSfhGTKb0KDlEj6GRkY4ieM1LQri0TS3oFUJvXeEDK9/wBwsX1IA4n3oUTEaDyqzVZvohki5svMEBVeSDRsr8gWTlCLHBD2U0WEta4FQWBifjfnEGBF/otRVVStUlbTj9Q3m5Xwu3R3OWWyp6B8oh8ODmjuDRyxS33EEDqStfUGUuohL9n0lc54cKLpSydYh8He9Q6xcR4anVy6uyqGpQh0MFZqqa+Q3OWOjGHXe2x8MFX31LEqecH0fTr9h/7R6nErR+Ye72LR+utw3h2oGlEkEqe+4rnvZebNf2rxoYMPWOnov2DpIjpqqQ5D8U1+A/Jm47+oh/QyRGFKW6GDKww4NrhHbLhv6kWE0n2XTK7LGxm5jV07/OWMfcKwYrgffJlks7NA53s0cIua8N7p+kTZSRF5hYWrdS/W7scI2Ki/CMldG/8AstgrIqZ2tgje8ofIlidMTUmqymuOcPaKapNbVXHONbox21apSkla9fTBv2gqAuoxtCriaFbhGaqBkqSlCzZEA7jYbAXFEb7AKHlHDZljAVdBJULiA0x7Rt4J1UBvqzWyOlKClxRiTpI9kJOA+ZqDhvyQXrJpKqjZ1qHVapH8YB2lBqut6yxFwHzyNWNc79qKytA+UAKcuIoGVsV1RaB6nGLhL5fzHVj0YkwSJKSJXwY+6NYp9FJVU83TAxGicZeeDaUrNoGmXrLokUrw80cAjFTwq3L/ANq/QpEnTvkPe9w6MZtKAqpJtkqN1RG6UtmvUV4dro6Lqfb1AvScdUpYHh7MMHmG93PeHq5ylKn3+ofBiHwR9d4a6vRaSu9E9WME1IXF0M6tVWCFfs4Shs2TxidvZ+ESi3WadE9QdoXUMFalqPnE1wqTBhs9g/dIH0CEUjGHm3Ba1aXWtUrKlK5+l9QXy0jRVn0UxpxJKmZU0mON0K8SVSHx7C6+7ei1UHTprPIgfHOkbDe6o7Y7Bch4YaGplqRJVWovUq1FcG15RTjnkGjrBlbUXILjTUrsWCuaVIDm10LVXfRXEXI2RwikqBXLeyA6dLeNEjPAKNkRg1C943VlBrFZIULqJCbocroUv3WUMukEh6jlUscWOYAw+IrAYopChwzSV3oGS+oTi3FBOo1lzQvJCqjWSqrq1SyBs1TnFUG8pUc7RQJYN0lXRAycklAaiz/eg8VSSVDVsKYC2bTQck3HkiSgSQ3ADiNkU7HFSrVIGCB90MChQZmCETukt9F5iiutzBGZPEYIqTE74jByjHfAvgp42oA3aE3NBbKe4OlnMoKHTtV0rKSCR64fpb6GjT7qlN0wkpeDfIMQbJNe2KHLgQVdgBw4GA2TVWAZ1hUq7C1/SKSVe1GEbL3T6VgGpU9dgwYJHmqjRfCl4ZaGuNYLqqusfQITb8g45czdBSnhffnVVpTYTIh8QkzCpDqjtRAbo1N7OpUt4U2s2Ukr6Ito66FV/a5dcCw8F9FpNZTXHqaYKoy55VglKlCc4MaM0XunY59dZT6SUy1Gy3UUikwSP5R8+eEO7dJKZa6esA8F4A6NB8LF2WxUl7XLvlHzRSi81U6qqtev89objdpdA6pR0ebaErxqecaU6zs2V+47OkWEcdCZRvlq+xW9YWnT/nhDlYs0BKFsgGXvEULw1Jw3r0BGBEkv1C9dJW9rf/YVOIf/AGdkRnCxv7KSKWoPQgB0ZWaF8nIVAWxlj4PKxtc0MEPakSxKmHziakFUs16QFOZVJWbxwsysBi2Umq9jF184OJC17YUIKpdPcDJMyQUeg5I3jRYU/KgFE6s3iAgkeV7gKe2TSyCJaqo8ojajCJxLO1Pa4RSPUBrEHWSFBk9dzzhgQk0BqEldwFg7bA10gOpHXCCV0O+Bjw32aEryxv7Kjn5LH6VYUnV7hx5ZXksQUmiBkZ14Jkjf9MSgvKr6FfT5gKWPjcgV11ZsrjnyuYFvIFjCK/JYnd9eGAjBVLtgYq0r4BgkN9VVJM0eEI0MnI+vTZroDCdkla44sVKM3vQyR6XY+ZfyIV8j2cUSvytdd0RMXxojV1rDAl3JVOSFJ/TqCyBd6ETF8aMGXZFB0UseV3ziqZN7/v5xacvJCtWystb3MAyi6HoHNGV6UBSrD2xcfxSXZ2/qImIMhmAqFAipAeoj7YGOSy4n7hqF3YAaE2yyAMqTlQxVS8UBjpcqJpZaOjOIoXhN4mJkAWKfofMOItwIZuFehoCdfX8wGdO109wOHDa1sgIs2+EDpGWmAHQlZ3Q+YCep4LX08IaKJTd61h+QCcQlfhClklEQOULULl0LUPnKSvcACiQLWQ+ToUmTy7LIFUSpdjihkohN6AHUS+AK9Dccl3YuKTxXs8AwQiWvCGBW+vFETNlf9OoBvZVVNi4xPFHJxhGJAcoS1tfyFESzbLHr8fjQCyWVBTBpUrNK9kWGL40SMhyuvCInhlyg+gGIwv1B4sO2TjDJoeN7BziVaIFxEf6MkQy1RVFPLF9SyJZZemKlijJKUhnpAxjCeHlRmBFR6BddwGaQEsSEY68YehCy9sWGJZDBia9X1E0wqJTAnjRKJRgxd9xBGERg19FpTCxNZIV1lZXQ9Yt/6scMgMKSUSBqMeS16wsSPvQKTXSzWR3d3giN1CN/oZJGmq53I8xgYgpKC1A+9e2D0VgyneiaQzbKWXdByKiSWuEKUjgoiu+pAtS7ivXYaoRSBED+wFyCyvJAsin8Rkic0rsNTVSSBaR8gLkTd8EJEBS2BsYkcb0LZtlxACkr7Ytia1la4PKDqIix7hkFOSSFMS98hOlrhgIkNa63hlSPz6hrG+T7FKhtebgAx+V0Beb0wOof2wLH+RQrFICqGBCp0scBqqpBWw7ujafB08lXUEayq5HRIt6la9hjhv3x9L3K0NNp5fYCp/urWaYu3WOW9fLDhiPkm52lFWFPMn6W8Kw921EfY1wL9KmaUPTMrEXQhXKUubOeEIGj1X4YOvdHkfyPbR6Xo1j3N+uMpRq/SOqqlIrmhWSNfhH18EeAbkktZTUsg58frgOf1mqVKLsJRyVEiHyYwrRhtRhzjeqIMl9lntcRDG8+7EeRhWz1Pc1Q5axm1Ela56+TUw1Y841RdJ0wuo2AkrUrq1j+eGCIe0XTrV062K1Vr1D6xgGb1Jqk/I/VqVKsZpzlwljC9ugNOLoKmeOk6VfkSddqpt1oc8QIzjsB0ei8ierXLjZMA9ow7VVU6rVXEqwx9295QppNo6/v2qRF6l+pjXq3Xu+sRnZWFD2JdnpLyqh1yXiVuqAtikwSosir+QQ9fEr8I1qhKYV2VKVSqEOeJMbSjt4NrBCIbuTbK+6ukiHx4VC1b+HciFyGwCaOIkkrsqbX2+bALnDpJ0qeUln8vr5oisiLpJrKSa4+VUqicrYqUp0qRCffxD7ZYx4I818Ku9BlX/YNFJq1VzqmR5S/kF1OldbFX2K/JkWpauVDdwi90k6SVXSVVQqVcXjmATiGxWC6qqVdBMtY/DeHRNdJzXiaxSMNipE2KlPIoWBD4uTCP0GlrJOn9KbFSyEL5sYuAxNuHXe3RuxaYayiKpQrkOWyxcF76hEWDBKlEHSqthhm8NSEcML25G8EacYaD32fmL4SWLVrdlTaTCuRAj9chKxb0b1eMdrc2/MNRWMPpf8ArDuOoGgbt/t6hmC7UlNpTVUj5sxyRhCJyYL8IRvwwRiPm13AfSellnxJnlci3QEaCQlV5xgehAdPyIkS7YlCGtYVX7W1EiwVVDMdMtIoCiZ3jgKBVf1C0qgCNKX6GCRu4GTByr+sJa8QQi45LI0hclkbe2c2WdDBGkN93sau0d2QOK75ISfHkHO3aNkhSORKFyT8a0mtK7GXX3QWm/EZ8ddisOTwzbWL7Lmq4+t4Np6UrjqVBo6FLb7rf2sIYIUvN33IvVhxz4sjqhyeBq9WSV/3GtUhnbLXyAl1SU1I6uR0doJnb1LlagaCx0JJlC57UWJqd8gXmXV30WkcSv8AcX/EVsMMdL/sFiRfb9wHKpvqovTjK/CJtmuTLjFSGb/oCEzU4ibXrE1Gxl1stNETJNAZlpX+gyRfsE4+MDFPyOGmU9gVGcCmCyQqMqKKJG/oKhFWaPRNayppK4Em84vTNvumn5w39htRIxMqrmhQpyXti2rvWusBAyM0BPYrByElApqoqKooWuu2PJp98WJvpHLRz6YaoqZHTJ6xrzRSVxNyr0oc4bJOUsfQPlcwTdiP9jKEJomT48XhAyas3NemCEzZYddRGUdnjoJY+h0za3x4sJqVqJlJN3oTgWVvVQP1YiViVFlKiUYKpK2SpyVOlujN/D+EShmtb41uIVQ+ub8Il29ySpNgUouoh0zR2+q+Ow3M/wBVzrZRPt5I6D0hKpHRcFaHBGG7zjgUDeh0/ePRaNXWdx8XXzBlNiOJ+iPgw/qiuSujqMHT8iDrBvmA0eaMb3mHcmF2LVVKakrXIPx8btlWFqwdVNLEN5h0+4L+o/wg+D6o1dV3rLBl34x89/avBswOF9u5+pbW6FJXfQ8Y0ukrZTR8d+D3+pe5e61IiX2oRq9wV0lcSN/mvxw+QdeonwgpJK/3RD9PW8KWRwcTu5nKSoimqkOdMLuGrqpa+0HbW6ZLX9wczG0LrWQXFOr7YoLS6SozF2kHTEYwiVqqla1BZQtHpKqndaASuHOQ1SVrnONpo8ySTWVkYoR1LRRaAKYo5VXesga+6oxqqlapfUbusskFLpukqFfGM5nOHVFTVegFbhhKV446ZGikohPSFEBfbB7hoDtirnUlQNFGyJNx642xxR0oWNbnUlaiuQEcXIpmkjWzUMqq6Qa6GAwIpKjFc1KG3sGn/lD2WQWAopej99VrhHx7NDkNAM2SVslQO6uXot0l/apkPxy4IjYl6NmqzcgDnbSs0M40x7NRJc+/a19gUyuTomww8gt+2bt6G30i5PWNgVSEUUdlK9ACbl4YailsHo7wp0zmnVFr4nEwjZ6O8LSWJspI5D4cssdwLW9zsr717At+y0ppFVWpPRC8fNPKmacI1o2VPwnUXKtVagnDwj0X/wDKINdc0IwdTPuvsgAtyTVLehZ8jrsIko+TaWPhIYJUymlNxDjcC3QtXVqk6Iccljcw1VStUiV+NxeoCRo50wVlNX5ycXdCqcooLhlLudxRpFJXfRdFyOQUYtdRsojVJUi5OPV/MMVKVuoSVlYhxSHImbBnUYHFxSpDmiN1VPNUrWizn7ItWu8fpf8AoL+iHtC1I3NJ+klTJEhtpV0hxBO6x19vIOn7U6CB8gw6RR10KSqRLUh+8FT2MbVA4tIcJkKRS1MCyPUg1mGUD8IxGN4AwdjMXQFhstVMBjKiJnYCWXC9zWEncCmDlIBKuRRslLgCM1kaVcyrUXRfJKpECOnX6UrOgNSl0kkiWonIGRsCj7xoAcPxrTu6FLlRrNN+EBhRaR1VXRCVOl+YFjY5G5UjTSTVK1HCvCz4b0qL/wDF0NbvT4hCFNhv7l8a3dP4T6euydfY1ySS5698k2r5Bungw/p0SYVKZuorrujnmnKe9tiT5JXoKrycSofwR3W+Et19qU9Px8bGLg8l/a8gZ0n4HKeuD+/0M/OeplkJgrQ9Y+tnbNrRbWU1SIQhCYhcA5nd3SqSTBfsB48Uu9iOe9CDwSeElrSjXYD9WuuherFMbDfhgjCI3+n6XYNWB1fxD8/XvhPf3B+EZ1SjXHarmPXS2obeC91DYrp/6nXVMtZTXEUOX1x8opePSwxg5O0dF8K3hGSmrtUleH9h8t3aXVK0oqdLEy8YCU/ds/pl0ear3hr655szWsNni6R0cfF5kAvE0lc6EbmHjQ1VX9DJCV2tvuvlFoOxtS2CGLNAisMv2BaRT5ipSOXahxWxepp6AAVsrLHDNZKy/YLli+mcCVdykVssTjNS/GLoFlZ1X9gIgpKsgUkj/IQT+xW1eKLFIq/6/UU1ZXE+d8TVzWmK1FUptqrwVcUCyyLEf8QOTjNssQAQMryoMIXXaANl+JaU/JfEL7/je0B4x7GUPEXSGSBDu0MSHlfhEoqJAMphMkeHnDZBaDDmsrIUKx3qbifEPRdClRZXkq9fSDpCN/RStD0OJWC5WMpXofMHqmte56wAe1CSGT1TKDl16xREyqW9AmMrcEFpvKkCbbD/AEBrp9wVn8aCol3rj68IqMn2+iKtxkaipKEpXO68wlWlV9OZ0cIiaHK5HrGIxV5LLxQpkz7LMSbvvsiMU5Wax+LjbgugWytUtYcwrq67ph32fNlR4ex0t0TgT4xk6fJa/mIFL43Tjo+YUryIv+RivNVlafG3OoYWL40ZlyrWVXGas2y44WzYsqVLNzvFrY5RUYnK84Mk2XYA8TfywgN5DOafcoMnvWh9QLFPetD5hnBP55eu2KDN/FH3DfkAhmgFZFXkvdugcyMoMl0dSimRySX1Bl8Q3ihcqnnOn0QKcniu3u4OENol+OAHWRla+oJALWQpOTfQOq1SmzQ0VSstMgoiT9VcENirY8QvdN99lftu/kH6qHsAFVLL/P1BH2srGRr6iWvFAh0g8cNN9+ACLJ5fsDfJaHjLqoTqIcllgJRokHx0Es6B1Wfp6fBe5hiv/E14zQDxb/8A7A/i0zgGVa2Wu0El2BF49xGdLkkhSulkBsVOysgKZO17gCRVN0K1EVZWgKFUrXt4nZDKOmkBlExqRS/oVqTfQ+eEVwMDDFVtND8vyA8UhsfIbl9lUNsevb7K1hgFipP9RVAvJawAl2MtdyUdcYZMWyte0KhiuAviNk4Et97B4dXlGYFtZSonBSbvvsiJbIZ3IGpdz0C68wgYvihmr3xM5P4VgTW7BTp77rhGIElAiJdeoegmFeijWLKIGFhTqiFWIzA3JZYWgNlk7fUq/vBCUctX8OUAEzZYJRMHsm8hgmrkA9JaaExD71lgpJTtk7oyWIE67jtI+v1B7daylSghQOryoPTceNqdMUfURfyHkPgEyq5EoK0XHKqg1FaaAvoMkvAzSMr0PSF5FVQEkoLymlb7kYmSB5JNBpYys7oAhvFVVXt5ACT+MM6NJa9jzigvSSIlN9DyDCsZXbBplUuhjgZ4iJtAt+AMxv1GA5o31RhRT4xWY4MQxc+xQpDfQKoQEKHlJAZZYI19FksitM9qToHgPt3wHt0pWwH+WdgmcvkPD5RHw8dUfWv9Pt1CT91Rys2vUouUbhKctX5QHnes4nKB3+l06O3XUxSav9nzSVJRCFxcN+GCPygDF3qrqhpTBWocjeBzH4xIYb3l2gDdO8SmtX6rWuydNYJVKsL5VIGiath28HuA1EUvRbBquk/VJiEOU5CGyoRv1fNgHlQf4rsds3iC0HTquyiWpK9fHqFhCr0Ywh7h0mmzbPoE6srEPeNV2sOl5hwdg7dNae+61Ps508TPNOa9FOENvBu39ofQsT0XTLAjVrUqESiT1CE248h0JZceSEdx0FXUz70cki+SptYNz1DZWWxZR2s0h+MQu2WISXKMJSS8pW3mxJzdQNKyVa0oSUrl5fWBytyRuP5EkaH+1PvSVSehfSJXwYL9+MOsPrmVtlUMd0qlUPWiXHLhxYxhf6gPA2wFVLWoTS2tuPD1hm9IqkkSUlUrkgeqUt6Br/1HKjqp5BJaQS2UmroHKE71VJ+6lUolkHjVPV5hlA7W0VVVqcXgKLWy02v96IfuwhVwbnCN4BVPQppmalatceoT1a3hE1JbKoslliLlqm6o4I3wbdJZMNlJaHEGus3iX2X21aptzb9XmHRDqhZDkXUa+/L9jJES/wDVm1Sn4t8KqZZqqqkSSa16mPX40eHyjbHFHSlTpK46B8ivh3AE7OlieUuVh5vJABzy0BLZ87f1b3I0XSng0/5RSlKEIvR39kTaipfjCBk4Q3Yx3Ic18fBDv6+qN4fdf9Whti+DR7Rb9I6/39JVkruFvxvRh1j4Pex+9Sh7n8ZJLjo8/wBSqmDKREasB48ZSogY+u4PRg2cz6SdeI9BQYKcYGsMXfclCN/XXAJ39SCshhmrAFGkEEPr8gUkv7YATUVFicQ1i4DVq43oGpLTan7BIRXku8Ck3M0FMSf6G5j8r/EWzrLzY20AkXSXpiyOd1vA9QhbBayEi0jKS11vAI5+VAapQsuNVspxzlEbL03NSzoBVpKbmu+EqiiqSud+gwmqrN+MTfHHwVzNhRcpJehi9fMCoGVjvoTNjyqlrX2wegrNV6AXEa8uwxSVmqk9D9wSmdKV0wt8al7AzsjkhNrqHyxWxrBx6AgdayzvZAcHc2p2ROKc3fQrjsa/KCIm4RmMc5KFEVN6VtBI0RkjXZ4h9awlO5XT19YGv67osJFLH/GG1ElliTiabvQ8Qyu9CmJ+3ie0M7IAY1h6cbInHEiRAqK9lagxqZKbx9sGsQ1GWzByb7vfGFUSBhBMUHhKGhPIRrYMmdJLegcgsl/oA1ockMpHtdbwoTcPsfJuN96gcQ4RpOFZQYtlFddoKhH9DYhvG94WnJZAXedbwsLDv94UTyEaMmTm/wAd0TJDLmj1ffe6MnMrqUatk0iqErNC5LktSiMIWWa/YSJDI5P4hr6hv+JfAnJVASU01LsdflvAVI0riEF5Ib6ljhqRJvHRIzJLEdJVyHJplwRL5RutzvhZu8uXqJJP9mteKubDe7W2NQgfhGJyX8+ADMOVo7/c5/U4liJUokuyPk49+JDR69wdXuf8PdFuqn38narD4qKnN7mMQYTbKzfurpdDvRveYU9zQrgj9G6G8LTB1mn5Dk7Q22j7u0n9kwVrnOPzfoC7imbnFSbKnroENoGw+8dXuV/qiYUXUaqpHQ7RYe8Lm5C+2fe9Bvkmtq6Vtzh6anEt6VHx1QH9TFDUokn96qcclaH1G+UR4W2DqpKf+1D6ivHpCM+jvtiyzosJSSUocco/wgpK51X2g+aXXJK76HyEZ0OD4VKuZo1ROmZu+iUaVlKjZAHLkk3iC9qdLNBApSfJCuNIWudGWJtmyUPBJKmV0pugGj1lspWVoDSKBpn/AM8ul0Bu2zAEsmN2iJntDJJWQUUnREpLNDZ11hFQiUoM+NGUznxqLVlHS0BGi2kpU9kNsXbZcrIC9JulNEHAfIKo1psphZc4Gg3lV0lQ2uXMlbsOIev5Ae9oxKaEhDdjOehQRslKIBlm3JB+kklKFZ2tqLKBPNs13YaudlAB4h4obdFkE9IsAHDpMpsJuVbpJOu6Dn7CU6zQCYL7FVQdd0biu3SdJEV6GUJwXgpmISN5tkB1qO8UGMG8pUEwTmi1GU9ij7Gav2B0nSRACW41XYv/AIt0dA5NA+GA2ciYLo6yrtVe4A4Gy2aDGN29Fq5oi9T2gW2uvuja/wB1Qy43hdukJJoJcl7gFEORqJPCIlvqS5O6CkLuWCu++8OXtEMFf/VQ9GAVUbcrQyrpdJVqQ4Rr6DZGF2LDlRQ4uyYf/KIGTnwa0C6zSRydkwTuvA5Rbr/2lyd6IRpjADm7ui0kv7og1qkfCqwa15SvCNjU8BdFq51069IZR8Aly++pHX7YV5hVHDrqvDE/fqymqVhpnAb3w0tWDUk1XQH0ct4Irkti7F+xkKnZ/IafS3gCuNx//FkyMg5b8L/MITU1sonDsz5/V8KNM3R2VDMF1znyMWN7zhvc34GLvLt1dlXRqnatT49StuD6CuLuKuXoZIjVrRaBDky7OEffAb5ArVrmqno3gYwnLubLfQaLcL4JLnLiGpJTUh16mdNe2+EbO/eJJJC2kKTSSSHOrq7q5W+iqUYiMFutumSa17UfLvhu8I0pqdq1VPxcU0YDo13d0qTVgu/fqnISrxsqO4PjHwl3bqv3S6uhohoixRpF0NJK0o/mq5ZL/rjuhQZa1ACryaqdX8Q8k49ASn1SyPS46xoLOoMKubLOiqKiXKgZU3jRl0obpKXbrxoTu1we5SsrJIK1SeKFeORFLwVoxtf9BlWM38VcV1JSo9GUHz/IKWQOttBcvr0QyVh7AAWMrqXKGyyBe6KIeNFpFleV6HkAkI98EoZqAQ2G7JGOql2ON1CMTpK/xHlozehx+AQNKAooEJGtfx84MUjvuvWA0y9sEEAFCIm7+KIGjliMZW9ehW1wCqt8Q0Qx0GIHVGJ9rfFJVLI6WuvUK04cqMoA5GMJniu0PHWSlWWsAImtNV6B+OMnPK6fEFqBcTKlrrhC9QuXZfvfBp1Ve+AzcroCTGWMiRDSrLfB6rNVHk42s3LEiG5ITC2YKja2qXRrcwhAsrNVPyiLSl9P1Dy4amZTxBFkMubzCiqrKOklkfLgiDzwFfwBwfLZ9dwjNzXe3R6+r4uoIpl7ZON1jxk1e4PRpZHzDMlMIG2hMsrfRM5EhmqGxz6jx4zUrLQyhEhJu+9ktXD7xCCWXKVr1+ILLyWd/cAFOT2ejCVyYqgir0KhL4ugXgGDQ5LXhB/6NX6Kyl8Vka+XrEDa/v8AkLasrXJ5hCOaJa/PDuBUb6KCI77K+vmEHJQQYvfOQVlhvsfRGYzbapAyhZXEOB1SeK9r3AtVK17oqlpegT1g3pByfZIXmhl5Yril4rHP9AcclkKTQAexot1QvOj369/XyAWKcrphopDXnAjiHJKgDRSFK6V7egvUT3oOVCqgWV6YTaRXTYoMkqKTITdecNDo+wBlCeK6YWy0RarBIBOUu4T1+UM3CPp+sDKJq6/MBIzexQ6TyP2Ahk+5t1A5VIF6qff4gcpGWqFqiIHWKGCySoDOXxVQIN2QtcFlAcydroA5RGaKFo7o1BhJAKhd97gpMkC76uZ0BWaAm7TKKXlAcC77oCZopCxUuQroaYwZJL/7MgU7hfayEDSu/iY49L/SMxP2MTTHky8qFdjRalpGL+9ZdTjaIzeS74lLmiJpsriY4RdhZd2YKQegQehyU3pi0pctXQB80AFiWUKjF15wZFP+AHMWV3xmsewVvuVmEiREIxVgMlhfV12grVDPRckf+YKQOAk/QFzY2+pfCGt0H4sY15tRLQ0wQgp+gLyqgtMyQpDsc72NUj5CoKK48bp8Xc8/rCdFXuJkBaSs3thwY5biPSOPQBDdzzhOksDCON6lBPiLL9jmB+3iY37Bmwc8qqEDdUFlcWQPUJhE2I2a/YDvHcpKUl/ELEXyvKiqLsAnTZkxxCCkrpgY6mvFEZ2+/sMPePgsWPyoCXN6YnM9sVONoGx4KyuBstJXXyDvf9Kz2VTxGuXXNCoXmvfkPnwx1d9HWP6bKX+y/ChRaSquIurAhq2jf9w5vV9XGzp9P08h9v01QDqnqBXSm49HKwVLVNUlkq8MI4d2F4aOSh3WxUHTpqviX69cuG9DdjzDZqce0o1Ve0W1zByEOVUpo40YY0IR3NqF7yiTu6P/AJQq9dMLCygU6CRoRgWNWEIwhHghHDfHzl4y0es1ns569T2eqg1YJb7Ah5pr2G/ucI+hbj26VF0XKVqT6sCV+LuX/KOG0UwSS2aq/tNhGmkV40b211Q4R1Dwf0ulSlFtVZuOvX0r9bDz4QObG7H4HgqNwo8jVq62LNt68TlJ89y+JQ+9OiKtah8fHN9IYcIvLFLZ6CqWJixKc+DdgMpxSSdHSS0L1fa3d0I30lFV7FD9J0q/Ok1r7hzG24X9rav8AZI3SOnSRGr9rjkPAhDl0YQ4RNxR6uynSqSuWeGllQvQCemE1WCuz0kq9Q5FT1ObcHI+hnRWRsFKpqqq/ddMlavt1bwVUcu6S/uqmVnat6tz3r/zDx4q1dNdnpYhKsMYmDBGF8IE6RotWukwdJuj5ePhq8N7ygrqViN49h26Q2U1O1V4lX6RCVpQewGGhnccm71x5wzoh9s9qTQXrxrkML29CulUl0lVa568Tk4Sw3BaDSjQjWWxBdE1VSYNXSSWJXiSvz3sERrrlsqr96SSrnJfKYdGSbpKsF2DpXI0j6MYDUDQSVrpK4n5bvnAcNiq6OYeFK5lrdHckuwplgR6yXLjtz6J4ZMYc8I4YRH5i3UMfsunqRouVU2KudLnLVjHBHnvXh+t1IUUlTNFr0W6VqV69TahgjCOHrhHDeH5g+Gfwf3R3B3ZUiwplqc89woqg4OXEcENGF4xY9695B3/AMbLGbOX1MNI5rWyxUL1Epua1vCCjdVIe8mjhaK4HHlpWdEasRIx0gaJmbMerq5oZUglrtjGa/7NAHQ5YTcGIxVmiMY8rz1BmEdf2GNfhl6EcsWFja67gFvqzdfULSqBVsHtruxg3XBKDr0/J9AlIfX5C4ivp+oPniJ7eQ4KabnRQZSysuOKklFd9S7AnFayJZY4N5iJSjIGXR3oCGT19QZmSAyhO5rtgL6HUnHuiKCiQZtzSvGBaSCoYtD+wJzSh5HryMYnm1LL9IkYspIQSjai0sFZugOduVWWh1bKirKpWWt7qFxVN9yxQoRLle30RkpZvb+LrBXUb46CyHmjCifJJCwnjfkLKqQVsZIDUNKFVbIm8eIvUhyWR5RgiU3eg/xiI0Rha10sjXcGYHS9PE8olBISgn+gB9NDfEgmblUgS2U7YGihKtVR6/KV19Qe1LsCsRwmoLjlC1sslKJ0wVA+9AVibIrVNvWnp9IURPKsldfKCVUt9SAqoNiNBLdTlQzYuJWdyAiRiGTdUDEnJatD4qu9JeyDUY67YTNj2oaJGsuh8wyZDYaSUrXE4enXyAKWPti+Z43E6HMHBf0TjCV0/cKU461RKMLUis04zAiQHxAyRSZCqWIcFooq5rv+bmEUY5CQur8/rBz+xTJYyvgHs6JFiJQNyQ3SDqPEJKBCBMhUVIkEko//ALNcAN5AYWUu+6HniIq0c1dZ1Ih9eEWQNkaYmQ6U3seYNdit7sXGuXtZrV0dA+Ri8EODDAZQpm7egVfuro5yE6WEN4KShMppqX+QKukquT6GVA/1A3R0XUSpSv38Eb/AOmXN/wBSbV1U2UrIP2oDjjhk1dZ1qQ/d+YXurj2CtqkqcmLzbfAKp5ErjN9j7NuZ8NzB/UlPyf8A2QG+M/CG1dJZ32r4/OmNE09RddVg/P6V6PkDqjfC1dlcuqTZVdcmCtt40Ic4bKJnw/R+iaF1SSu+kEz3Q+N9ofFVC/1FJK1JqsjjVzYBuFHeHT7USIk1ddjGCtie3I+oLk6d/wDMulcsg6OjTs3fR8z3L3XNWrW1dEnnvGNjeUbkxu3S/wDlAwm/Ip2k1J3lRcWl0hytC7JLfVQYjdP40Mpgo6WakElQKd1a2o0lC6LlVSA8tOpK76GBQ+TpNJrShHWQQ+IcboZ4kql0xyp6sk6aqWvYq8IeXMXR7PYSlVccmLlYcHCJpj/JG1TR6DnyAGDxIR2XDhFBBpNA7gqSoCO98aIweJDB+JZZhzc/SuWwV3vJ6Q19RQVGcTd9qHJpVhN9I8DfXKCSoEgWUF1CXQ7K+6ulbQntc8A1OUMnkGq2egYV1pToioiIO4zUgWYcmOKILKgeinc1IFqFGRjxlANCydTRbW5hFVOakEfSOPkDWWdExr9Fvt6VzlYOZtkJMpAIjG+K4xA8VxXFykAPRetEJaUNZAly7GuXQUmkk1Pa6AnORqExKVSYUofQrgp5dKlKzo4xdPd06a09KatTrpnLlELGML8OoOaCoq6263/0F0ED4802CBYeUT9zwjOGOx3Tt1//AKqWOfilGk3QnSotgemaeVqVMhIbnTbO5zwcsD0pTLoi7oha2OaG3e4B8d+GfwuOro3S8p1YZBUtr1CmOxU0a34XfCIrTzo9rUaoHjUJW3Lw+aLpaW2e6PxA1uvukVdKnapKkqHv1uG/9BpCx1Zp8HR9Qb46L8ax2yyC9r+AXlWSxPhIAEC+mLiE5ULh+zpi8V+xknGyFxE5qQGRPK/xgkqkqy/cKGvoFcJSun3cPzASqPKpVA2VU+D1gNwVVUOJpCZRtySowdLlf5A8yKXfEYtZSWarjGvFCVVC118wCVJruB04TywC5b2QvXSJV9SFhi2Wh7hgmaBBYeKA8bKyVS9ASl0hUiNcZgl/P8hgyc3sCwiWptEYHfuWox9A+vmF6Wd0xUlyQJLCyzXYCjXlszesj+gKlYK5pX4QQUivY0x5xKVBtWZFECTc7l6Iiebr+wzAvK1CHESqq8roB4R8mf0SLGaPGUsieXRETqa4BI+h7QZsRL7InN435AaJeSBRz+KJrugc0bUL37BiZIfXcF16VvVcQboa7gLSJvUrWHAJlH2IVUlf0ig0Q3g3SlWQqMmkKRfgHZC9RLfdD4QOo3+DTDE5JXYAjhPkgpn09j6zNAS3qy+L3j0ZqX4xgunZVz8cd80z5v5EjQyLI4gZXIy/R4N0Zip+vbv/AEEDl33L/F6wd+TO49jJbLNCN5XscbpQE4w3RAsd9yw67CN/ZaY/ivQyr3B1jAyVRJVL9I8WFlZBO2ii6omb3K9zdES/BpCBofAMQNKS/TgBxUhUTgbXjCs+esuPzcAmmVJXj/L3jMq16HE2htAak+wOpHIV6HrFMIeKqAmELI/bA50+2NWRWsQZdL9G4KTxsu2CFZvK9knOBjlVm+bqwcAWgw6gQ8FRUfNewDVCpZrvGFBk85rhgEY6sXrF1MBjwB6sEoV/zAiyIdmVghyJStYgBRNXX3BkeAGXm70JtYlYb1IVqb4Ko7YMVj6AFMX0Bh6xegJwXxQFVS/hzhjFKy1gBFE0t9yKnpDRKi1X49b3WBFDTbVJIM14SqiQAPDXrCGTFy5LIAnT/VXDBwbkgMvGyCoqAFhrVHjmmqyuhreBETJfoFECyt60/wAwW/IddkU2XJKDCcPTEommq5qoIVfjAbtBWu/YrMnKVFhUZtkM1ZqXx4wmQqvfDAv/ABKYllWXJgdaCs3XW+DYkS30UnL3PxfsBaDFvsweqlrgEyx9DjiJiqyhEppVlxNcID7D+aLY5oUxL8fkEq4ieUlxxryiakUGFZ+Sv98EltdcIrjDLCLpYX9ESRBCR1ddoDJ/IXowGXawd+4Vf19QtnpemBYxvJC0p8hIUi9E2gxFfxQNRVlZ36hWX/EL01PFe0E79gQWI0SdJTZQMSU5LI1wBOkt6YLRWVmkte2DYGsmNkXHKglFbklcjW8FUXCW9C1NXua7Yp4EksRpszxWWMz7XTyAvg4shA7yaFo1B65/b+QjFX0AHFzkYRBRebmhnbC0vATGOX/tDG/IUHP+sUlUEFVrKVpjVsOo9SLoG16xsfg3pDYF2VEP5tSo8SxuatCERqCMVd9+IH0O72K/QVlVKisOvBES5Y3FofjntM/RSnKYdUCkg/S+9IHVgQ+1HEw4Iw3IRgFbAjpV0tT1AsCNUHRIpGS2oV+HDuXtsPDqpUzcRQL9XEI6akMatehWwQvRwbu2BTU21a08hc4wa/cpUTnxYX78cEDX74+ayUbTPZhDpsaUO2m0W9SplJO3SOTE2ixvYL3CLrjaNSoH7LapK4h7+Mc1+rhhHBwbUQazTa7AXSVVsz3yFOfRjtc4R0YdVVU7XZWIyVgfENh29qG7hhELj0lItRkdacsklX81J0vuHxTYl7yCh+VJqqdqqrIn5JqwWsLoEkn5Gs2uQ5axcbJ690MKUapOlWrp0lXqG8m3fCV0UBupDgx1dizUkiTKsO9CH5Cbpokq1m8dL1xvYBUtGVItale9V3cEQ2TQmtRzV/kdUZgux2qTDYqtTNQrk8gQMGNF0WkfYGOdc8f2hww3esO3pvuuyss5Pa5gqavZrojXYtSv5y84ZY9hWykrv7Lfksq8+8U/R5+sbJSFJpMNiv2uOc94pvIFLmjvv6DpXjQJjBy6o9VVL+1qcUN4BoEVczfvUqoQ98xsbAYa7SjRJVrsprU7u2NwUo2awOw6PvGurUeqwV2KrrEF1qxFpGmvC770axOvgHyn/WNRD+nqGoh01oY59hOjoKuKsYxvmLfhCMdyHuH2HTLRXE7ehojkX9QdG0yr4NKb/wCOJV3SCUHWTfrEIaFeMIbUYwhf4A8J4ckXESfVBo/Nh2w2LMS0yX9Ld3YBU6iqlUm6YeUrSv2o6XVVSIQ5zY8ot7DDBGPliE6h0h9NDLyeZhoBOkIFKLXCwgntBmasSVRX0xEW1eSFZYgxC2YvJZ30DiMS5coSGD8kMIz0wVRVmiacRV/iGGXUEQVlJdMWlUA1mLC5oGgR6WFFVBJPQ9wWwcShMjjfQVPwDD8huoXIwa8AqMRLfecn0FBXWptoTgsl3z+zDgDJE5dyyEMiVlk1iLavjQKk75UXpq6lE2sXsDn4GCC/sAhM2+q5ABT5LIIDCKpZrE14QpaDCDFSHjFSGUjDJTTa+mI9+xYkkWytagsTUFaAtImrN/UMLHRUaPcGEvqG7O51/Sn9q1Oc43uhPATdRSiRFUmp8fG3b3uEeT1PFxfNloennLaOdt2+R6QZtbnn7qP3VqofsjvNxH9LVM0or9/rkJXhW/LBfH1f4J/6ZrkrnGB3T9qRc/TKPP5/5SC+B1Q9I/zPzLpaiHTCydJHJtZZY8ITKxvzNcI/Q/w5f09UXdGk6f0M1QQIhfPwQwQ6uEfDdLXAUyk/etWrBc5EDxrYuDBG9fHR6P10Obuc/NwOK0aoitK1wA8ik0Cq0eq1rpKpZHGBbWG9D0H9nKl4YRf+ACKQDJMu9Zf0A6iWv0iAmFxQHZZ0EJKZHTFJoTaiWR9BgsJXHywwj0OGrhVJUOGx7XTyIdQ1lurahq1V8aMSlBIeJq67YkVdKaACKK51JXu+8FoqJKgok0HlPkStMTSLvQHRjK6HeFyZ/Fd4b5MD6CwhlUkj5fQ2hOBvT7QFie1svbHjKdsML8gwqqqWt4eKYBwU5XHFia03uDC4V3Cyqi6C3YAUFeS4+kLK/wAMNEYyjsJKsCk196C1I29AxBTelQVLEXALIpkcftYBcmpZHV7mUASGtbIWFU/gNYKXcaJKa7fmFhogAq9kQTMvajJ0Omi6Cviuh5hQtBLkvoPFNNFcD/GNeQWgc9DUW6StUqnGMXRAqVGK0WrNot0cnbwhjP8AFdsUuVrIHISiKPhAuyovOqnXqcQPqK8PT9h/dVyH+HyDU1ld9x/d6hSog1dZ1IgDmVwhLVI7jQf9QTBWpsp1jnvZV/3bg3ijPDG1dVJTpOuPkyNCtVc1icQ4k3YUo1V+6v1MTIxoinup9hZcH+J9rsfCUkrnVfRwh4w8ITX/AOUPiNldbdQwVtVTn4heLAP2nhVfpWSs8nm+obLKiU+LE+3qMu1SVzSvtAtldWlQ1KbKm2DrK6MR8XUX4YVUs0608fGHQqB8LrWmWp2DpXH42C+XBfvjNoCTirPtRnTqTpIiqSuWLTUr40fM9wvhZ2L/AOGfuscmaOe9jE3N3bHUWV1iTpLO6+cEFRkdCUpYCGugGoKU0lyoGVeKq5oK5YjKETdi3SeNHkroEt9VHNnjl0kAIU6/SzuJr1hcxGsWdtbUn43HDqi7rlUlZT9Lv8aA4Qzu0lZ1XHrDYG12KTqyVV0eNwcA1lFA74lSaSqVljieyeccbYXUumtRVqrXJxK3zDL/APigklZOmq5D9m/DqhG/9Acg0b63pHYFKHS0D5PWNiTdzRytGkKeuoa7KotgeoTSNg6+vyB/c/dWlK2K/wARcmIcp8AHuGo3cxhgy4WFpxgrvpPSAb6mkkks6M5mphUXkqlCStMPovhoTF2k6dTeIGzilkkt9EsynxNgUegValEuVGpOroJVe1Gu0ndYklmlQmTMbrSF0SSW+jl13d16rpUlDMK53S54FIUuHbje2hqN13hQSapbFaqnXXPiELWvxvxwQG2eCO4hVJX/AJbdbnz3jpEObJht370Qvz0NqG/J1S4+4yhqGucQdUywIu6qVjH243+YJbt/DLcvclQx9i1EKhIlqVb1WOEJfCZ4bKLucYLtUlSV6nGHwt4U/DCrTzpea/PUrxxON8vWLVhqPYCeXc2LwveGd/dQ6XVVdHqVo1cbcHzBdfde6dK2XPpCm6i611SiqiSSp6nQGruDKq9jjDfEvDhXdg6x5qs1XHOA1c7pglTO6+sUmT9jXmGLorLnc0DE/wDFXFBC76LyHtZWgFY6XkuSKl2NeATMXfdbwqTPayh48L3oAKwM8Sal3xmy7/aiK01hIqm9BmL/AOxZFsMnTmpa7QnVmia02UNH6NlHuJnJAE5TlBuoW1/SFzg3KimWII7EqhuVSASiqUqbp9kHrwtQI4SldMATq+JRE+QLYR3OsDnXBKFqHlcjfE8moqCyHlVAMkSUM1ld9BqAgwgb4cUVljlgch5SokkfldM4l4L6LSwsviETw8V3uoZiTkhCM3elcvKBgw0/BCCVr8Q9MSS1vCdlaCEM7ZAuRKvsxX5xUZO1mysTp6QlEkrue4egrNzoDY8Eo9whtppegD24XtySrUNW6aStTTC5GCkiJb6KlUUgQYmX6PkvX+EQVj/1hgUAnLl8Tzx6guWhK3o4YqHlb6Al1N97g3yBR9VQNNzXxDJTiCX8xmMe/wDmPSo+bk2SvJa8IgPQjkJfUSJ/i9+u1hGXSDZmCv8AISib+O71jHHGZn6S7t4DMbdaPI+gMHU12tYiMeV0xmJt9/PCA+2QE3dMkmnyvEyRgw9IEox7HFDQYa1TMFzusfng6hE+dEqqXJE7ghDxuQQEVxa7HlI71kHyhQcyXt+sERPvXHFCpJXx5POEHbvYOc1rmsjoimBbUFGJvX4t2AoMl6fqA8DcbxBDyku4K6mvzBCqf8RUdMbwPWOxeYv+uvMIGhyoKq84HWTsj6B/UA2NG0AHKlNAyxf5H12wYqUDqxmxzVfH0AHpjvQvXIB1kOVB5yTf17YHcEVzoWQ9ugFSIFNDtn9wYKE30CKJ2XEAsrTFaydrp1wG4T8UGyyCv+lTRhwdYCXRtRm4hQpVglKAiqe6lEMnBcsAuiyvRxAqW7K2BKw8UBVP8WseYGnT74FXzuhkVAWzQvuCrF1MPGPkTUhmCYkaE21lZASx7ZGMe4Li5onH8wprw6HrGIK/BkjBJKCuxHpwnVS30ZoSIMvBX8AojH0/iBhkZvr0uYDwJa8cB/RV97KyeNxBk57UYhG1P0BGKgUP7PKclqYRKRUZ/wAo8TcGfULF7K4p/MZhNEyE14osKmDQW8T0IWQ8mYT8VxP3vjxkxvizXEyrHIS3sglA+WlN0fJe+ooh/wBmvCLEYb6D+IGqVoMIp3AbBWyAJYSgTDewq6mLiwsq36BdFXWsBCfB8xjxuu3eFbEcMg4qnKjEVvG68ACnpCEXAw2OIbFeV+P8hgynodrzAGK03xfrgMpqa7nkDXqxIrwHEWEIxmq8TEiBIGm77kCMVrWy9IJloa12CTHS5UTbLWs30AvObxoyirvs3uBJMaK6j9EfAvSTW6jwVUQk6y2pCJZXPghDyQ9YcUW/YUM6OrSjWuvXOXyYb2HgHLP6R6eSVuSPQKqufPBUu7G/CG1h2rw6fdjQirW6PYqs87U5axD1b23Da84+Z9TCuRo9jglof0bSDp+wXlKk3cQ96GCPWF1zCzWi3TpWbjnVhibcS344Y3xm4ujmr/7q6r/dUjnMXdLVje/MSuVPsq6PYGxTyCKxVOarlQwwLDqwgQ6IbM+qZshWj9rShHUolRev5o3r0YDblXTrYEqViEPiG3CgWliJOmCb/YtQ7XFyo3lCcEIcIGpNz/4EmxdMunwgX5QcZSNho541fyGDpXILCorWwYNz1DbGXJTcQcduKaUpNlKqkOmRWb5IxwjpjGl0lX+wJWjAw55o6YjNAiWOkrUygedpRfJEnnLl/QLnSEq1lYh/PfhuhQ6pl06dIOmqX3VHEVr7d/cCQ41J2FjJ4lsVKViHr45D1Q4qSqL2Vn9MxKw19N19qKyktDL4A2WI6VYE2L2BVtR0TozTLpLYDJ+liVDY5eaMN3mCB+72UrNaqk7O35uCIbvXSSSRGrpKzOWpW2oYIDTFktgKnlCTkUSJ0oRJKoqqkck+9i8WPAOdeE5m/dMHVDJP9ioPW6jcpylvxKcxYwhf5owvjoiD5J+1Ok6y68C1/cFSqM2mTpOqh8TErbV7qGi73+wOHSfj7dFRzqhqZe0Wrn2rpVufpRIcxYx8sYX8O4Eh4qjtX9VtFpMPDddR91kEO9OqUpS3oY2NfhDgjGMY+UcYOUfVcE84Jnj8ycZUVnNKHq3JDByfAPTBUS/BMqwjDaFZS76LbyuvAMMYjG8IGiLDfIQAsDIHj6Y9M8VEYNaimCvJAphJGUEpnUKyx14owtKx1Q4KCDR7g9N5wGWPpi0vjQMWFhhDC6CoAgrNzXpbglXyBllEWSGEFBamtvuR0wGgsLYR3rIBfUIljsZN1rIgJbmtSBQQFEVV7H4hN9hv2PCm3oTNAL266oZN1VVUiaY55Nx7Fo1LuFJJ70OteBrwRP7sn5HSrU+xSGxz1Y3gm8D/AIPHV290aDDYp5B1YVj1Y4sL4/SHwZ+DKgbl6GQotJImRjjxvXfyPtf+OHc9X03pFKNmrXD+Bi42i6BI1+yyHPVhjnLC+N/ud8HbVglKSa4miN2om5xJrUSSSxBtaFEpNUh89yc8pu2z0IccY9JrVC3BMErWVU7oZuaK2eqRhReRp1fneB6p3Sv3VLT0xsdzqLCgWt5VW3Uxjisf/Ktkp9Bp9NXItVaLPRbpIhK5cY1X5jkzTwSXG3OJPdlUW1PXr5ad+OHDtxHfKYdJP1T/ABDhvhYdKtUl1UnWIgWNbG5geKOMtMVu47R+a/8AUKwoai/CDSKVDJSECHxCVcG3ucw5qSA3Dww0v9s3ZPXU0mOrEvmGlFV9vR3evqH2fBrjS/R4PqKzYwT7mIM3klagDgtkC+J/1hpbRoKwdeCSXTA5puIC3ELyV/qANdUGLNNJstgZXegeipvut8KeOL0VLX8HzBXSJOpdjYEHOvyDNBbBN1/Ya82W+IMyLJAkaHBTb7iC7ZCSWvCFcD+NEyq8qrruAp7I0HwUmqicTTfV+4ETV5UWpn194b9jNeUEJQ5UZgXfZul6hA57IZIb4AtgTvuWwUy5WsRJFVUUpKckJFW7BPoMhbC0TKqi8hvYC9A1qeyF6bmalxOnV9QBvkMirckJwOAii6CsrXKDqYriF1xkyoCi4V/AKDLZHiwc6FSGcVvbGIHlBeVwlK6YiVbxoVPINSD4mld/TrAZU/jcToimKv8A1+4UHfeKxAHZiTmHja4EhHL+EeUcpalA5lteYFlFJB7RXevSDajzJdvtBA2Prh2g7o829CU/0dEHfYakjNstikA56Oaq71U/CMpmy7XT5wVCNl+/zE8vofHI15xcq1/9VX2skUIUZSjBU6qTo/RxvcNhObXqEipTan+wdc04qmK+DYtSp2mUkrWfXyimrYSjbbnvDxdHQ1Rq/rqEJeJlYQhXbBU7glvqVcVhzuRKXp1Z3Oi/6iUlf7pLH7WAbLRnh8YK773a2HyfUfKyqiSW9El+sL1KXlcp6QvB5E3wKJ9stvC1Qz+ym+1DzRBRrsaLf5pX2oD4SUuwdNf/AGlyCTXwpUpmkn/bxr3mGnD6Qnt7Pt5alWqVrN9oUGpxriff5ZydLB1X9wfONx91NM0yrsVW6NAhNA51oQq8N/COm0WxoFL71Sl2TKpV5YonGOROb8HRG3hAfsKkp1PITpDZKG8IrqlFZStQm1jn13BxOlbuLiKGSUSSpkjqpi4hoY3mGkUt4amrVI6TXNkPxgKllQ0IWfelE+FthRbAjDZ6f583AAqRu7oalFZqrokw/jMI/PpXw1ckqf0oin/+Oj/lcjpfmHcRsPo++y3VJb1TK5P+zAMOrqldi/8A80OucnSHwSj/AFBP0v8A2iekC2/9QtKTc77V75hJ8ZSN/R+ilzd3jVVgSUrj5B8bdBju7BLOzfaH53XO/wBTj+hn9rjtT5e7Vw7e2Nxff1PsFWp5Vevo8HV1hMXQJwPrG6HwiNWqR1VVSEJ2hxG7Pw8zXR6Guc+9Oj4lka/t8w+W7uPDXdbdRXasK5ED9KN/BwCfgnu5SuNf/alKNZ6/HPhqxv390GS1opGOux9l3Ar0DcakS6jwgqnXfHvHSJVr1Y7e11wgHV1H9SbClGB/stWoSpHE2ol5rw+VLq/6hFaZskmuRx8PmHMaSurpR/XVVVOSvoVo4wRXEdccZf2dL8Jnhof0y6PJmH72TDdHH6Tph1SlkqqcDKmmq+ep5MIph7YeMsiigolZ4CwpcjicXjCMLJXsDEVFZpPaDSDEHVLa9MUmSy5oJNCbXFBZqoDN5IGT5LHEyx9PiCcSb1K94yVP275amvMFKpeDxSiUCSs6Mw/iIn+o0fkZ0uxTE6vtjKfoCRoa1RCGdFERaC0Yqpb7iC86tkAEza/QWqL9wgH5B8EHMUpQTvFpu+g9dTktAKHa0wHyBAah7W1VAUT5fbFy0r/6xQt4rE6IL70glMCJTRaVSVmkhEq6W+jKcd6y+nuCi7CT3oKTjeSGL9lrtCtA/c13BI0d6E3Y0URKZXesSpreFsFd9VxKgohZJC0qoV9QUWwPNr9iA9UV4NMQKqMkccr+QCCyxU1r7IqWiJ/zFUO56WAZGnXgwSGRZfsPHJyWR8wVZc/EA8fY8o1mrsy5FTegxRXS3oLE4pAskbILihqGZVRA5hAivw+seinNVDjJFByzeOBlWv8AoGJ0OSVOPFbanwArtZOkfShDWtrz/kJQP3BXAySvpeiJx9jCPUkfMSMmLN11gMkLqUShH5CEzuAd9DPpJKFmq2SozDuCBUu4LCEyAshE3Zg2h/tu8wwnD0/V1+UYWNN9MTIX9PCN+NDZZOzMZu6IFjl9MTT8Vj7Yzf8AFAL6GXayMuV8YgpFXXDWhHqFkDcrXqfL8x6CuRZAoMf2QqyumIKJ2pFUvyF8Izd6FZjWowsv+IOqnNqKqpcOuADnN7YLMUUnL4quG/EyTBFCb0KzH15+EEKJCqKauIFY7F6kPjA6sLUGrQlKytAUrQ3AlDZUL1oKgU0Eu/5geokBTk8UDMpHXcEPCy7HuFCzeym4+IC1iclUA5oeNC/IZdTAzR8b7/MBDk1w7YOWL42oBFpoFYllLQGpACLJqygyMmBFkuSC6bMmxa5L43u84WLJK717fyvh2sjrugJdO1zvcDZDiZUiuPx/UBToWWd9kMVCTVQE4JK4gmxlLdAJoWWuKBzrfrBZkOV0+J8xSdP2/aA+I4Oc/wAIxAu++1WGFCqjBYTUgrY+BKJfT9WAWQ0xQSCXb/IZLG1myg6f2aUfou3ogzG1ryhGMzeucSTL8fGGcVLYEwc6PpimoD4n8bp1MkR2PKVOESobLQHCG6PVecXmbyuP3BE5cv8A1BoCophETiVLEtdfKKzFlb0InMkC15GXUXkX9vo+YWRNvuvkC8Zm2Vqr3ArNjENjH2x6CavodQqQXSlCM3udIukBHsM1oYJreNrnFpVku4ANk9yp7Q8kv6FcaHS2Tdy0MJuu75hKKlrrugIrn/s7AzFXX6DObNhT0XqH9vziu/ZaafGxRTO3pX+Iriay064KeJsci6Kv6BJN5yvFho8ABOoJFUzauvV1BH9GjoMnJTZuXp8+ETMtN7AXxU15xMMFqwo0fGi5E/JJZet8LyHVFxF82riBWOkfTX9IlKf/AJuya457WBTcF40Iwj74D7Au1dJbPIq/4kScEL8I7vkvRHwV/TpdP/xy7JqqriVDp5HOaEPVtj72uyotWmaB+1EnVeYetWq3440IQ848b1sVHmTZ2cK6KEFz9MKsFV1WtQ9e+3VxuGN+9DybsBuvg7odq/VO/VxF69SrzQ3YjQ6Mo1rQzVBVL+6IrGvXv38GHDAb1ce5munzp062KSVA/NfwYeq9fHJy70UgseoIp2mlaGf7FlT0CHxic21ggLHCrVVqebXI1OSJyde4AFHLXZ+yppF0F/KGjldrSlAnatc/UjULu3xKmtF/ctWJrjKcSaqnaquiY5opFr3r5o7cLw3S54+xaUOq6SPyRT7l6PuHH6EoF/SlPEV2VUQQvH7J4DrrCCqtRqrj48C9qO5ET51g0W9O8kb87OkqlK0KuX5Bz1w7f0C/PZT0D3zmrcF7c5x0GKauwCTcuoNapFHZTCbpoX64RSwHws1+iboEn79B/RaR0yHyy1Y38HBwQG9s6SlJTdAc8ZtqUYJHdNUrPoFhfvDf7m1fuqCqqVevx8PnAl1CeRixUSpSukqkQ6fSL7hRdBc+1VYHlJEnkJGp9Ii5uZJq/m4hE6mOXaFS72bSh0tlYhy6OiKRisP2B3I5excqtX55ucUPj8AtdnSVfkVlKYhIlNVveS9zCmnqJVa0yfiHPHHrXsAYNUbK10D1yG+ommPyUfJ/9dfgo+1GDLwjUMlXOgWDV+UhY3yk0TxwYdq9G/gHwiona5rhH7U01QDCnqGOwftSLsnqUSKkOW/iR2/ff5h+Tvh48G7/AMFXhBe3OKpHIhhVZK7ijeMY1DQjh3L8B7H8b6jXts871EN2cxMnZHHipqytDubYkdRUSq8kPWyOSCKIpDxRYpAYrQGyCRUshUoaUlx+nuiZ4ChU8pI4YXqKjmlawFSphIx+VSxxUY4wVEwSyEzGFVXnHoFtQaDEkaAyU80YiUWEDLRiSMJQyX5iScBcVuNkLKLoin/iBCZxEqXihdBqryXvC5FIx6dEy7QkVQUQshMhAjeIrUqGDdxak4nz8o3W4i5x/dRTKDBglXr3qtQu7rwhNcfcTT11DojWi2BznOeFSoW/Dbvbd7AP0A/pf/pn/wCLpfbNPNSHXqQ0b9XB1DyP5D1sOGDjDud/pPTtvqRvfgC8CDW42hkHSqX3o+OY2DzYB9F0Pc06xJoKufoTYqRLLEINuNFJJKyHyMpe5LKR7cX7WkBNqLSSF65Vd6E4Uq1a2Sqooc3UUM1tZpAMUIm7FlI0ZTKqWymuX0QGxcOkrKlM4El1nhwoui1SNWCtc+RVINFun8L821yMXmHRwx8GnfmjprylZtdKaQmIPl/+pW6trc5Qzr7+Q6h76RCkNfw3o4MF8ax4Sf6lfstI6TBWuto7Q+T7v/CDT1279R0/dHyo4m5h+g9P0foJy5M32OTn544Gi044VdOl3SuWc8TG3cMQnUm8rj5AaPCBY6R/h8x9PFYnhvqk7MJLWsoHJq9sKiZ06uR6wcmWbx9wBseLlEKUJZSssDHhrudQNgQUrJBVLEarFxjSuh2BaVTv4uWMLJ+NFKe+Br7E0hq3VDAi9lrtBAVSVmgyar5Cs3u7YLFayHaSuRN4usBfWsgsSzQLRMG6SFNdwsqllgyNPGwesEIKa67gXGV1/IWprpex+V/zg2J8RpP30Zir3NMLYr9sS2ZyoFCvqDoK8rpjKSgXbM5ISg6BryD9DHZMpLoesZgvruhSZ+LYOpocounsN9ld8SM5CUrpLfdbw9B9vs3ECJCvqG6zv/8AXoiszubmsQKDUhKFR3/JBqGUcUOiutaojs3xv7BLF/ZdzT5vmK4vxqAbAtSE1XXa4QO4eJb18QRRpXesgDmpJUZINDtZ5ZZ0SScJcqNZjSU3O5fy3BglIeNGo0eOjcE1++HLBWbrr5hpTB0lvqo2ejlpVl6Am0PFGyNrKZr7wRA8rXdAjdZVXX1AuEqbhHNZ0LSMQhf1wA40JSU1JLRASZZVftA5K1S6flGSC26KYnspuR9AmpAuWqHcScrrAJaWNNzQfRPsa86PN/jrtBI9MHbr/EEdIEF4OgzRr7/0xr78kq10+0NjfF/QEr5Oy/UOuBFiZN4/StUnRydk16PqBBLrKeS/99fi5UfmBXDa1ASo212NhDuOP+U0zmtlHEj3TP5UpVWuEdeV3xksJtkBbBY6/wCRP1dYiJqVdZ2br+QAIlh9gMG7WyG/odIsRVdK534vkGbFVVWyV59L6gdmhvX7hq2bqpV/KIzZSEQlonazZRA4RWsv9wtQL4qptAqtySoSxnBRC4qJJJd7mGVFt96fl2gLXm/hFBVFQoJB8FP5/IWT7W1S7oXxPvQugr8gHY0Ak8FeS+vkFJ4b0JwNkK6YpUjNAg+o0jyBd89kZWjr8hXX9MVngr6Yt8gP/FEjx1LtiFX9IkaIkXlZoRmWRUmZWV28v8gQ2T334hGBRgsQrHosMYYiilK19fMM1OYZj/2DLpFklVgyieusREhEpWniZPCLjmtbURMaUkHsmmQinNEVTSks0L70qXKSqClWKqu9dgZD0BOJvu9wWuiJckGLkv8A9fa3QpcnlBrNQIpZdip1gUxt9yAQrGb3APGG9TcTLPjAeAmEib7x7/UMwUtR4D3vmDD7AwmdyvwjFdVW1mishcgZgTkgW14Am0WFjvX4ROMb4pgqIlccqBQ2IUdQVGUA82aMEWmjViYYf4hGK1rKA8Dzc0LCFV7lcKgVsKrwEDmVxPLker1Cmb/ARI4CjIJTPK74JTU3qaF1+106/EBDc+XxPmAwsYkPa6ZNdwHpQ8aAG8MhXLB0CB31aB8S8u15hkxJVcWJkshVeV7YpQsv2fRV5LNZGP6QwoQTTIl0MQolEk3iH12h6F/Z8w4uZG98YklBLlR4xci1Hlu5iXhu4qVPqJ1ciUqPRVtZSv5CFcTNH0/mBWxljloje31ITvJdsRWjkZHYGTTeSIMGl4MFm46XTiPRJ2Ox1DxY77l1OiJwU79f2QUuqwESK9v8hk59eYYjG+MRlb7XDS76NJvAlf7giaGXrWHkj5c34cIsq76FvEMVcCiG0K4kFpi2X7iMS2R/y1jeAka/sEcES14RTGG5EFTZua+HKFChO3xD7gD0UhVWCGJl8fQA6pAQpBLpk0eYVGKNQX1AZz71kAYySoPOjrWvig8OwEdjdQscRVSSPoesUVLK17YYOC8wGOhyXf2/cCx4pgCpJu9ExwMo2BkuVvWmKJe+q9ir+4C/ZaH7AVo5AocQVlcQGnSSFSpAA1sAUS33u/mBDoJZ2UGZy70l+QDVLK1wBAqQmctwCuhyWsQ7VIATpyq4NFI14FC6YFVRDJVO1/YDqpen8wrGzFahP/sA9+Ulmu2DliCkxJWdqAVZWE7BoFEymtRm9K7AhWtbKzGC/ssgaVvowrH5VBTGOvGEFFPTAj3M+wQSKU0X1pQDIpZCaU1VXzBkaqCjxmgJRTxWvCLjnV9AUqGS7f0CzNZQeCs0UmLNmC+KiWax+3+Qgc6Qmv0MiohNeoQOdIWXrX9QiSKQZd9h+RakdJJIYNEVRJvuIIw2xk9Mz3ovicVwW7ZxGrvuv7CRYhby2ZdKMkUVE4KcroCmJxCtzBqsyQUdWbXGSRFBBOB1ZR+n5Az32B+Rkxt9ECqfxGYlyBWQtkFNRZXmiRTWvHA5TC4hfFcGvUEfyGW0Tgey74sTLvvH9kURIklZDKZhjXj0m33CUlsCnmSqqtQh1YF7OEfpVcjdK1pnwaEfpK1zoJVa1bfCRhf9UR+XtAqpfajWbkTSV/SgP0O/psMk/ot7QLr+1Oesl5oYfLgw9Q4fWwyWf0dHDOnQ2o+llUtlOlai65zwN2b23g6g0pNabUpRLEQPUJiGjfvbkIwFdIXP7AuoJQyX/tXy5OAO4JpUMwetXTWecl7qwaPk3Ijyb8nWX0FR+Q/SryCHx0quC9wh/SRWrV+g6ouuoufzc41q5u62gVVdgNVT16ka5eLrEPTK2SaqqtT1QGlcthX+InoeiVVaUPNVqT1cUpb8N2/8h16gGqSVSytMA4xQikqmTqusc9ayqGwXh2WiXNqRVXm9whyI6Ifo2U6c1XsECY9HpY8p0Qh8OKfSDpZeakdVLihGdsk6SOrNxyawwCTQ0OlGvFpFq1rtXVSvhJVJtDYrlaQSVS0CEGp0tQyTVU7+Vn8stbd4YQGxXP0Yk1otOVlnD6oXyMqZikrZJK5d8axXVaqkVSDlZirNteNDGCl82dTSKzahCZZONANxJSByNwF9LNVXSWylVQG1USVanSVVqHD0xEkq6UquQ/uA6dCMH6p5SvdP8hJrGY6qUNnm8fuC8p1kJVu1wj88f64mNPK3ZURSj+ooyXZHI1xb0SwKbGJHqjejAfoMaiHWxV2vHv1DcXgHxr/WzcVTKtA0XdGqqddCjjnSOWrgTie9hwcMb0IxHd6N/wDks4ubR8PxheFxIjym13hIh/FD3/xOYiYqsr4xghfFC8pFeSrixVGyGROSFx470BVUf0hmqlK14QKqgrNDgQuNAURTDE5PFa+8UmR7fojDAtRTkh4m4DCp6nFJ0t9GvED+yk0AcxoZ06VJsXHPokq3/mItm02pZD9Dv6DfANc5T1Fnp6nqGnnrwlVi3+DhHD6/169JDPydfp/S/wCof6PiW5bwX3UXUPyMGFFnPXPAmbji39ofRNBf0CeEZ/Rez5qBD1a8o5Y3+rrH6OUb4GbiKBpld/RdDIILnvaMNvmG+0JRCSW9eyPluf8Anefk1Ckevxfx8OOHUfmR4Nf6Aro6Zfk/5GrsVAhqp65dy/zjpXh4/pA8Gng08F7qmUsR6gTEVq3q0YQv3sMI7e0P0BPQiSX3kfHP/wDUBusVSuXQuXa4+zValXq2vyHN6f13PPmWci/J6fjUKij8t12M11KSSPj+UdW8Gn9ON293jprKos5EFzZZix2r+3zjv/8ATJ/R8/uyfoXR3UNTkZIVFSJGTjjR278b/uH3TcvcZQ1ySpGrBgmQiBIY9XJ5uYer63+aaj7fF/2zh4fQx7zOSeB7+mqhvBzQyH3Uh3sqFY9WF+/txvDuVzTZJhUSxMrJB5l0la9kFqUWrWYrNx/IPn58nJOecj0occWqNycP2qSWdIQLnV1aSSUpLexqdL00kqlnRqVN3XNWCVlj9kNuQNJB11N0rpKuqkqfp4w47dh4TX9o1YKnOufRIYMabp91TNdq1r1NM+1VCJRChrnGB37pWuvp1sMReMEtd2J7kYA1DOHSSR6Up5XHy8bbHKfCv4XUpS7Vqr2ahvoNa8LXhuVVnsGCtTbKOAO6bVf11XStfb0h7/ov4+qnM8r1PqctDekKXdUo6Oqqqc+2esKDHSxJunf9QToON96fG9YJK6Hu4xjqJ5z6i1bOxADlBVVXQF8D+3pCJ1JtcLeJmgJFHDmgckjNstcA8VPI0BemmkFb8mi6LTJZGXrtClcvpgpM0rO9oVKlyFelkAWM2ALIdgL1SylfxB0oklnUgtO2m2QPG8hHDIEjDIm4mu6CWx/0EGFEUt9HkI2vH6QfbehMBsm7SlSgVPstD5hakt6fFBJYq9ANX2K4dIUZT+fWMJuN66MQLBdLla/1FEVZoc52w6LmyP5BCLz2AuO5ApnyQbpDXgdQfen8hA9IBEd6KlH/AI0HXgOA/UfSs6InpVLElaA1tSlJorJSiSWdAaxMkbJ9oTVTjEKRlVxrUaTS5XpipSmBjV0m1GfSks7jik1JJKjVftMRjSXphkjYvwbNF7azcvbFf2mNei+yEptTpigz7xp/kCHD7NjjSc21m5F8oHPSm4Nei8y5vEGIufgDVj1DYocqUj8XqECUlr9ApVcckKk1hkskCje6OpDuDdKGcWQ5ZQ6yquuAdAoR140RksTJm+MF5tSVU7+1+4Zpmm9sa21VyEusO0HCvswrYo5JIvF6Di+N9sWQPrxhSQ+u4LjDXoJWqsqFryOXKxAwULN1j6gI6INgBqxE8S1+gR0knNGzvEd9SqH13AlewDx13FfbZp78qW+6ASuVLKVKyw8pY9qNbfKTe/0uDmHbxvJEa+hW4J2wCvGaClFcsUnhNFMg6ZWUgtSILUm4YotY4lkEbMRaITallj6e4GyTTeuIIIs991KG6SNkTI6YjJ4lkips07Hb5gwTaWX4hakRL2Rkx8jp5dX5BLGiRRIJGGJnbHom5KzADJnilFR42VklpicYq2lqK1i5H5DJUxHRlNXxQzFXlagpKPHNvX7jGTCCLDxVQPP5ITmStfkMkZPMvIblRWbaGCmSFicPFDNyH3LuWIFmiSaCvJCaR966PrBFl7qoVMf4g6pRiJEpuaBJofyFJyTePXDCOdlKsLWyGIafTF1XehWYmtUGwFUI8rreHj2qQitDv9vD5hWdfIlY4HyAi2tZWuWB1YqqjJ11fTyhRGbK11iN8QJ7orXhZBQ6Nrrug9dWy0/mFDmKU3v6xBj+w/2BnPlyhRHbFyqgoIpyoLGROv7HtD0EtesZISb3BmEUu+cZMEiFdVKy7giaPoCyBUt9SqHGTEDVsWjBlEpUrE6YhGM1XzCMS76Ix+P5fuCMzJlfFCoxpW9DMY8kMJn8b3RuxiZI/wABJJW16HQwiCcZosRT5IKzJOyRT5Ywc83uDB/b7Q9GGuu0MGuozGMpWbjg5NXksgBpx+GsCkDTc6kAwqxu0PZA1COQE6KiWa184ZN182lr+fkGXSan2YcRS1+EQWNZdMQgeb2+0IRNyoN+RXDwfSicP4CRTCEPbGYE4R6b+2fL5uOkSgblcjjjxozR6tkDPE6YLA3lHZipyv5jFdX+XCLCllV9fMPQjrtgJmoySHKj0xKVpiMSiKkBoIO0WFhNshKEN9SSEScrl9nAJFLK1vgB4+zMGh3B4uvSGI6dkMHP4oFdQCcdaoriblRmMb+sB6MdfzGrEZUzxTiUpLO6fqGIx8aInNZHC/I3w0yk0BRAySqvExOrCC1S5GgB4k12w3y7h2kCGTlf78YUxzR+IDFSSt9FVWy0As9DwYEoT/GQCqk8Ufogtyl7eOKzRVA+IzbsBOX+IFWsu/p7gPMKVDTe2MMmAKEyPRL9QIvBJLvmx+vhDFWIFWLZaxAcBkxasTfQPEyXT75gasVX2ALEvKpEAoa2wdQqSuaETpCxWIgoVUKxoNS7gKxAvVRSDc5fFCs7feuOSuN1DX1aNecN/wBYDWhK3qoNicN1d6ChwhyoX5FH+hKdMVmT/kGK0JW9AFUkr8AFDx+wWWIKw5LXrFx4Aar6HmCL9lU8lSKyp+hpVBXCGWqkM1uSFSqgYZNeScI70IlVlb6IwOMXklQHrRnMLMrNtejrfA6se57h6MbKy/IV1IjLpM3l3Ib6MzLXoCpYyualD0PgCMxYdVLHESlSFdXlRO/KG7aGo9GOQLio2XnFRlbLQEkT70FF3EzV6xXGNr3BaU4sq717YZjd+4KY1kIngL1Ca7ojV33W8AhSsuazQtrzRVUiJlgD/wBmxJR9ARjDt/ITip7GSPGir2Ao8SmsqlvQyYwyfaELLvjG/oshrwjxISh42vSgLLyQ3bsaQYwjKVJ2vdhH2x/TVdcqrTNFylTyF28Sd+EIbo+Hk1Fc6O6+AW7RVq6apY5DsVYGJUwVoX4X4RE+eGfGPxvaZ9+Xek2KkhSkq3qwqcNfdwhQ5VVVa0W/dOqiFI/d1Uj6J47XlwB1Si//ACi5xq6SyJUDEOfar8A0Sm6QdUpQx6GVrkqKwMTcjfhuwHg14PRQ8oegKLuDfr0psoh11z5O5ev/AJg+6J8k6SIq13+/ifkAmbRhdHQyGWddqSCS+NhwYI+ceYUIq1dHlKnOQhoSiHNhNAKuRfGXc2Ll1QCKMotJJ0RV060cThvjqtGxV2Kha4+AJ07lkkpCqquPVhi8WI2tsjKSJ91r1CYtQc/NaL8fV3NjZwV2B8Q1x9GlMdJqlaV4Vq+1ehHbgHlFmVVaylRAjO1tQkJZG5BWZm1dJEm94gHItsVWUkrkaAIo9VL7UWYY/wAgU/otg1SmpVzrnxgyVaDGpbJmirKmhOq7SdV5uWTR40A2ZTZXc0xrtJRVav5qWQNxrGYeR5QDWxNlJTZVTj9UAK6ZJbKIq1V4ckHUKvspWyqSz4oiZhKdStMgrOBCDA03WxVZSqVcg4v/AFCUD/yPwc3SsEkq5yMzrpEMXdJjeSI7C4XlV0lcv5DRrtIJP0l2quOg6Si3PU4IwvfMDhlhtCciPyOdNpSp+36hA0EpvjPMNx8L1y3/ABK7elKBa45GriJCGLxNuG2NNKnNS+EfQcc8oKRwrqZaRJUXJl9gQbpq8kcXJwVzvpdIOp5BcZR7lapfT0ie4DqElBgdEVxbJduuHvpJ1TsVGJ4rsDJW9kC4teSHok4EgR2ukWmR1q4cIKZUK/dZpI5+6NluOuOpS62mWtF0W1Oudc8CFq4duO31QH6ceAf+ke5KhrjUGt1FFkdPVyQMqYxd3mjtwvDyP5H+Uj6bpjt//wCHV6b0mfy7Hy5/T7/RDTN2VFtbrbp0tisVywMQm1E0MEfcP0P8EVw9F+DmiyUDQLXETJlbYPoujWtzjBC5xrYNUMUpOaGAM07pGFF5pKv2B8X6v1PN6rc2fR8HEuJUkPYsprqaqNhbJJJJDUqKuuYUo/JvHROHF0FKpJNZSSo4YQlGWRafV0lV1V0LVgkRKblj5Qu48Hivha8KBHVKWlHUcauUp9o0b8NvzDrFMlf0o6/ujnIQ+LjC1i3SYWunx90dUeT6BGFR6jolzdH0Xc5cuRq1SQIQhKu4BaPdNVVV5o0v7Vf0o6IwSVxK0BtjaUkwlb4K45sha40SpA7WUdJL8xqjxvyqpw0dKqpBK6g6ddgNhZvcpUJ3yCrpKUl8ISL3NtUkjqv1a42xw/asKiSXEGg3Y3R7FSOqqriCqihP7FNNUvQ1ApL2RCVOofMXhj8KrW3atXVeuaOKXy7Yx4afDBsWe1SVx/yHzDSlNq0o6O6dKnrnPik3PNwxH0P8f/HUvcn3PL9X6rdRL6WpZV+6OqAILSgPFwPEUS9ge7R5mbD5olshXkQAipvougeyzoy6UL5DE1hZX3r2gEpETSVSlSvb+oXcigxJD2ASVWy1vBeiqrvWsAVA3ocT5gGDyGVzSqWX5BgvJAckVROEIzQj6RyUU85xOKB1kvQBB9sVGirKGX2a9UL1kptSb+QwkS1Bp4Jb0BD+KFoyZJolftQQmf0wIeMq10/hEouFcTIAlJ2KtF8c1r7gGu4vK+fvAlU83uAFycUhNE5oXvl1QAekFUs6L3cFUtcIRulFc6Krq0aEcQg7/lRCLxXlf3+gULL7k0Yg6SDVRsRkq7EIPQsipvQiZXxQNZAx6dDAzyyFZnvwAAx1RGvzA0BIYbMEyuQsgfhFkVAyUew2hmRb/cRioIFPNS4glFPfdeYHGIF3IROMbI5vWMqlFMC8qN30a8i85rWy0xYSNqKInlWQsT1OFxAuxsFGq2pEsjaG9USbI45PaHPqMNkTRvlEGyNA9USnA3xNxYmDRJTegjZG1+QbtDa7o5WVTHiSkpLzApI3wBagYEpmyMvKEB7+y5Q+uADOI/8AYL1JSSQAXhvqXoB0xgN4r/oEr6Hpho8NyvEh1BW7hZHFESxyNVpYqqtrKrjVnhJvb4g2ykZo192nan8uMOmArNbMVXksQWN0gaZsqrnQSiz3pKp8wzm0Lh9FKDT4fWGSSEq1EW7eVUmhoRL/AB44Vsdw1R5BvrzAgtlXlY4wUkrNDJr+9d8KPH6RZA9kMJxA5I3vQEoGC0Cy0hsvTEiH9AVFikL4JjI1GSx8aIqwshYmiIqQS/2DfES7K4lEInV74t/LzCMSze4AhktFKcB45eSyx45BiEbyQIyWJIilrxBdFZL3Af0BlOAWjB6a021yMaP0BJY67gVFhr1g1uebZcQHAZsPMcYMW14/u/cSSEok8UBRNlcSb77FUUx0+nogiMLKUK14ze2AFC5aHsAaMeS74LW1xgKvCVnebSGCVxjK6ZBExrIWH2xUoRXUwNGsCW+uvmCtyj40N3CSUoKX/igacRWwBQoHOW1BKkRXWS7Z/oCNCzMJu9JYmQMGj/EYr8l6I9GFrN0CDDMsiSb2xCBeAWxOMRld/wBY2QpCCSojUiLzFmpZ3pCssFf8nvGDWRVAgql/H+wNgmqPRgl/sDYrQGRHxovSLK3oZOnkK4gkpATHX6IGm68AgYys0SgUeMRXse7CG6Q/2QhBVKvxNHhBaO13BUWHoC5GAzMmFJFsps0m75gTA00AlOqqqTiaQIgRX8X5BTBxlvbFdbn+or/xCqurKsgGGmfVdbeusTSiliSlcT5iEv8A0xOAZKfeuJrtxHq3kfK60yZvmIwjayoZH0ETQV1NhGLWbmuDRv1uAFX+QK2WENvU3L8o9EiuJZD0TWtloefzDx86NEz7Ga3JafyEIRSV4/8AsJQN3B697AfxZPyehHkviEyxHoKK66Qw38b8V4Cw5fRk34oEGFD2osjC9rgEDwm/p2xr+x66TBo61RI6iSSv4KuVHm5hDc3z5jMU9a2EB/sMV0/s9GM3iE+ohAnjROKQwb/LpDJs3tX3MzOsUGT8b2KpveL4GlV1cQDqn5KoBVhupYlJ4Jdupl43CKlE5WsASYm+9EUxKFaHy6qAjQFJY2QJUhKzQqOaylSvQ5xm8gW+4IqVLO4/7gYxrXXGiD4FV9n0QKvDIlALqC7A1U1UgMdCy08ni4fyBqsBSZH9O1tcwJfQvULyXEASieXx8oMHKU2vrtAVwnNqa+oY133A1Cfq2hTDxQJUKlj5f5AWEO2EHhRXey4iyolKsscehCy6dcQv71069b5AMdIpct9awRvURsSpd60NdsLXiARsc1xQtkBnCYaOUpVliANZMEOSrEWrkSApycl/EMl0klVZquJogMxJW++0FuJSH6FqsJXEAyxNSg86IGcJKjFIaQOf/KPEKLYk/iKow9gKmHGyV+IhE6osKURq9YGRsSJ1PT8grqb6J1Nd0ZL/AIvaBvJBsrjHWrgGa3ihNWIjEmpgthsibaGSxlVBmtEYhDcgCZosgor3xclGy/CB70BZmgLFMHVEL+WMxJN7fTEDG1IDIzjsrIYYIYYgpyoxG1CFF1Hirb1xBMyiXbFZdcUeSN4oYEIOyUT2QkUYjEeKcFBj0uiZTC1M3JCqBe4JEir3O0BIVk7/ACQ6N4GHqv8AyMiXHxj1S8EYDm5Q/uJp9W5y6NlSm9kVtS7WDaiFl1RoaLxP1EuFumSdXJEapVJCBsbhw8HOEN0S3/tNWuWrj9XD7toaf/T/AHRKv2r1qklXQdFg4Sr6JMF+A6LdM2msPutch62Pw7v0HgzjjKkejGWcdmtUWq6oGmTumE89fOt60bykOa/gvw2x1Gg37WlFUFdinQPllrFhHrHOljpKv0JW9pQ0b3k4Bv8Acb/dESSx/cI8/Hn1+SvDNwVHSIIJKqk7ED+rcDJJ1ZJysepfGnqUm6SpQiSqWJkVifMOmS8qurl18TH0YiGEtfY8ZUbaxUSlTdOr5OoFInSVVIOfUPTSqT9dgr3D1uDhG4MaQaunUrErkLxgjhKLH1IGfIbAf7K45wc1bKupmuAHLMJtQBNldgP9i5ALsyeKFyrpJgqdqr+d4a7TKSspNVJXTxt0bbdCRqkls8BLJJfZZHXHLXyQ9eQKWqNeoYyqX9rpnrjYXrGUlsrTOWuKGSexajqVUrhvSNIMFWFrlhp8ijE0ONvZplKnSV3o9fS6Wu6Nee0Xspguqll5ZCDb5KSrU6o1h2orRbqbjyD6O3WAjNUTfHkz45/qd8BzqmVSXZUCwPsqvBJ0QmGsSOCBr27GEY4Rotw/9F3hGutYEpTYByIH6OG9EfqTcJcdc5TzD7UdJIHIfejXtsb/AEfQ1F0WlsVgkQhOKThEef1vNFYwdIrxcEF4PgW4/wD/AKf1Aq0NKpl0fZVTi7o4H4Zv6N7t7g1Tq0W1O9ZcYhY38F8frmoy5LLFTq5hrSiR0n7UhycSrgHDx/yPNxvoZ2Pg45LZ+CdI3PUpRasp+1OhU4xQuUaqpWuRX1vD9oPCD/TR4ObrUl9lUCgRepHHKmWGHDzXx81Xdf0DMHTWbc4qch6+ThvXh6fB/wD9BBOuZNHLP+NyVo/O4jdV0rKS/PCOl3D+AS7e7J+1YMKLPbXsY20WHz/IfR9zn9AF1v28gq/fkIhNrnPVvx6tsfatxHg7YXEMCJbFIddApCTSFvZML18N6j+Zz1xdjcfocJdZyj+n7+lCgfBe1QpmlEiL0pgPWOXJwbUIXh3VamEqLVlNUsgMnbZ+6apyu+Ned0a6SVskh8xz8+U8pdz1ePjoBpNyq/dbKVyNAL3jtgwVmq5AjTiytFpTVRpNIJuqeVztQTU8tlorqp9htSV2TVJ/9w0L3VeG1sKfVpRgRKbXX+Q5c3uZdKuiJSuDrHVKBoFVq1J2BpSclSLdMUDppqpdsAPFnSquxUla9cNaUcWuwGuWcX0PQqrBXZSuWcFQohNuXYMuWub2Klsp1lh2sqkwSPpheZ8r2CdoQZFdP1ZquYJ7Q7ON49zl5IORCDdWlLXQ7N4B0k5SlSsioGL59vSWIQahdBSKTBI6qqpBa8l0ifHuKLonspKbNHy74cfColQzVdLZWPkVesdWuzu0atWrp0/dEQQIWOUaG1wj88vDNduldHdG62K6OdqQ2LjX60PoPY/jfRZvKaPP9Z6h1QhuouqdU8/O6VtMfE6oYAqg59svvC85hkpteKPpowxWMTxcchlBa1svzGYrWoDTc8lliSLrlcv1eQMh106GJDCJbLvnq5QGKt6BBeZb+Ixn+wuEe+MlcJZpUDQVSlSsfHHjGCNDt0hggeVvoLTV8b+37hMkr3wa3c+K15xNoQboqeh5xamoF6bjI18ozFey4gV7Hi9B8FkhUZSalZAMiqv6xZBZVX9GCAUZhFdUQNa5rQ1wiBTiMTb73A6YuJKJBWnAZNa6+u8PS5WdDXkaqJFmilxaiyKm9DESTa/H0QPiImInSc3O90IniI2tZtKzoSvG1le08PULwkLias4KBwzdN1UrWUFyhRZi/IhCF4TNEQNtDJSgUAjWiMCUYXxi9EGzHobYsv8AoCFWAkUwY0g0iutUWk1/IDE/yi0pshIFCMkobXaGauQMVPigPQhyoZ/oZUShDWqMJkVSGMPKjNT2Aq7C2NWB7Ug3mi1FVeUP0NdwaIxLNqDdaENKS/UF5OxssjcGZ7JMPUDyuPuVekNcYx8aHjY/yHFyIrCOxulFKVnQWkpvoVoWSp/b3QXP7/7iQ+8qZYqfU3yFRy+gIEVHlluS+LzwCD6YMoRVVKVl1/JgCp2SyDg0Jqs1Lj+jg3AC5J3xWAj2a85Rm70NcdN852xuTmUErhv4oWQje0a4k2lWomVEHGZTRmCOvzFGb9EE0hamSVxBakjZTRknf9LdAHbIy9dwSPESSSsvaGYF74wjm/ANFMZIWb/v8gTBvrV/MQl+n6hgq5HiwtegJwLKzSomQsr8QtKbIyD928EQX2IWSW+44knEeNAeNHkg8hYoiaGvXwjxYZtITKpZEstYi6Cfjah+gB+IFvsLnKSvJd4gGhCym6/uGkUVZunuChRv8Ue6N4Gpx2BwN7HuFt6AxLtdb4sgmBS8DFJE8ib6FYGJltf1DGxu2L26O9cfiABa8BRIq4mgLoTc6kKip+xk8Ikmn7AOfgWjMYq6/mIqF3pX0yiSpd9/OqKjFm77r1AASWQKqmBTt0tfUDFc7r7hRBLlc58uAYropgiMqJJKpdgXmjkSvzFkUEt6SAsWvoSroBS8R/SNleIylQreIZaqWXo4vuDWIqNaPKSzvwik2uNeDFy2m17KoF6yW9BhtxRWiqraDJVRiClkKqsBhrcohMz49YC5OPp9n5geCQJj/l7ozEoybNTVdM+IMVLXjiZyWRBg6Ov1AckOjKkMjL7o8aKU3QGDzfwcAweMqoCEgYowpHkhNZTeuv1geMJWayye4JkY8oeaMGNZZ0ehtiBISqmu6MJliTSV3riC6Kntl8oDv77fqAgprKyy/XeBsXYUSItTJa2QpKebXsuwLCH5IC/oe7LyxEDTUuwIRPN7YgcqqWdV0hhrs+vIFsumQVmU5JIWGNyusOfnETG9AesqPlrruVlmzROEJX+QRr77NGCFy7X6jP5AsxAu+4/ZOLSn8UIVvTHoGV33W+ABvEkqWyGIGspU0ZJD+YwaV2z5AKlqgxWz26oJngMRzSllU948kRKUNfkOOPYyYokUu+5GiInU1rCV/wAX7QZoLmRjZV5owfxQxE0qvr1X/PzCV7euJ5hn3NeaoybleoRiSbmh6BUle4fyCyJd9zfECtg+USMf5iB4eKxOyLP+rHEIm/0GbcVYUlVFUT5Ha8l4UKmywWpAUGJanm4h+J8wt/Yez0BKQ7ZCCqBdeYFm2xQZDfdeoHpCuR9kDKRS3rs1xScqoJOaVZYlmTXyihYnjfQCjQeQIaGu55wOcnsA1YyW9aAEOXxuvOMHLYEuBzlVxLX2QxKSbnfyFB0UsfyDPehxcuhvvp+QAKFlBoogl0/S4QIqlkBcMYjKvAHL8VX12hCCm9C+8r7QpVLKtcj6gFoy8o8rDXmAi6U3vgs5rLpgZyb08AQwlct/FZF8AKJTd6yw5VLN6FTK6QWrlteOGsMOndCxYuX6P5AFb2ye4N1pXJY/a/IAKF9MKWSx8i9aCWvCBTF3oHqlm9wUqFspUoK6D8gCKQhFD0AScgipZdsDFlEwZWPJCEYyku2CTE15xVL3qaBN4msoqJdsSq84jeVSV44ipZZ0Cu1D/Izr0hiEZqtr3RhNS118wxfiA1IyaoybaGYxyJXHEKtqMFiMkwvqL04Zc0ROeaPFU/V1jBTDebM0uxEkRGMdwWRhuREb0oZMzRWS1HolFl6IvKlkAM0cqBCx3qUcYrRF5kssVQgAC/8A6RgZXuCwpkhA5hCBMgN0gTkWEEzn7gjV5xmryoShiyEbwuQhkdv6CosbKyEySlQGjH2x/T9d3RdDfYjpJUiZDtYt1y7e5e89/CPpSmXbV1Q2z2rXP5J6uUPgjwHOJVFrusc52qsMTcvGje9W2Pva4pZK6PwfNZVTcOU3NDbHl+phhI6uLa2aqyctVUiJOkhu1yiqUr7rlk9oalCimqr87VWuTbMU43i5RgrKlNdDSHK3rqLquyLWL1VVU6rpXErYxDDZmLxJ0kdJLQPW4RXS1ANUqLX2Ull6W1hCS4+U1VOlNtD365eaG0OfNZ6OiPHoxSjt1RdMnlJZZa3ODaGeP0n+z5tQ59Da6wWWj2qtPNXSqVcmGv5RfSVEbFdWSWJ8OEDl5l2obj477M2mjbsJtkqrkaQqe02kq6IrNJlYo1pGj9gV+njkCqk1FXTqU1r4nSCLr7DThijprmk2r9rsXEC58dVJIiU3uEGu0ZF/iZYrugeqqqoZfSBrD+hFvSN2JSzBWi7JKuv2RrS6yrqurkdAFUWsq1anlJZYwgolZzUsev6wmrehqniB0tTLVgkRqkkevphVSlI7PYE+645OiPXYpTX6Dprr1gmiVXSqqnEqQFJ4RhYkIylLEBuTu5VoZ0dgq6IhXPknwDqVFXUTbWbXIfTHxv4e7lLvGtMnpmgXS52vESv4vmGu+C3wv+FCi35LnKUSXXJhlGVLh8483khDmTaZ60IYKmz9CkaZSStRsJLpGsofPtzV3j9JqT7USOTtbQ3dpTyVMpElYnuMOOL9qOgyhGZvMD/aitkHCdAJSs0E9zC7VKpa64BuqbhKCXMK+n9PHl3M5+fklDUBNGgEpVkkFylCzVZQ3JEoGlJJKivJ6Xap6Iw9TLaEZ6ObMG15Ua1STZrnRtNN/elNijVaVSV/tWo871GMZYI7eCUpK2cguvUVpR+dqklkcUDUJQSs21SqDpzS4VJJ0d06xznGXdCpNc0lUHLK4vR28eAnY0I15LIC27G6T7La7AotKe6PilJu63gRT10atFpbFa5849cncsrNJTNPY658chTi3H9E535Fdxtzbpr/AOepmvPPxtGAeUi5V/6xstIwSlZrEGkUg/VfutgNcisLe39k03EKo1urSip+IQNXy6SSWxUsghB5iVJgwlJZekEdJ0jli/HHNE5yxFdLv9iemOSeEi7NKi2B3TpUhCEx8ob1T1JNUmC79+qRAiHGH58f1KeHH7Zfr3OUM6OdrXiQ1XBW27+sB6novRPlmsux5/qPUYo0/wANfhpf3WvzsGDo+wiYuJpfkOJLL2oi6cKq51UDHUH2HDxQ44dJ4fLyOb2EKqJJJCEF0uVxwOZTviEVRRondDAp7IWpLheVSaLiGsgKDnehpM30STcJb7xQBBQZIcLQZvQx2RZEm6BRLZU1KyABHE3OiRnPJBaGTySsMTWSS3oFIvuSyAkgoqkrZC5NdVKuBQy6h7FzkKq5HrGSOfG98KU3IlBe17ok0FWOIKpSps3EwiwjiytQoSdWQuRX8aEoehuVffcgWk8UFc9JLfReV7a8dM+QMkxW8RjAvjRZA9r0PWBElt9Eyxy7LHDJGLlDJCKWvmEYHGIHyMjiCj6gNqJkyc3Ohe6bZYYpmsrXHxxlcnoafUF+II9S7GmP2vKhC6Q5Ibu/ab7ljWXrb5jo42TaxEdWA9WgLVUxTeiHFJQhuQHoQ3ID0IbkBMkFRjYmIlERMRjG+DuQV3LUdoWJKiohxMpLUOoiz7hGcGYxyBiKnJDEC2tqDQqjWyZiCJo71rziZYDBFPFA2YOYLWuaG6UHDI4nrGislbUbzRJksTsBGvIro2yjtsO0FPFDXqPVSm+bGOHaJ9eMOWa72Ug7GaSkq1BKZ+50NwA34C9NSb6GlzDmOj/kXnW8VljxrUVkm+nj4vuGb8oINVbKouLKy9PyCgys0TVV114QGc1qKQJvuVuYK718IUOIa1g2WJNSOrl9OteAbjQHRBCS7iuKcpWUK1Uxccm+zcTIE4KCiMyCbay7YwclqCkbXsDMpNX8Pk+oWIM+xBMg8ZD2/cLCSuwMnJNtZtT1jViFSQIoj7AiU0oEqF/05+oUrQyNfIFbGX2iuBptcZTmzeh0xIqPivnHyjMTDJi247PV5WuAYMra8QeOlNEDn3riBksg7LEjK4nl6rwtrSs0kQDmEzLDNGSPRMrncSv9BVE0quMxN3D5YipHIsv3GMl4bMljvoiVQQLyvoCcD71ibgQa8Q0sJtl6eN8gSinKzQFb5qbpgttHlQrHL5QqiT+XMLIKiMFAuLN0lcIzRAx/YEjHSFcY5HHDpCNUypQ034ynqio/ti4xN9le18hSoYC9jmW0Zqp+gLoFS5UUltdfeLyEm64Al7Cl0laqXfr+4Ll0P01AzjtiqKCUr4Q9gcVia25Z77kBQ7QmzBtLhuraJfuFDtCUr8fyve+IfLLsT2a9GHoCEsGPIAdEiU2yB7jWTSJ7eWCSoCv/ABAgsbK1V724FNZCtrziMT9/j9QsOlruDxITbVLsCdYsoirO67ghVsgUQqvoD1WUra8XL6xQNZMEMbfRSaHKgmJJszoCkhbUToz2DlNyuRkiMZWu2L7/AIoVQL40UJT7kqvJKiZTiMUxgqgwWWoxFiZsi1J0gOn6AySyV442IQk5hXf5URNHfR4pvTGxkY+wb3K9oeIsMwJN32ptDxdNLuV8A9dPGJ8q3srKVLE6fs/UW3vb6PDhGTGy9CpeqCBj5e91BvkL8TJ4pJVNP3jEITbXuVB5OPY9H5jJy2VlkV/LzhewUnLsZJFLtjy22IRIkl3+ObBgGSm1/MFryMvpk7XhHoQyJqXpcAjAvJVx6OtcMD8jJ+S6uq8MeNyBIigiSM2v5QOoHJ4Jw1xsBh40e3l1+H9hXCIuicCg10ninSlH4h9dsYv716OvlEIQ5USibsAP6Cu1mSw5VXv7YgSNrZVxlLO2v8h6OazXc5+sYC6iJocr8QrObvi03zHja1AKyN8dAisEtTXv26hSqdXH1gDo64ooUMkNeI7TSATIKzc1X7sBQojr8gwMRJUCnKqr0KmmNds3wjoCUj4oDQLan/1DE8LLidHdA5ieKBG/YCeKXfygO4h4r5g45PgFBofLGCjxlfcWqp2R5oHPa98MlY68YUHJZEshjIWykux6/UBIpSunj5QZrp9/sgRwlK/iEOi1egJY0oUrafHBKpd9FKpEhvJnmuoCWLrxQuVT/wBD+UNlUvT1vgJ0la+bF3QGuoeDyWxUoSUAooqzQ3ULyWQAjwmq93yBFGmx9CxQlqB1i/zDE6fihQujN3oMyl4ixWErOcb0hA0NeKDVCTenUAysQrDeQHE3CBjw9Pp4f2BaxN91MKIk8UJr/kUiCwjyolH+IyXOyhmMQPj2G79jEmUIG/EMpGtbUZMSytUgTURqQE1ND8I9ZDJzjGQOcgmQolG1EkoAMORUbxqo8bXFGYwss1XEq+QNqgN4kE+4CykA8CK6lGZsoKursN+y0xPnWrFwAQ5ReZ1vQpifkvQBwFzohEo9CO+jJ4Cu/kRGoN0WiJxGJxmPigKC3ki0xhZAysqy7YhCE0WJxGsMUdi8BDpVVV0w45JuVgvQ28A+5fBU/wBgXLrpbKrkISBy9GBoYYeSN68PgPwKv3SV1CDVJLPpRS9W0Ps64PZ6VRrKOTFjN4DXuAcPqUn3K8eno6tR7VLZSE2pj3j1tvb3Bulyrxqk62KkkTL8gT3J0Yk/YSsQ6+CqTT8wPeXLP7l3U1XEnkxDjyOeeTo7uKGO2bH4QH//AIbYqWWckMn5DVLiqMlK7KdJVD9P6iT5wqqkRJXHOTHJ9ARRFMq7KJNSxBx3gzt3JDmkTpSpqWJUxw7ohVrTLAiuJX0/mFqhGqqQ9RThq1stOvXqAtZE4PHuNKRaJJWSQWUPc7sp/NDV+RV01+65YxRSirC1VCT5fajXkpDiylbY3YUSkrXSVqeoKaRoNLfamWK3d0EqvKVqVD6wCCmbr3Uo6soR4uSfIWnxxhs2FMiTVrnQhugpjYCs2VXIOfoeFJ+lTJGqtSocbf8Aa32y6JZEOQHk5PbEhxZDt+dg/otB0kl3fJfvj1zqDV1UtalfEPuVR5pFJVrK0yZP7DLei1dlEVSrkAfqFOFBhxOE7NpZMKLSdHot/RZHrVfErHLfq3xx+6m4hrQN0a6tF0WQ5EFYHSxcmEcMYQ4B9GUSySdMEM3XJerGq4RrXhHoz/4uJicXmCz5MOMKWXIcruapVWnq7V+1ISponLhGzoN3Vy9RVJKuh9RpVIUNSjCo/a4h62jwDfrm7pUqUYEav6lerVq/Pzjz4ckJndLiaVo2miKfSVzSVQbpRtMpKpEtRprGgWqTXZSSosawVSzQf3HAn7amdSb0klKzo9FzuDTmj9JJK1zgJbUpNsg/J6k516bYa4XtTqgNgS1O6V7opcKqzSSu+JIObUjUcLeUrZ1KGKJxc/ejjWLqaY2KlZZY2ulV2rBqdVXLqDRm7FWlHWylcxxOMDLjHhJdxDQVzrqlH/2o/wAgh6xC68I3WZKSlaBAdBBJJKyxBrt0zpVq1+6pY4RQxHyy7gF0dKq/2DDLOeqJXP0S1otrNdZ/SOcD0GirK2U/SqHE6TpBVWySyB1x41KiM50V0tSCU0/EGm07TaTVJRXiDZVUElUpqo4d4aPCBQ1xtFunTpUhKl+pjbo9Lg4s9ROHl5DhH9TnhcfsKLdUWlSh0CL3yGIU17Be5h8Hv6RVdOjulVa5z38etlc43LwueEN1dvTy7qbYVo1Ooc4NEfW+i9P7MNniep5M56LzKzRSZW1FRiiI76VHK+plxlhEqnKimMb4yUZBXcvSODEj71oAGEdwEJ53fAwPIYT8QymabZAUqiuvCCkChByaaKsoTPmhIppqoicwVMVuiqK9rKGYLAcegoC45AU8QyLi1/UJxXtQAmcWkWCOBaM/sMKoLyq/x+gXGWlC0qk3OieIIPYyTW/iL0jpWec94URW4cgFIrykuhrfGcdBbHaS3oAmK1kEpV/G5eTV+gIRc2sro45uMEobIYTu+TXcE04ytdwBJuJu9dEWwjnFUgMhP0HwNr+QsTN2/RAE/exeVX+IIU6Iui2R7X5jX37ft7g2U50pWaIAXLbse8MmGUVJmlUg2lBYcbS/b5dl9AieI9wWhPwRfSAl2xMu2MRLwjwrcQGImGRGO2JDXE2J4kRYUUw2xdV5wcjVZejt67YtKbc184pgSymiaUcjXaBTBWJbAuXr+4yQZjDdE4FCOQp5tnYjc6LWyBpycVeSGwUU6yAc9gcPyN5o5bX5fmHqEUhqNHOcj0q42Fqpa9wc/N2KQeTHiBlRdA0rfdfIA2599FxTjkstkExNN33gqiRUsv2hUkrK+DziSqnJa84m8ylqUa8lJ9dwDGhfVE1TgaJ996w8BGeVN7Gu4AFodwnxAxSKXJcABXLl+UdcHiTasHOfffrtimelN7YrcxyJXfAhFZqooDqxHCRpVT4OsRnpd8CwdZApKuAhFDyNymSEqtknr7gubrgkq3K5AzNgeMskkIKfrqiJz+K9EeT8blgFIv8AEyQ6WJliRvY1wiEISu/rgEiSteEJkB9LoklHlcjpmyhBUs3oCUeVV7NTqEas3fQyYjSq33IRJrVGIxm64RNwbI7Oh8wMSKvJdgKUiSPG1lJDMDKxEIGldsZjEa7HZ4hu3X4wmQ3ihhOORl1xdFMY1asmlH+Pr/IFJGmpAEhPY1iPGhKiFasyYaVYTme37PWAIqb6rxgQmslncQH4h+RdCNrpiKkJv+3MIwPa2WmMX/Gg/sVHjFA8Y/8AZ7/ILTFmzBBYoweqJOMRGvAer+mMnMrvtQTodszW5L6i4peV1vihP5C1M9rmsgDE10CLF5Ln4Qneo77iB6qVLH6fshO8KKKo9gGtLFVSVU4nnApIb78AZPoZYXRLkSsSoYUbJUE37LX3C1HNZrEwZYFRXFpVpXQ7YVllj4L17VUiSVQUpl5LE/IQrTRaTO2VcagJ1ouiWb+j5iJ1Es0MRP6A9f8AgCWF/RQeGvOBzGV/GCVBQsWUlrtAAWiEI3t6EYm4RMeLFJJUHsb5bKzFyPi+QidLfRfAyXJCmPoBo9gumZsuEYhC+JRJvonGKSqU0H4iNnoHmpfqiPQLZfuM3lZQydSUkTTBs0JRrZ9fmP2B6Gam8cVHV8UfE6vfAZIfxVn2h6qWJ8u2sqJxhyqoxe7/AOLmgJHgkK4WudSDf8hK2ZVP3Oh9eYZLHXcHinla3xZC1S6H1Cv7DuytT/FX9wzA0rsCRU5udV921eGSn14sATb/ACPEtR68rmhhWakPJx1MAjQ6+/gjfm2WhruiczrHjmlWXX1DJPFe18gTT127Hiw8UPQS9vSHr6o8nED5BUNaJFS7/wCQxFTLsuxUKMRNK30ZIZXW8EofRH6QGCn13CjJiJf9YzE/6w9UhUsWZiWV6ejwCk8MvLF0C+N1vCCsJu+4gSLx0zT6lSKjHS7grMX2Mn5C2MLLWI8rNSslano3/wBgzNDo+QNVm9Cpi+XXdFR0vbvi5RP5ea+MKGtehrwBayKaVghyygJVlb7l+cGKGV1LDG5gOclqABPWwU/+IUqE30FKQtZopUJruDDqYGsmlK7AHVJkAo0JXb/MQWjNGKwxoVmRlWvdA6yavphmtBIDRgkExB2FMn2xBaALOXev2FMY61Riv40BqJgVZKbrh84PPDkhQeG9fAMNf4io6WWA1EFUu36g3UJl2QEPDuAWKKlEu/8Ah6hUmgDVYJZpKZX18goVIFe0Wihes3w98BuYJSvPohvGbN6AEWQVm9AKV/YjXLvuQSpxQOYM3SWXxOiYCKpqjNZBg8QWKE3fRVe+EEQKqKTFE6KqiFbmGIH13RiG0MR+AZDEoxSHqvUIGUGa0RrEPEKJVuoQ6+8MFiFHJ1pVf/YYjt+YVGJK6YybX5goHyL1DJCo8R6tASgmMukJXCA9GAlE0r+I8fbGzBRXejwHFZockJnVlCET/p3AX2MkYhC+JwKqKoQtc6LIG3rUoH6HRaRRIXox5UDkN6fyBjUs0J3DE6H4H2L9/dvRaTCvXmwyC5PPEfoRQbL7BouVSmJixNXPg24j4+/prLRdF0p9sv1cdrk1tLyfUdp8IPhEp66h0Rrc4wXqZNbBU5vIPL9VKUnR18EcVkzp1ynhE2BdbsWi1Trn01dC9wDrV1l1j901QyD7XWPnrwZIKsGGyn7Amza0K5tcA7TcvRH28rsp0riE8w82XFj1M7HyZaSHlHQYOmqDrfz6HFGwMaHS6AWRofYqpJSVhxgwaO5WvrEJziUhH9hareVa8QJH6CqT9B0liY8PNfG3OmqSrWal2whpCKSrDp4QmQxs9HmlNUFVdMojSMLWVoHCuhV9lUX2BB5SiqVSaI8jV7LRT8Cq6NukwarupRz4kT4gDaM0qUoYj9WuTFj6hbdXdIkkwlKpZeJ5xrCd12xWBGCSVh8ojogujRCa3UjUqfYKpUpspq1yMnFGy3LPlUkiOnSWRocwrg+mtXVlX2zVqo1qiLuHSSp6GVovTy6vmHLzqzq4F4gdZo2k2rpWakkcgcxdusRVLIwDS6AXtSZZK+X0RtSiiqTA8rHHFOWPY6Yf8jolyV0Er7q6S7w2uLBq/rzUq6ZxzK5alEnSUpVXHyB0Gg3arWyVyAvHy5KmLycX5Lua1TtxbV+rsVJKzrAhh4K2jV0g65MbmdlNtUgYzScqZ0TcIynUQT5cVpmuqUK1SUlJZApdMEmo3E7KUEtMt5qQo+N8UW5CcfLm/wBGunRsgAkoqkrZAy+rmhExJQ4eSm8zugq0w6i4qyjqq5Yiquk1VmqgFB0q17AS3S02q/8AuFF584eUk4WhMHZY7pD7ZpkjVJWw0xsqrRJJIkrIIENytAK0WlNdY5z4xz9eENaXfJJJZ0VcuhMVrKaSBnDxJJWVNCoiLp+6mq5BMgCJOlaZfkSa4+1XqaPPEOKUVVYJEa6Yn1DzX4oX0mpKskgvjBJLOi05JSR3So1Sm6dSSSOqqqOriWRz8jxiKrvLq0qLYHVmkIQhY6W7eH5o/wBSvhiVuopR1QzV1XakPjfOA7T/AFReHpVg1dUDQypyLnLEhzYMW/CMMA+E6TdKunR3SuOc9+t1j6v+L9Iv/wCjPD9TyfXcBXPais2aHjxlDA+gWzziEYzRk22Jpw9MZBFoqjHdiM1ZQypBLEEa1qCjMsKLYRshUTxqozMSDALb8BNFbxRwN8YzWVC0YbFWSHjLJAMiolN5IajSdUQVVshXD4xYclqK4Rva4AfijLqJQPwqjMFRQYw9E/KgUM2EwU5VUSguAq/P6xKZkCbQRiVRJIWFUC+ZETgorreAoNjUjnXACDra1gpgqlrfE4L9sag2h2mul0AQVdXECdI/JAhNfItRJwDehpXiLCKeN7Pk3Augbxo9Py8sBQFbXcdpmm+iPRMAG7nXcBhTJeyDRoSqxe8b+N7QQvWtqNlWIFTxDxQZM1ZGuOErUUQheDJdsr+kAmQtRZNAKYk4BmBBfEvCKzEGszjoiSAsLARqc3qFpCdwHECMwKLSxtbIYKXU4tIVKbxCDXizUWpGshmrvoiQwmY8q1GNRIsd9DBktakC8gJQPyozEZtLB5vWmNjo/Q/2GoNVJSpJQ2WjVchIR5EHjNrSh4o4JT2wtbKzUu9p+8MinHM0XVMJIIR0M2MV+YRiW1E8hr/xKlQMc4IXglN85fUBzRSSDLpF2URNNS7GSFzmMqy1MGBwKvK32oK8byM15FShhRe32VUBChJuaFKsJVkLi5FVaA9MSmiSh960+yK4m3oYxeVbkhfBVJUCEOCE4jCtZdg6BUpvQ12hA0O+IJGtegCKmv1vBBacexGPsesRtUvw/mL4k3rQGIQ1wR8oHyDsrLC1lAmol3xSZO1zuR0RcnGba/hBDX2VKWuaxBQpBVJUHyhQ4LK9H5gZ3pDKu4AdO119YxxEkvyFxz2s0VmPaggkSLa50Xw0xQkC79+p5Bhr1RKKVkRIRvJY80ExIlvtf0hSsn6YSrD8Qc2vAMljySQysX2NcIqhC8G+IEi6p3BM8JXTFSagsPAEy3swRSyFZziwpeS74rOT08jzcAN7ARIpyonH9AjCG6MEjyuWA6loctMVL3Cwkci1A5o+nk82t4SSNNAZiSsJvQC50Xm0AwOfLtdAL1ob70cgGIgieI77KPX+QXFLaypR6gaPIqzQrcHVmg/+xksjCZbKy+EYidVVXNfLAInhNsvQqC6oriYfZheC2PSiRUUsiC1M3JCqDb08oWFJ8hqS8gZYYu+jxj71liRiWVr+d4QIS10Oj0Qm+wyIRhlzdMQgmr/kILFf8vsiOZBGiDwjvUrEPrtjx4ewLi+K/MYTT5Xt+UYE0DwgrNstYCu014ASpDekviFZy2QeDJEEjpZ3HE0ypdwQObehmtKSOHGrRbOiIKJ+N9wqK4GJ4WicnE+wb6UqalXJo+YWnilrpCEY8r/ISiVXksQeufMNUWRm9AQq71f+gyaKvc19QyWPcCWM6PIk8Vw6+USIZXE4mV5RiP8A19AeKey+Ia8Qvp2iRYen6hXUVm+cEpZoVmmpDKZmt3IwWFlK6xgs0SUm52VoCBY8rrzgq4rIVvfSSj4pUeV1/MZjoCN/LtQL8hdJGS6E1LI6h4pu50MGKMRNlj19Kboe8FMOWOjO5ZfmPGN4oeiXfdDiVhk5tebgGXyF/sicspLvV/MJVJqXbETE/kM3lfwfUH5dgJpsiMENKSPrtiUTWv4N0eq8riY2KA1iZfRiEMiy0RCMNerc8otThlqzewIniAV7fIpNBUQTLl8fjid/ev284iZPua+8b9GTsEWT15+EUrl33j9LAC1Sq77/ACAaifjdGuTcDYGvIHiW14gpPAFmT5XI4gqOT9HAUI40GMfIGv8Ajyi7YGNrwgw8AMqnru84A4GeGX/qBly+NBx01QKoX2+P8gGsYjp49xcrGUrxBUY6udBypcgDrE5LECdQ3y2gI2dFCqOcVBR/G1D+8Dqklb0CMmBHTAyheSx+8GEYKq63wEskqlnQg9AbtJIDKfMFLpZAqURteOB1LRW8QUpVfb8oiq130MEogdaytcvGBNexK5Q9vLARk5v4ODnDikUZtQK1uSS/jDgCNfRSPcDXbpb0BVoSgc6sgArCbnfQIAlofYOqUVVOcGmQSzugKFi+gEbY2VFBjDBT+KrjJoX1REsAxrJb1KEVI2XEGDQ8aLIFmgUOVpFHoGFkS8IrMXWqN/QrR4pZotgVVIYSJr+QzE4H9hswRT0xE/KjMIyhUopkDWErV1OIqTvcJKig5JuvmAbCiUDb1pj17xtcZgXlf4i9FsMmO+5e3bKulZSQ+hfAP/TNT13lSmX6Uii6+Xumjtw3NocXuZZbKfoduGvuH6WeB6L+5e4hlRcrHlQOepo4PoPM9fzThDoZ0en4VdnC7pPA81uNp5qwYYk89WuU3vHXbkLmvsui5SqUyuSrX3TXo7oYvrlnV1t0ez5uI19422irn3++pVyIExBww5cl1Ms4P4mlL0LSjWlCKsMwfO19sdNZrumFFkVa5BD4+MEr4rqUfYqWOQOaJZulaBXSlTNLyheSSlEPHkmND3cKpUWdLLPlF/MHXDXStaZSPsprj1qo5q8OkrXSVSqVMrcwdQ3i4l5RbBqRJrlnyxz8lJdjqipHUUk0lUpWu0NXepSnR0t4D1rFVWpKCmn2KqSpFZtSufG845NXR01qyVBJ7FVPxALS7bZTqbxBNq6VYKylVezXBTgs21SE5peTQk/Bzy6dR+rZNWtcnG4sRp6lLJY7VVrj1I+fhG+XWr0pKP8AZaWPkDlMGb9V1NdZfZHRxPpsnyQ8s2+4u6BrjsFVcfinvbXlGyOUaG/ukmpJhMo1WA5CvQj9q/I/aq4+Abgybv0kpTpXP5HRiOP1XG32O307UTc4XTUClISSVx9PaG60c7aumtlpj57oS466P7UXVVrna1om9eAdwuQbWSCSvMOfkiowtdysOpjCVsB0RXIr8ThHSbk1JqRFXQ1Z1Q1qRVLHImcPGVIpNf8AQcBRo35k5SSslQYWkEt6Gr0c/SfpSpoa0KnNrpcQ47+KT1RwcnEu7NhNapBTSLbekgygZQQLa5wdHLXLHE5uN4Ss0k1GqpK68IFeEG6PWkwKlmnih5s/TtHox589mtt0kla83ETq8UC0JRTDZ53UquHj0qUqVKASRkmrWyDRjCOmPKWSC6QcpSs7UINEfuVaZf7Aa8fHFNNvH791sBgrXr8QbZc/QKVzjDZSuOufLP5BOXIpPEeCjCIO3YNbnGtkkQh9ML3FIbKVtQTS6+z7UIXa6TVI7qbUITjCvEm31dhJVGP7M0kuqrXSm4g4B4W7p5To9F0D96dY+a2i7m4HnhC8Ij9+1XYUD2a5TYQH4NPBslcvRZ7rbo3Vdd7j2ujfw7o6vj2OZwvbPzs/qEYUzRdMn+2a891fxNy9wescNUj40fVH9bd2Vy9KXW7AoGouugSM1UhoRw4IXowhwcI+Vjnmj7X0CfsLR4PP08jKDR+YiXbEzG5IQtB3rpOXyeLtjFTmGSQHoGDsQ8WIgaIsLajB9oMkGiMY3hKrEQNtj0DAIBaMl/yiMNoRvfrAowVA3sCZSa7oGTMCUlwwPkEQlK5oDxLlq+z8wQUooNHehgIoiYRgcSiXsdIVGMA2Ol9kjQEYKCIwbaCaNZOO0LUogcu0LYQSBbNZff8AGi0ikoDewJ34BHoYPLGaJlU5XHAMFJQug5C0MNIn8bXEirSgGRTIEoxy/hASGrQwTUsuICknEqyy/cFqMUlfTBJDq8qFE8jSMd6ATgoububLO1xk5bIYd9QoeJJb0Fp09eoOFE5Sp1dDogExRRMleQpvWt4YOXevRFy+dzQq+sQ712HMENvv4Rm9+gST3PwCJBkHpLIkGYqiB1BOB0vZGS2TbRIhhOCiQrSjZCwuaB79wNFpOVBKS9qKU0xbCF8NQr6Rw1VmqkV0xsdFr5HEGqNVpVQbBRTj/wDyq4hOxoG6MVvFYgalMr7OuEIaOPkewHJDckOVlAkpvYvCMYTRCClrNE4n7AmURWrH9AqUL/oL4GHjGGqVhYKYsqp2MgAKkS7/AGQxNAUrpzVZXfKKw6SUhKsnKVAiyc1WbNDtaHf94WqIi39mXcXrQtRjXJyr4MOiqKDEDXkbIgkUXIxSEPFafGEr9lfC/kYPKTNyqmOLImVV7HrAqCmRK9MXpKjNSMqkX1stJXHEK0rXCPROInLvqQ0P2ZuJeUiSvHEyJ9+X7gPvURcQ8pLXGGxEvImqey12ucCqG3rW8L1DKyugBo+3xQUtGSBTlEEzzRaqXX5CRC2s30BrGpGEc7ri84KIRJXNaHGA5CfrBMLLsfIAJekb5+bmFcS+3iF6hJNXt1xiJvYGM2DrQy+nr6xSZSUlZa8AsVJaiJY5zWF4b5CxbMJRSmgglklaiiVvoIgWalxBpGohW1qik5e5jdYIOVWzlcTyXwMvCbXVlcHqGAukyeFrvggfbHr/ALYyUyQT8iqeWyETq77rESTj7Y9GbuiJ3KSuvzDfIzeyyCoDdLTen+HyiaqquIA1DWpA9CWAvoyuwfiBOtN5LE7QavVAqOUBbQU8ZURvX0j+UXITVUtfWIQhvXRiJpxyArQ72EkU8UT5GGL3K4mvuESn12hIx0le4NggPq2eOcSiWy1iPQLZTcsTiflUsc4RjlVVLg/YVqEyNcAuT3wVGj40Bdx8SEDSu+InJNHo+NGa6XCGEcfspSL88oSibku8JKG5JURMdLkge4MARYivoCMdoXujb0kIRshW+kRkCx9D1+QRveKEqgmnyQwrWXxPsQxf0jF7tzPUMQjvs3scAtMUepZ8y92QgortDBlteoeIna2uOJl7gLVOzQJEUtZWvUMEhl5GOIGjNtZXsiUS777O0BSFbLYR+IYMYeJHXyCMDb6AvkUbPX96Vx+KceLN9iPdGYaGh6xghrK15+bWAaXxFdIjA9kRLX9hM8NecYLCVrfHow+D5hIAbtEjEsh4krXB6x6EZtdIeJBLlRomappETJze5xBJKCXfGLXH4mhtbQyQgZ9SDeJKML4jf5XLyBn0/l9B6/364yQrZ7/Lr5bwyVOalre94ieORxMnKGYlS7+hjbgEliViQMWy0MTyj0DfpHr29ccSNHXm5ue+AD5FQwYosjDImiqqrj8TBUBQu6pFUYKyuhpfkB1099BR4ehxMIgYg1jW+zBIIWWgBlEe5pbgNOnvgqMnN30asgr/APAFVNLfUuwfjAeBJoPWTSSr5Z6gHMiEaDn10wBUvJWgGU3dfMGSiWvMKCpfqB8D34Fqn+IULE1q6+4MTkSV7HzA5oJJf5OntAXk6Q6YrUT5LE08nDeAsc12w1WJ/OsBzopZ3QC4/YU8RSqXehQskGKySu9ChRMCRSOXkULJgc6UrXdDZRJXHFCyfitECxxdAoqOZIXnm778oipRrrVAZSNSFyylqFbkv+wbuUbWVxOjlAYzXsYnzCsKd6Eyqfjf3Ax9CyDNZvlgUyXKgWM9aB702yA6iKua44PKnKrgaMbW1+ITT6yqBTJpJCo6fitecFmRmiEEASkSmEdwTIgLNib7N/SJES/7K/RCSAn4KDpqisyevyB5iWuEUqpSuJjgoz1pgshLO6+QYjyQtMmrr7hUc3JADQqRXE1kKylSFxi8kKYQ/wBRgfErMPQhkCRkRaiQYKJoo9/3jsfgd8CD+7xW1sGtWuc9Uc5uYoZWlKUI1lZZoE84+2fBPcmlcu1Qaqv6iB0iVyVr+GML8Rwes5JxhUDq4Yq+s165n+ltglShNi0yQ5CHx6t7zYb/ALh9NUHc4/sGGQgQkCVqsL5oQwBdc2nQ1AuvuFvXPXrm2/WOh0XSiSqpLLEwaPCPG5J8klUzu40o9jbrm/By1asCSksstY+1jeoPHNxCWwM1UqecwtoWnrKVNxCDZGlIJOs7kDh5+Vx0kdXHx3tnOv8AhqWwF7KofjhTRrTYqS6So6pTUWsqyHOaWT+9WVcT9947KezGznVOUM1t7WocKaGc/Zas3QyPzgL7u37pJ+Rg1SPj67YY0Vck6pShpTrLqi75OhMSK2dSuQpBJ+1mpK5BYe4EXQRSVYH45MbzDSfBqm/otVei7TE4/AN4pJtsprZc+kITaWylXqJpztyk6kTcQlcP26c1KyyBqSqSuwD2VQ6CvzG23MbKVa2qVcgr0SjsRwcewupCiZqtl2Bol0VzjpgrZJZY7ClR7pV1agOmrl9lVFRB8sYOl2H9uU9M5Xc3c2rnX6WmNjeXPtc6roY5PINncUNKa9MafTrp+kkdK0qYfcA2uUpBYA9H3R0MkqdrsomVxskbtRjhrKJKVxNCoaA+VVbmbo3VPLylTkrqx0ucdfuMc0zRbUjWlFZh0L1TpQEOTihF6Z0Rmp7R2+i3CqtlNrg5S5906VTVaq90apQFNJK2rVXuc42FjdMqwV+9aY4nBRK7ls2ajaBVapTcevp9f0DuhH6TCukrlnMK6Bp5q/zSoZnbpTZuJ0R2cUdWjz53LTGySk1OYKVCKiuj11FVZQYLJQTHV7fuq/o5X0ToBgRUVKIAqckkA39IbFanV0wFCCiPGUr7Gu06ZJqNKpKkVc01yzjYnxFX6s1UCN2bVJWbKyB5fP0s9KHxKrnqHSotKarnz4xj7oop6mJW+4naEadpxJqkpKHN3dIv6UdHSVVsAvGsu3cpWOxtSN3LVqlKSHN7qbuaUp6uwa2CBMs3GgIXTOUklbJXEJlmCO5JjSl2V0aDBqlUotA1dwrxuaHqHZFOtkFvYZ4Pbgn9M0zs9VI+wSY3aiHP9Q692TC407C5ei1FzpkiUhC7ZYRhehG9fgOzvaaucuNoZBg1qEqF4vMPhv8AqX/qY8JaVPHoa4hgchCX8cyMDwN1QiOj0nH7s/2c/qJ9OR8kXbeAzwoSnV0dPUWvuqqmPe647vMOLLpKtVdiq5ZL467d14avC+/nsLo6eekIuTGSqlIS9HbhevbUeaI5AutNVmq5Z8ofbelzjBRbPnpylJ2yBoCsZhG8MxhfHWRkevQEYG4BI20IGBQGSIYeNtjxYCZEw2QqZUaIiLoxGIlAuISuEbwkaAwbaGTRB6RzBNsXFPKriqJeEZJHfQGxIhKa/jRmJ0gLCN4WDJ5BZmtf/EIRiMnN2BAxQoDA9X5hiMUhGMRjExMv+IQgfhGa3MNiFdy6MbwwaYl2xATgaaMbySgfhGUlhEorNEIPsNmyu+CSK8r8N/3BcWImU42LDlkNETckCYOLUKyLa1hcktNtfbE2YaIrcl6JgZFaaFMVPhEyKpamAaGfSXrRtfOBVoWQJgvNSlYlfCKVTa1g0BEhYvzJCg9qDlEQKomHyD+JUWHjR6BpQzEwxHxQZaErIlAokQojBWVmsc4xCFrZK69YKZtF8IbolBJLXaHimE69kF3I1k0M8LTxtRQmZIWxhfFLcVsDDkVZX48UNmMd60AiKtrzBpRbiaqJTerFRvNFKZGmHqUBrNGLb0lp/IbKSPp+Qcs0X/EKgaVvuOLEzd8UwIqMGMJtDKf6LYxHjnFENcYZjAKFy0YUiJFJvQjW5IeIpN13RWK2Kis6CXQA6ifcBsYen6hGMBX5E7E6yOXNASyXJBuvaq8SpjAJzH9IZAYt14YXhGCnx8wmoVKUAzRSzQA93oLQPN9MME7UK0DSgcgYGzUGGjySXuEInsjzdPzfuPG2xE0eV/IMI1sgXX6i+GvSA5DfMeMuAxUwmEfQwj0SJZ2UQVENvXti8sdSAWUj+iBkfFCECSgSUnbyhmpaygv5BYNLFkIqpJaAkpCbvQjV6wMxl1EIH8UMmj/EYiX2B6Z1B11E3GzNTLlcTJGDJ9gnaF8IJQGCmS9Do+4CQEiBbLWGN6h4sJSX+/DzC1MmXp8Xoio5NcPqGKX0kTHVSA1b2wVelAdQvoAX4D0kDFFepRkymvOKa3jQcTZouUN+sCx5IZV5XXrAyh8u1BgKya8bImRu6xAUY31RA6sqy1vgYzvlam73ecNiJqJh4belfYC85966+6CFlJud0ACc/sDDYPyZUjNEymFExX/cSJAD5BegmKu+ixNTXcAgtirkTagUcNTN2D94RrzePiaVYBxPkSuKLIKASVBRcc3K9wVH16h4qk0YIbksvpBFrZRLIkaM1IVliMmKIVv/AK+JzjPfYE+glGMqoIzfQ7I9Um9sVRLvStcMhG8tFcY3lRk0O+PccSv2XTDCpdROv7ArIXfe8Mkh8hZCHsG8l6IePxFj3Pr+BeD8+oeSiqJnxlcPEiMN+DoD0mfMI9GKqSWd6YyWFqIX7XuRFujW3Q6loEex6JlUs6ImN4oeJGJjRLHahfvCN6GP5QE7D4Las0QNG17HmEqsNipirfQO0hC0kOV1viy9ZdP1XhiGaFZYxKarDaBbGppWTKS1zQwaNra+ztCZoVtsVBbsr+Jacs3/AFGClh7zjzeFZXCJlwX724NfgjGOrKjF8aMHTVVzSokWMTbYzmUrPAKN0jR5I/R6EJXwfmPHT5LIr1xlWMa5DbooMuoXaiFWyhfGEr0+sQNDxogfexKMa22DImzFr3NCrojMYb17fFGEI1YYOL8xZunCLtY6+JBUnf15hg5eSS0RGtEqR7wsjG+kA3QsHk2VRj4r0hUaySzWWcEFzQohnYf5IRBSBGNy2RgT5is6e+yvqLTZpTtiJSwm90KFvEGO2S/SB1kgygWGP5AKpCE0vNtDDpZLIAgnvWvnA5y70GJ/qImRTtMHB7oDayKeBPFNXX3ikyPKhnBFOG4BlxlY3iwBRHxXogQ6Mrp6YPcfiFZ4fHAH8WLlsWKJ2R0gFKldy/pBwqWGJruharkHLuVoCfHs6vCYIZOUBzk/2BqkIYnbFK8MSruVwGt0PnjsXGRAyrUMTZ0Cmjv2lwjfskpC6KKu+gVVDsY4cKRiAHAWJbsJztP5gVRKaG7uEJXmAqpYWfk9wWasZSFahO55wKdt4rXhDNSEJveETIp8AjVFkAwT3rfBWskl3wWrmh5Pd5toYNgsmHCLoIyrUWJxxIl3IX7w8eNZIl/iDSGgVQgkrvXfA5ya/TrBCOd7wFWhl9oKbeQPEghEmuvCCDwhKFN6E0vNtBvxGh2aBjkEIlBKxYSTiCaRLTBpjBKkyBmzopV1USS40KnXEVQhAyWEd08AFx9BUvdGzi+aTIQWhGrfwR2hHleKspCKsz4KPApdG6VQplVI6CFavWOXDg4ID6euauQpSb96SOclWGje2sF8dVuToGiYqHTKyIQiZcUhYXi+YbunRTGLVWqjUvEheq4NweNzeolJ0ehHhVWILmrg2rVqR06qH0/yD/YUqokk1IQnZ3BVc2qdZUqJ43yw2odW0NkdRx626POybdHb7UYC5M8qySxA7ZUzsWolpn6QRLGiNbcPnRXBDQUjfrQ94Xl/Y3DJy7G/OboFVfhAb5SUlNCxmuotC0jfDZwiQyWGA4XqVna4pKjT7pWKSqqDrYtc572iNvoiGxWqE1LRyRUZsjiYkBhSP38iOjU2hTl5XhSI8fEmxyxRazTqtUqhz+cPmFGygioqEIDYWqyhdqI4+SWjqXHgjS6Waf8AlHTVLTDS5t1sBqRqqlMqCSiCZqcO4jDH4QDSbhVvT0lKN4t+/eG5eVx40Di4k50zdkItXVSyqCDlNLNZY1ajaSd7KzumHxF1DOsMRzXast8dCN4vsVU6TrTyQod0fsreiHr9EP7roQM1nRyuEB3NR2RLnYw6YN8hGawVmrGuZYJWsogCMzS5LIxR1aLJqsraIFjtbgDpig6NwWG3t4RHlyUu4/HKL8Gj0DRrpJXZSWInxRtKrNV/UlZfy+oso1BMqsmEMW/evDY2DVBFXEJCA5XyPI6nHpMUKRKhqiquJX942Vq72U6JKVxDhMuimuqedCt1i6hMU1WG0O3imcE+NPYzpKmVaGVm6GkHtG0z9qJTRzW6t64lHxg6uQXU2Gga/hrB1zy454oHJwRfHn5NucLZYQv3KqvYDFxGsqS+K1kE+AdE3pHLF0JFYgGlnqTVKUGLqENn9waPdK9cbKPjDh5ZZTo7YdrFF0VKpKpdMag/urSoZqdLYtc5yRxsGLfDFeM6usfCbhHHvCXSz5rRq5UFqu3h3Rfj41GFmzc3QMpSD+7emfsZhXxzVFTk0R225tlRdxFDEYNcshapz7puGMd0a/8A0/XPUV/ww1K7GhspXKV3Y4Abd6soiwVWTjeNC/eiC1UbEm7tfRy/w4eFpK5KhnVMpJKOjkxKtbm/IfBF1P8AU7dbSj86qSSBMaNXFh68A7R/VLT1Jt7mDM0V6qaquNGEMMcEd0fFS0bU4+p/iPRcb482eJ63mbdGx3Y3cUpdkqR1SkiuTiFvDVTZ0TMKzxiPeUFx6R5y+JgxR420MRheiJlxVcA3kH4sicwgXaGRkmdD9nRi2EL4vSKkB+DnF8YQNBS+DLsYrUIBxOMcIypABmKyCJdsTKMHhagC2ejDciMVoD1WAyXNBk6AYjG8JVuYQhtjxdsBsxOBhg+6PbYzHGjhAMRqwGRku2IxjEaI3YxGN8ehtiUYQ2hGG2MEmQwxGO7EQGSg2YmUwkWM0VFEgAdyYyQwphC+PX4jA/IIKsCCqgEsbyouJo820FkOmHon32aCUzWQASFkFj4mEIG1TGBVN9GTnFTc0ccTTgMJ37FRoZYpVKLFN8ESwhK7w10MlYKT/FXGIRlC48ITe4Kq0Smqw2gU8tGs9XiMkEb0IKiQpiAuvpcqJkUEDRsi820Mkjak7FfygPsbGmZga1GDriBYWlbdrwEVYQDQSfcVlxXHfDZgt4oIyRj7/kGzDO9wCUUA3eiz5A2topkfiGnUJGI25hGMqPNeHJyFPAwTjN332hYUgoQElM0JDRdoyYuWKD2QvLCFStu4BWcYYqMoMwMJL7ZO2B1s13wyA9bLIq9/XmFOyOVFe6cVLRjfFia2EKKZfsgJwey6YmTFVgjDJMXDDzCteHy9wnduirVRA1opewAVk9eLzBm42gtVzXmFyTZEkZvcDBsrvQWJ4u0CiRjYdkY0fkMSGlJDCi/isTXhAkY1ql8TLHI5hu+wv6JHU13RhKM0QEYaYVhSoLSja/qBKcOxxPIA0sbb4gIRjE22AKlbDIqykpQrgfOZH5DF6FoB4GjWOXcq/OACGp9i4ppud/iMHMMX443Ptj16EtPthksjfEyfkuPreEYJyu+JEjb1dyoMmjG+TtRGWpCv7IEha50E3pW+iiQnwCo+aGmDuE1pSsrE6eNgvCF/xun6hBMeOWErvgfIeKxTPTZ2d/PBtClQyX6fmMQLARNGNetu3rwKgLGUfooVMl3wPA9r2NAWmhD2AMpGOJ2xmMeifxopVJN8X2BYtvnlAlaIKQpWoj3wIsVXUwLhvYGeQtVNd0DJyMlSF7hbekgIbO/6Ax3p9sBHh77wYqWFNNzQsIf/ACa7YiT7uaqji8+6J6ZDbtQYSfyRiJe4K4pzd9xxerjJEvis2LtcwQZkYGVS/CLCnHo5VXcv3xA+Mqe+A5Aqtkyqb1xBmB5X4BEuaFZIx9wydjxbjtBBDzfWMKa9X1FZs6QVnNHXrASNLkaLo6av1ETKe3lDEI1doS/1DAuyETJb72PIPS+SHoZrvCJoVVcAxvJlSImRxvWt4VRhW2xk390HW9AR/9k="/>
          <p:cNvSpPr>
            <a:spLocks noChangeAspect="1" noChangeArrowheads="1"/>
          </p:cNvSpPr>
          <p:nvPr/>
        </p:nvSpPr>
        <p:spPr bwMode="auto">
          <a:xfrm>
            <a:off x="130175" y="-52388"/>
            <a:ext cx="885825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RMBkADASIAAhEBAxEB/8QAHQAAAgIDAQEBAAAAAAAAAAAABAUCAwEGBwAICf/EAFUQAAAEAgMIDAsHBAICAgIABwACAwQBEwUSIwYRISIyM0LwFDFBQ1FSU2FicXKCB2OBkZKhorGywdEVJMLh4vHyCDRz0haDJURUkyajFzUJRWQYNv/EABoBAAMBAQEBAAAAAAAAAAAAAAECAwAEBQb/xAAxEQACAgIBAwQCAgEEAwEBAQEAAQIREiEDIjFBBBMyUUJhBXFSFBVigSNykaEzsQb/2gAMAwEAAhEDEQA/APkYsMgGtFfFZYWQzQJbnVHVD4nlW9jhNQFJq+wFiZgakoqqrru8IpFRjo5mHon7YKbKq5qb0f3C9E+XNxAYVSVrlRAjN9gYVtB6R7XseUE7Jmq94LUC2U2b0/PEFzA4MekPLDelf5dYvNGyAJT61gUgokrmgMfJOKUrC28e2cXVda26KCTeSxO0LTKa67Yb8jJRisCZS2uay+LtYRcQ29cQV5riZIuTTV6GINPYqJlhN6BMHvGIqDJICW/AYj/sjCImWHseYejC8Lk810MGiNIZESI77m+iQWEgrnfhGU498mvzFxS/6ibEcGtkC+NEF096BMU/G/UQijKStcc4HJ1Ivx99AKJbUHpH9P6AaJUuwJGNakHl8ke56vDPQwIurNzoZsFtcI15RaVa9QNYvZVQeV6jj0erwciN1QWmhg1+DzDV2bn+O4H6C9kTxZR5EunuepB5LQWrDxQi3VGU1ZosTRDZKgOOxkydhyiorvtQavCEoOGLpLlcgHPKIMKDHRrUVpRlKkBEFElfxCtSAKeuwsehhpXQwc83uZIoIYSUTlBHGMew9ui5Fvr9RBRISTUld8WqQFn8dEm0LFExCTEErpb6BjnE4PqpjPsULp76F7iE0ELurUQvJKgsWshC7a64QtcMuxLGyOEwHFDLmikZ6tk5o0ek2fJJBGY0quN3fs7X9Q11zR8pXND1PR+pxkkeb6n0+cRcQ3cGCp64RYo35XE+t8RhN3R9NxzjOOj5vlhKEsPonEnJC2JP0CophbCHK9rsxFV8SDaPXtauDyDJUZu9VB6J7LNDEISqmmcZIH0ZKUWe2c4iU2+9IWx5UP8AIC29ESnmpC6B0uV/cVlgJEJ7d8JccqHJJx8bl+4eND9AxCKSSRN8/cRU1KGiBlcTzdfmJpKWuseEQvzf0jxbLjh2ThaCIwSle2Jlj8GUcVJ2XHFkD2UqVXCj0kz0FVc13TdQwY3pk0+a/fvCZoCkxQLQLa7s8e17+juCUTf/AFiBjemMV+V5sgM0C8kTPyQmQv8APjCssLXQqCZYcr7Gj1BW6Ao2Tja9wZLHvjxi+NGIwlDJhkzBT5ft7YhCPJQOJ1JuuV1iuJvQ0wGsjL9kzQ30QGL82uloD0CehkeUG8ewaV6PFN4oXHOr3xXAoxyfxbpgfkCsbMlOPQhNss39BGZa6AlBS10Bjf2Wpwsk5XYFqpUhBMqsr9XAJG2gLGk9UVqF5UeTNa9zW+JrZqaKoHV/06gfxA/kXFhKE4G5IDlNa2vF43mEr6u9DfiC8XRcmbfRA6lkflOOI3/bHki/HrES5emFlYJymkxpRCVr7BRtbdRWV0AlohAbEimPh/WvLlbPuPRxx4UYRUEnbWakMwSlC1J3vQ5txZ1xipQFqKAYRQsu4BVF0poOQcTe/wC4NKY9UtAqakpLW8B3Dj+IvdpylQEHTyYK8BVGP1UlbJUPUn82yVGrkL2CBtRKCqqvYE+d6BxQNtbEsgpphTIG10Q0+68fE+Q126VsPNjeR1SegGiWyV6aA7qVJTU4Oo9zsVIaLd5TcquPR9JDLlOX1M4wgcyurdzVTyuNxr41FRwDqUdWp7XLNrf5wtgXXdH3fpVjxHwvq3ny5ETG1rCGv7iX+IevQHUpMhGO/wBGSRBjU2WklrzARJP9QMR3sD5BnDEPRjNS4+u6DCF7YFbxS7fv5/WDyG4EugGiS7JlyRchIHIp9v3ChAvYB6Sas3zd0PBiSCUyK5349sFF/kKk49/8INSS8aMYsJDldeCAITLKEEjggkJudGNiXEU75xeUvKgdOCQKSKCjBiJgSUsqyA6ZsgEJhgbl0hKJ9awlGFqIESElDpTRh6cY0yZogpIs0Cp+N9IoNSjK/GFk8QwCUEgcmjKAyOaBe9BbKlpRfCH/ANYGTiDU42QJNgqqIDVbBtX3rQFaiU0CwpZGuuW4AM37g2Jyj2wsXb8kNRRpUavS0fFawHO7oTykrXLreS8Oi0yiqkOfU+mqOfk/Y/BybNEemtTq6+TmFKS/b9cAydN7U6WhxgEcsrXJHnOKyPYh9gi5+HiRC50pZa3gY8OlvuvMFjhSb2A2yZVCHjfaFiBwLU3oXJq2tkrru3gjRSDNgYr9yuNjZq61hpSKodMHO+ze7uhHoZvI2aDxXEBiLjtjXk6SmpAxu8yOOHSyFbH6aiSVRX0ig1q7tbLufXrCBBabnUgxZFtdb14FD/Fm00Y5Gxs0Zo16jW2QNyolDxQvCGZKfPhom2ozlfqGqFHBmwo+aGqLIXjxHHycrFKLINWzMEwRSFpB1QSicznkSSTlCyJeEQSUE4G4AxKJQomImIC78BBVIY2IFEiQrOT0AVEnAPQTDiOwIxPkKlyTc0DZcRVL6xieAmWQlAJdIbAskkFbtuAxoRNbdFChdNXelRsL6ARrpyt6ChbA5n6/qD2psjiBfA0pXXXdB7Iwcm1dD9sYMUIhSyiGaMFVQI/RT5IaEMLI98DNxeaOpwRKxJ1LKUKIwtc0J1oCuE295wGhsitUonAnpjJzewMx/wAoIhi/HUoqPAERNvQoP6YVB/5FZIb0L0kRCJeSFxDg2NDuQjAQgmqkqLDQEjp2QIt4njQ9AeJuDxjWQjeiEDfksKUTJDlUhJIZhHdgAwmKsBk5h62GImBSDF6MVYiUI7sBWQyu9DJo5E0BhMFjr5RYK6yu9CyMNyIWQf8AoyU4uhC8Bim7gurcwCBZfGAlBTehURQYMYEGi2rzitcwiZQCmPKBCWHN2xAy/JK/URMoKDH7AzGSMxNNHiCIjA4Bq8l4oP7A9XgJljZDJmbvufmgQwJRWlWU0Jkl+SVqfiBiS6WJa68/OOWHSdkh8mtytcGkVlJae5UCVBYGIOd6VCOXUBxVDYi29TQYQ+QFBFUgakcVyRHfYbwce2X3AtJTI1wBW3jkTagJge1zvvBT3oT4oPKqrmvwgoikpXoVsQAEXBaZptRX4BkyajiGwUy97914GJqK71kYAvIoDUDb1jhg7lsMTFpieN9HhFJNDyfMEFUS9sYQ8WKQ8WPxCVfXbFiRt618ob9gqiB01c6LIFm8cYqQFpSK/rNg9eEKGtmSG8V2gUUuu4Bymmpa4wvTjK7/AJgmOQV3/RBT/EMmPrzC00oUqRSzsonYBfYMHiUl2hiJhm/a3x5Q3K90cXJx5HdxcjQIoZXevzGEXVrNFq233QHCVN/SPO5+C4nf6fmykbG0eKq9AbIxeegNIo9earrijYmrreh4XPxqz3uDk6bNtIpNzQLRc9wa6i7BRHfK6+UciXg7E7HZ1potRiEiTkOWCuQCljsD6h0zUsumLFVZQXlVEnCyudFE8hGixF/40HJrzQhKkqGbcwaXStCQuSoYFMLSLBcaPJa/MXIzVRldBmqCTHSzQFcob6kLIQ+MWJxm2QzRNWa+6JaiKBJtkG7hlaqK/hABkJVqNoesuxiJAI4gCzn8aBnEFVQRXERPIpZ1XHC2KU0PXDWaFSicrehSEyDjsR0gzspSSQULElVBtCpApcIpK/qHteh9XhSZ438h6VyuaFRM6fIx+MLoGSS7HwiqBbU4nA1lobo+hi8laPnnHHTI196V5tH5wEjKd8RUjN9H1jMI5HEDvQGvovKaalreEjG9jQrCmrvXS1iLiw3rI7YPZmSljZ6BhO96eEuvWIFLN4mIM35qvTGjDdiqzwkY8fcPQJa9P5cIzAmtbANYSMf+sejC8Mqx8bX7o9/1fqDAaT02eKbxWvCJkECFFpM7KxAt7FMQzXTPoCUYfAJRT5LvDB477+QyqykunsUyt9GCf4u2MmiKjn30Ma0iw9kMmN4oQitZDJM7nRhLy7FqRfFZYwYowSP8BYQlkBY1J6I19SCuMLXW8LIxSS13RFSHiv1eQZILI1oCVfn9YwSKQycmtb3DNCowUw8pEYhC8JVefv7Q2exWzJk0u+PTVRWY3f6Qze3qV6ICYyCIHyOmLYq2ut4DpGV/WM1pvQ84xn/xPKn9sZhK/l7hkiffEDE7mOGtdjNf/SUPQ4glW6hXCMr/AG3RhSPY+QVip/ZcWItZmmigh/QBdHFmurL0+L5By+pnjxOzr9JDPlRtlGJpJJeYMEXepQChmiJDN6VXHxvIsptn20HhBILduwAm9mq8QUncKqqyscDvSKpVFcgBrwUhPQxV0NOuLU1FWtQLWbuaGsCTUhBwcXsvlfYrO6mibUnigvUjKV11gGDNeyGj0jfsvQYTXQ3GiqJSlTRr9GRmqk6A3NtH7qF5ns0OlMZMzykhrt0e2LjrqzTygsppzZHV6I5ONdZSXxNYfvlUhy+693sqvrtjbKcpNWaOe3QLWR/x7W2Pd/j+K+Q8n183gac6Vmqn+KtlAeBklVRh2a144qIZIfY8MOk+R5E5SYQXxWWPRIr2/qJpG3oXppZfoh6JN7pFSRLKal8vcDE0FUlZsrXmHiFVm2vE4vACSFmq63gzYW8tFiJN9lfqj7wejC1J2KwETm9AGolAbF8DFoml7usGJQ5VKv3skAJQV3oMSQ3oGCJPKTsMRL43EBiNqBSx3r2NeAFpESzUoMwxubCCAspvY6IHQF6e0Cb8iZbUEIw1+gqhKFqZpu77MRsgB5CzbL2xeSOvOBEyq8r2wQmYH5DJ70XRhK44jGCQibkhJP8AxemGCFFjkA9ryoVpWqsrIDFOPsCbQEw9EwImANOIsMZUKWCIGBBVwHCKsoSjC+MTaoYIKzQRAyQDbHBMwCwxgyldv6YAXS/+wOCFFTlAEqjTaWaTUhoNPMssdWpBqNLp1nl2X0HL6h+Tr9PCNHKHjGUqdXQ4g154TLG7UzFJJU+sBpVJrWp7XEHmrkldHqe0nGxK8iFjg8oFOF1ce1Ck6k2uLWyDWLJxUm6+sSTMByp+x7UBcaP8tzzBfkNl0jBspNzoMRV33W8EyK00HpG9jSDqO6ETdDVu/B7Z2kqrNlY9Qa7MlZrm/O+DGq1qTj8UNBGn2NxZqzakobfQrQa3c+jN9XqHSqHo/IssQ5BeEEc3JyOOhpRLGyzQ2mj2qQEo9mkkHaMBeMFE558oxYwSSDRIwQpqyvg4Ac3dZAqRU7GJi2ozEowkoPGiCOZjDdHijIiDQpfGHJDIrJ/2DNfnBB1YkYkEYkF4xKDk0DmIIHTBMYTRE5BgtAB80BVE5oYnIA1ShbB2RrlIopTc0EDpMbW+INYpAoFGcYig6c2ylEywQ3PKFB0pW+44m0NrzhvyJ47Q/ZmDJNYKGpvTByRhqGb+homoLpkQCiYXlVBFktBRDCX+IVt48kLiw12toYCZWbbEEyi1QwgkX0BgGYRvD0I3hiJux2xOMN6AYzX0UG/xC6MbwrVKIV+cKBPEJjG+JCmMd9Eq+u4MIycdoeNtCuHtjET/AMQaGSLyxE60BTCN4XQL+kANHoxvDF+I9elVxVGF4Yb8SyMLyQgeEoS3oRjGbmhomitE4mHoGEYR5UeCv7NZaJQjfEIQvDEI3gA/EnV5xiMZowYojBQYF7JVoCo5hIxhUc4wy+R4soQUh/ERTMMK64wxRvpIxUtRCJxTGN8eIoMLZfBUXJHsgLftbwuQNyQahGz8t27jXmBqC9rmv1BQmeVrhMD263KjiTPSnFjlFWaDSKBS3V5IGpKDdJPY4QPl9gEIONaoUNTyq9r3AeirrrwhrBhIaon30MUlvbyAmbr8qDU1f0AEnx2MklJoMRXspQVJKzd9BiRlc7x8vcDL4k3FjNNWVU9kHENKsvT6wqSjl4NeYFpq+N+uEOtoV67DZDxIIKf+G5f4QA2U8boA0n4QaFYQQwsLys3L4gHhG+LiBha6i0u0JwMlK9j8xXCPihKqr+n6hJBrEvITkuILIH332BRD+YIIblfR3RogdyPQglKFSkNeYeViKqm+hGsh4EynSGVo5GRj+8RMWyzXbOMxIr7sUTaLxk49ypQn6gKuVLpzNcALOpKzWsBUYnoccSnx5RG4uTCQuKvKVD1i8m2vUEjpKb/sMMHCqSspXI448X1fpcdo970fqFVM29N57fUCGdIzVSdoa4VabvWgC2x1Zv4x5E+LZ68eTJ2beT8QYtnMqyCFmvZd/wCQOIfehHBls4myIOJoNTjvQSMXGtUHoubUMoSBnQxKlZCxE4qaqzfhE4xvieX+RoxsORLNBBSANI9kLI0gkkHTM47JuIyhJupNC1y7SVHmrsBow4UJZBc5h4oFlczUhBQgxhMpHxQlV5L6xF7gkoAxN40K7fYFEVUUgA7aWQPjG+IKQFRcTU3aCqSuvuC5dQbS9ZzUj8ca46bKpb12heEsdnNyRy0+wkeIiopVdfeGKrfLAR26qVRLOEH0fofV5dMj531no8eopv8AzE72RK9gowY3/wCwS/7fRL7x6/yo8hdNkyG+DmxhZestfMKSm8ULiGSSSm5ZAWBL6Zku2JRh4oRrSqgnW5hRPEDWJKBcjL4okciUoYTgr/rjfIZJAI3iB7WiEZW4MEKJV8j9hKMPYv8A5DX0g9vdmYHSlH9AVliJFilvumK5lrZDRbGnoJIpZDBjJSs0B6/6fngFx4WQNbRn1aKlC+KriNVJKpr5BOEb1cYU/wAQzYIIx7dcZra/MQTN8hOEb+u4DlQPjpGU/bFwoiQXQikCzK2YKYRVhN19QwaH8RI0fQAekZEClm19AZiUYPFLkvaHiE5XWAG4gdWYN+ISOdUQgbOYRlSFqBJbAZJH0BFU49/iHoeN7eSCojNliRR6B96GIqzR6JpX6AQpLwWJqeK/SMxNruCs5ZWaGAKM3sthHdgIG0BC/wDB5BiMbKb1AixdssgeV3w4oaUkrK73n3AiLC8rrtB5QyM1UeX/ACc8eM9b+MX/AJTbm8AQ6RSSC1qor3Awer2XdHymDyuz6xvpEiKv3o4BpZ7Zd4WRilnUtdYhHSSm9aFcWS6zJUqNnoBNJ0kRUMnZ5QV3NkVlEBdKq5aWmOfk+RXj+iSCiToTNGUFLddVLXcBRVxBJydlnXZmz0PGaNpaqShptDKyqmuAbWirvs3EE+S4jpDSKU21GoXVrJNUu7HqD1akNipdwaFdHSM2uN6RfYnKaXS1qqe19EaPdGdVJLoa4RvKieWqNCurhanta/Q2h9H6BL3Dwf5Cbwo1M8Ve4PJCk8VZosLGVUH0cJYnzzphbc1l58YFtJs3p9PaKAUbXuApOPofTaFU8iDW7GUCK63heiTuAZKKQLTPvWvMNizXXcuqa8wILms1+oDFh+gGoQ3qV0uyNQFILShkTan+v5himoBG5+wCUc7muwKqFRE9wLSMl0P3ByRrXsAQhd6BSZbX4gJGuviFIxBJI/B6wKjD0DgiOashjJ46CIRyBaXaAsIKglHaAoF6DEkwQQ0pJT2ScYDkUsrX6C6EZvQ6G4YMgJ9R6PN6AvLyvoiESb6LImyMI1jNMuQNNBhDBfE+RK7wJTOklrzBLGpxD0VciaCSmC0qgKSVEnSKRsNTMLS/MDQOCChjeWy+Flai1M2tUUkN6AtJZCbC7oMIcZOKEzC9OAZP7NF/QspVPLGg3SWVf0Ko6JSKdl2BoV0ie+jThkX4pYnH7p3EpU457STvL/2HQLrUlVVZsr3bQ52/ZK9zTHnT48T04crYnXeTVemK4Ka7l4RcNVUlbLHFafscQIx7/wAg1PNSvgFsCCmPoEOCImsux7QUV0SJDLGU1JXr/IVkMJFILxexJ3JUWncq76GFDlm64TdQTxj4oPrnSTVc1kCsEc3I5HTblGmQOr0ChZDndzSCWIOmUSnZDpgjinOUp6HaEEhfA3AKG8bIXHKKUK2XTNfILiKWoETOLYf5QQ39DhBbegaUwSoqgxBQCx0Mr8RmpEVEjNFtaA1mo9VgIFiL4RFUSyhRMD7FqRhdEoGSKCSSgyEPGRFKqQYCpUozAhUoUBrkDQ6YBVRCjNCF+VJIIHsLIbI+JZH+PyjX3ZRid5CBzDX3ChL/ACg14n8gIkna63w4rg15HDU6vfByZwsaWSs0M24WwV9BgIhDcgK0oC6y4RrGouSUF8DAJMwJrWQehaiWZ3+IkUoHIoLk4hXcRT0IXhGBhaaAyUgFjURNtj0EBKMO4JJlANRXCN4ejC8LTJCCoxkDGjliMVB5QnjRVW6gbNX0EzASkoACnFxTAGYUctkKIm7gzFcQicY22ZiqqPHjKzQoOYegcYNhKUBM0ANM6hYQ4XYZ/QQmUWwgKk4i4sEpQNfRl1FShuSFBs6CVAIrFJUEzoyY0pUVKHshGPpiBzhaAokK4ic4yoKzfMAZLwQvqiIlGN/XdFUDjBovNEWJ/wCICQMLSqjG/I/LBM/K69QKTUldioFEHKqoIRjN5QcXyPVnj4NjbLWXx6xBhVPG4nyCNsvvUrEDJJRLkg5KaxiNyLdj1gtuayzuvvCtBdKVN1wAxNQYLWMbQ0bqd/1e8HpuZWt8JElPjDBE+9TcQY5psbJH8aC0T+Nr1OoJ0FkteAHEWyOOGAuqI0RczfwA1A9rnQmIbI0Axa7QP9EKlY3TjK1ygYRVJLXXaCopu2DW63+v7hl07M6GRD6mF6UOwAyn8brzC8p+SBQupBpIZv2xI8ZSWu0KiHGYJ5YbpA68BScUvYx/yGVDZaumK0jTe55x4s1IBGaxJmhvorU8UkLDFm2orikrK+E4SXcpfiJKEOS73WIwjakFyRP5AhJn7fH6wMNGdyQIcuXZfQRKWaLXUrlfZFcVEscb9FIQKztvFVwOs19P4YAjZYHcK61Qk/TxnHZ0Qm+LSMkglN19fN1CwrxLlfQ2gFvRFfSA8S8kOP8A27jOmPr+SKNnQpbXX5AuNO64YDTTrqpJCBqQVldPtDP+P4Sj9bzRN9Ruk8b6YshdUkkrNm68w0IjybnfiFC7rklQH/HcIF67k7nUW13DVL/2tdwMkruWsrOjiJnCsoUJUk6S332hyz/iuNnRD+R5InfC3aNVd9AZ7sUs0OOI0q6SSzol9rOuUGX8Xx47H/3Gb2deLdc1m539IwW6tqlvo5IpS+vOKFqZ8bwZIR/xnHHsb/cJnc2l2DVXfQ5a3SteVy/cPnAtPOks0rjglK7ClJtqroQ0hzT/AIvL4nRx/wAiz6Ic021VzQVq0glNzo463uzdb6r774yS7BVJXOn/AHE1/FTiH/cVkdrTepcqSoMnXS/0HIEbuFRf/wA7V5Wp+IL/ALbOIz/kYHUa6Su+gB63SGg/898aevk8wn/zuaJ/6KeQX6mEkPlUUv8AX6CpduqEhrpZtrNIDE6dSVSzvy846ePg5eLZzznCZS4RVS3rEA5TSs0LHNKNe+BJtqfjj6D0/LJxWR4HqeLH4lyagsj4oUEUSFkFEs1rgHVKWLONr9FtblROB1ZXf+gqMolKlfHtCRDzbXW9wh7jIDgXpn9DDo84tLFL+YoTsq/k6heTOjM0ek8eM3iEEIQlKiR9f3HjRBA3RXVy9avOIEtRKCiWPocbFEb8oLeIjeRmBJvf82AWFja/AK6s2y6A9CPphl1du4xk0LLxhxkxFZWu3AevzUhApt6lAYmbMHP7fyEzRyJVev6iw849fS91YegXgB6Qv/ItjH0NcERAphAvjdYcAlXS3oYWycYa64BK/EQKTv1xExMsLIyskrCUkJxhl+QUnKMmgCmD8mZvb1jiEI3xIsVZXbEYGsgRq0TJ7Bx4hx40bIeLtDULeyV/xWt/6CJYa4BgumrN6IkWHJDYgMQNa5rX5icYJYmuG9tDBExkYfbRCFr3L+iIxNyothDXCKK29ANgZZC13rXgGyUCjZa3hrBSa4RtNC/2soeL/K/Cj3f4iPVY5TIK6SVVSS0wSytVSAukWNlN6I+bTxPoquzVmRFXVdLj6AKNc6qraiSZkmqofUe+mpdsJz8jjtHVxQU1sGQZ7FS7AU0gTfRtTiE3+I1qkm0pUea+d5Ujt9qKQK3KqDSo8l7AxRjcOCoJD0OJUrOHmlvRQxjK7gfMXU0KoJcl2+YGM05Sv+hr37iPM6Kp6Dn2aPa6A0Omo5emNrpZ9NSlJKjUl0lVVdb4PptA5FlEVQTlJHVV+Ic1u0WtZXeHT6ZUg1YfAYccumd7KdZ0fS/xsPJ89/JS/ASQjfFhc1ne+ByxlAmEcge6jwnHwXtyfBlgmHJYgGKTI6ANTL2A0RNR7haafJVNdu+DEjSv9wIjDI9oGIp2s3iCjkJcAsieQDmxPT+m2Ak4Bg3hKV13AchKDG6U34waQm+gRA3JA1scZPQiivJfesrIEpkm71l5Qi307XgBJUtS+cE1WZTSS9AXp7fdFd9L35fMJRjeC4szXUXpxBKUPGgVOAJTMCFoKLCb3L/qBFaVvQFSlK536C6Bpv4d2t+QZClsFNcAzDaFdSyFkDBvAVb2WFW8boC+/wDqFBY64BKtyQA927CCG5UFpqAQsASmYTaKRDklPFAkh7LW+ASC4ikoTHiq7hpFBaRTegITbBJDBWaSy0gosPbBiZ7LXGC8hsgEQUG7gSx0VvzWX4xplPIzUjjbnCvKjWKWLZAynSoqoHKLoqLm8TLiNKfUaljjqNMJWp8j5DVqQo6bmhxN5M7uNYnNqTorkvYGruW6qSvT0+odWd0claWQ1akqDmqnV44EVrZaa7M1Iik3ucYEQjZawBP2YqkqfIGINt69DrCYk+2wc0VROBxIyWvOMJkte2KqPk2b8FpYDa7lGs1UnojX21G2vb18w3i5RqkkqK8fyObkTqzpFzDSUl+EdCYIWU3uDVLnCZHTG6t01ZQ64nH8S9BMEkgK0YDJjijJZF0Cze2QZFZT98YgbgC4hUwkpteYEJqgCCgnNteIM+pDKXgcJOfQBqawQorpcqC0nIWqHgN4qDKZwCm430XRWDB0GQgJonlAIiotKoDYGMk1RBRYBQUVSHpwbIQtUOBFxKKorViMB9QseIWVlkDXKSJljZ3BxrlIpg0vIlrtE11VQDpwlK9vXCC3icriAAqtqGMlS6hk3hayg1ThkBQmf0MAaIGEn8hoBqMJouOYUt4ghWIYVmCQ8aLDGFEFJQyc4KYC2ZEXJm74DMcSiqHYYoORU13BfW5gCiqDE4CfkJYY1kIpm15xJWIrMay0O+MFfIvOabnQLWgMHVGIK+gMIVwjeApzWoJNKm63gIpG1DhS8Hkji6CoqiXfdAQL8ghv+IQZUZgpvX5iqBhCJgUHRZE/AMRVFZlBCtahWYKgcWEmgYhhaU4U3yD0D71pi4qgAipNF5FQdxAwuMbwoVIKjqKyhkylkMCimEZWdyBQtESVMKDgFPxKjzfKK4LegPKx1JtCiJgULnssUUEIHEYHGJkQWFPZaQ4uLtgcqgnFQEGR+UKKv6yglJXIC8ywtROPM2ezp9h41V5IMm7nI4/xcN8I2yncDEi2RKD+aIzuQ8bHsumCm6gTlc717f1BbdZJLjn6QwKscpfHplBJDWsoKkFgWRSaGQk3+humra/pBqJpoTonlZqINQV5L2hmyUlWx4RX5AhsYKG6lrreL9Qxaq+gGXSieT8DpFRLOzfaBqCoSQUyNPoboYtjpStPsB7Ep5DRta9sFFUlZoLW61qcHpGsv9S7g14gaW2gskfbxhcVXxuQBSqJdMGN23K/mLJEqyLkE1Ve2LIkDCjmqXtiT8iSVqDgH5LQKnBWUKVj5GuEMSQsrUUOUElbVLs/QLPuVhHVC4qioJTdK+8QkxEVrXNfmJIdrEGOtNzohFXehgqaqqumTb73qFTkvpnD4GzLyR+MDPl7XT7NbCMwMrKFaiU3OgVkGGgSL1XkvTHmx+VSFxU0hWpKCpYmcnLsjKqU0CbG7n1BLg/cAKri1Ctlaky2JPgFJiWpB482bKyyKZBiX4CScVUt6+e1EBB+WmZVT339hQWCX4wRGO9Y+OKyt1QOQMbgVxT30DmU13QQdmr3K4rOhanm1OjuDfjY/wAgOEdwSjN/2E4t1RJNsr29sDuCQPLm8QRMna63wUVoqlU6euEZUQE2sSsGCmsrKaIRV9MXqsxRBHXm/Yb5Gfcio5VSSIPGe+N1iPLJ+gBjoK718N8ahfIQobxp/S3L4wmq6m52z0MbcHkUnXYxNPrGTJ2tkkFUOoLf/wACdnKyu7jbkPILEaVVlZ36AE82VnRSZNVUZR+wSHMKcVVzqp+/g8uAWoU1K33vhEaO9d3s+UUzldfeDHp7DJLybeWnFd6FidOcqNPI+lV/jwgpFzN45+KDchJ8UTZY08rmpWvCCE6YVVzqv7DWCuOVyMPe5hfBykrU0CBkwPhibihS6WJa1/3ByVJZeQNCI5tZs35iw9ISs0qD7jsn7Sl2Rv5aSyPh6xeR2l0K/wAxzgtOqpVPTrm9wJLdCrnVVSE9Qp7i8kX6d9zfzOBEpuVGlIXS+O9oFFprxuP2tdwb3UTh6Z7s3Ah0hGpanlDXEKXm51XIF6VJ77+IaHJ9DP0/ax5DkvjHok4ArLSqSqvsHBJHc3XXAKZb2Snx4di+KXKiw0QPsi1E01rIMSUcScIJb0JxLrxRXFT4f24BlOGXa+mMFqtE4myLXEGYm/3EDaHixO+qqqebp3ggf/UiosJ2XOIQhkJdfWPTMsPjkL8bM1ecVxhl6wEoqJa+oZGSSB8kTh7GASibxo8QoxetZU0gMDN4mIzcdWUQWF2/9BksfFDxIcrxxrBWRGEL4xEw8pG1tecZhtgghcdHoESm6+oVRJK13BI8d6x8TojNXL4mDR3Qsuw8FZhEtr+r5Db6JRSlJ6A1dm3mqjeKKa5A+b/lORWfS/xXG1EZMkbUNVkUlUuUATZIXGmpb79B4Lmj3OOInpGh7WaIM0ZQauFVVd6FbZnNV/SOXl5NHdCG7Cm5LIJqUStRt6VH2UpIavS6NqOHi3Ms24orallJZoVQUVgMQdSrIEtG81IezxyPPmvsY0enNVDBw18UKqLbb6HS5EpQlOGUh4PpNXWZBBSCUobe6jl5BBqNLrcqH44YsWc9GoXVFV2Kf/bmHGqWWVVdH/2/IdbuvfWR+J8xyGkFZqp1eJf0rw+p/jINQs+Y/kZ3LXcFhH2wQmUUk3ATAmQlj1NMetA8xuwhCFkfT6GvAL4KWspXQvd6HOBi/wCWprtAkinK/CGSFdDFt4r8gaiUL2/ildMHpfxDCTqrGCJP0YoOSKAW8PGgwuvBeB+XcnvEOIaVUBKUcsBoAxL0A6QtMOSjvSXEBN/xoFSh8Ot/CJliBRrrQWUyW+1+4JVbUVwhK6FfWEBeWKXoZYNjFqPjRdCIqILa3UAjV+wlE/Yri2JvGihMs0XEjKBs0/tFiYtPtCqBrUWFjrWBBBqWi21lE8oyhNETmHk45fo+oZoMu+g0m9glHbAiZwSkqEkPENTjNE0y9wVkNNBCJQjL3owQWlgqM1IDAUwSSInW1rASP+UWwtQUbI8vyo1+mDckHasQmpCG4J8mI8fkadSKaXthYsyss1ruB++CyKfjRwP5Ho8cHRr7mjgodUclmpQ3Y7ebncQL3LJLt94Vi/so9HPHtCWua9EoUKUVajo6lHzQA5olXkhSsiNmhKUdK/Fi5ICgz+VQbo7o2VvWWE67P0/oAoGsFZk8UNzueSyPINTRLKG13NLB4dJPkOo0DZDb2i1kNDodwrCpajcG7myHVx9WzzpjQpxk6gAg5Gdk6/QWoiwuBlROKlkAYrCJVvGgAsYlOkMRjuxARXAsm71+EYeLiME1BckulNC8sRbXSCNeAqVDMrv0PmL03PjccKSqWQuIcYXLIbwXlSxfOjqYKiuBaRwDQyY0nQ1MPROBSnFpVBqGsnAwjfgIxPwDFaAYVpA7ooRPih6rEJXhMsYU1p0UKzEtQ8dkCdyTkg6fgNeSxq4DZBQJkCQSDBIqqQWX6HrQ3SXlAiJuELUTxxAXFWyAJvRaU49WiKa/MLSQmgoM1kYicWEMKDmFcFQwsPoNrgpFdVL0QsTVFxVAg3yGhnKW+j0FQARQZKcYzgFKKWorKbehVAwlE3CMFFhoClSImYUnKDYKrser8kMmzQgUokaABv8AkSgQQNC1GE4jMTDGogZQVmOJnMIVkhhv0WkMLYyuVAl+AsJEBiBiSgyRYClMJxOCCwsiowY01IUEjrgGImVAsZGTR+YqNtC1SPoesDwUADfTRWpADGKClygSJkveAIys3zGIG8VkDxY70JELvQxrLCn3oeVED7YshGaGQXUj8nYx8V9RJI38BBQlqJX1R566j2mvoORU5Xt814GkVCpMyoYQilZ2ugCn5JvvoaIKJA5BbvkCdusql3/ZBaceSV4NeoYzgh22Vmg1FVJII0j5AYpKZFqF6sib+TG6a++gtBXxuXrgCsqlkCG5vjgHRN67jtJXffzDBBTWtux3QjQVSx9YFB6B/lpBiTQ1QUlTMvc4QyQcq9D3eXq5gkTUDFEwN5EsMhuidVUN2yM3j4nSANG0a6VtdD5DYGBZXbrVO1AWirYjhig+jqMmpTVRbBOUqdLpwBCZ1UkrJLh84HQNKVmqivkFa0EGVVSqfgFJnCqvTxw1RI1Vazcg4XKlapZrTGcxoa7BFaytanZAZYze/wBYzMSFcVZXYP5yx2gkynHL7Lzk7lTogW9Ktfwi7ZSUommAqRcTQj7dIUvJJc0rv6+cDLlm1Jvb8vUIxWVxPKITP4cwbLSFvJlsCpCtc2pRQdTL0/wiByKq8cYfUWUrk5L4hU3o92rXmg5ForjqqpC0qn8QtCqdAhmKojBuklvQJWdqqq5rH7MRXCCuu3f8o1DKT8EFBVXSm98WRQVzSo8dtZTdS9YSsTLIrgpKVPkYmgMnUtc0TH4oqLBLXa8nOLTRS5X3XwbKK2DqG+IeOTxWOMROl2+9G919YnBwl7PlEpr6HiwFZNVJUeKmrie3ugtVxN3ro5IFisr/AA2wRtolX8V2+iKVs7apdgVRWVFmyUlUun8xgxce7MKp+2KDQ/kC4E+HWIqUhkTcjsiFjYqQNAokUtqLFIJJACMVZudBhZmsRgij6Ymo27G55ogIru1J0ASR1NBaZl3KzNuxkeUUSefpcwLNCbnQKYviv3CDvQOpH5Ck0Jut4ERTFJrIGwf0XoNJqRxam1lfjEW63wg5GM3NKh0ZlRm2RhFShLLoBjE29cQUmVVx+J+Yn8ZBdLQvhHxXZ4Rir1ghSP8Av2vKKzQ5L67l/bDCRjiCngKARFVLHy9wVkIlNApSAspaZ4kVZvmBkDqjBCJK5r8xeVt2Ohwg2aPcmiurnRcWkFce1A0UJXQEIkV5UCwTipdw9KlJXHy4Vxb9teNC0sFUtfOKFIKzfOGc8u4fb0PE6byL9cGJXQ2spVXpcw0+MZXixWY6vK+8L7gvsRnX2dCbU9Nl2obJUikrncjXzjmTZZVL/QNmtISkuPrtCqmS5OD6N9TVS3pXI0xZFWbre8sBqDamwxSpbeu8QP7hGXC/A+KdLviRo76FCVLb13vqL0qWa9/1ecN7mRH2pRGV6bvo8RTxX1AhX6Su+1ARB0liZGR7xRvQii4ottc1+IW1b+dqAeCyW9C69kWoKeLB/wAiUTKyrLsF+cR4kddwRMfxuu7gEdeyCm33J7bJGj8eP1cwlftfh3BXEvbxB6Mcjy43yBkFGIqb7xxmtKzqunAQGYEtSaxviXL8GW4oZTSH9GIZE3WI3aj0vQGlUUpakSG+UTCy1vj4v13I5TPsvRwwhSGjNsCjUckqMN42QMbqjyuU9Pi7ARqJEW7aV2w3VU9sAHIOVvE6YB19KVfGpU2kljh4qtKGu0ocDgWMrKz7Core1DhOUkkFbSIONNxJQ9Tj6o2zhm9jqj3AxSL8CNYykhSse1UVGUtitFDpdXHtbMa1Sq0pL8YaUnSCTVIahStJTUjqpaA7OKO0cnLKrRqF1rv2/MOemNan0/qNmuoeTVT2tSuNQOr8h9R6VYwo+c9RO52i29kQEynFJYa/QEJwS5IdhxSYQSORvgJSLN6HvwgYsZoIQzVjrAFAdWMUzJTc1wHBiSiqW+1K+QUCJxsu+CYFm9wMTaDkog1M1kT4gCRT9QugeaGTJtDJopvvoH+QYEV3rjn8gVNT2XYDRsXI44KoW59g5up4rLFyREhBMkrXdF8S2WvnGTA04IthaiULXXAK0yTdfULikDB+RcSOu6JFlCAmmVIJEGISQ3oCxM0rjiki+9ShbPGaH0jMIKi6BfFYggS17AzWlWQe8RfjsvIX9BDj0TZHEEVD67okia1tQbM31UFpxlAlA1l+DdAkFAUkJMvxpDFuCEdABon8UDUdsTHj3L4Q7ghfSlXhmJhA20MFKjEdsSgbgEFDShXCF8FsJaeNkFNInsgwUMEtIK5YnyLyW42In6m+hYdTxonSq0qIUqvEt9yx50/kejx9Qcs7tbL5AdZzvQWrvdeYVFdWudBiUnoZow/+smuEYPKAsHeu15xbMHTGVdzjlFi6kUJu9DV30JSo218pKSPrrAak+ztrUD5RDEWKnte3pVcIf0Mv36+t8a6pCaG9FKypcoBPqFmjpNDOI64Bs7Z3KSzo0Ci3dkRLH12xsKDsdfGsUeZyp5Gzpv0h4j4a6Z8KjvrWyFrJtm0wfTd9qD0HfjRrf2jNqCRX8oBIT5Gyldpcr2wSmv6A1lN56fl9YLRe70CuoaOjYk1wUVca+VzkBiityoDgMpq6G6SgsSVC1NbL6fsglFUYyYcmtyotgcCpxBaUEhgfENTWBaZgDCO7AXorDBCR40RCBx6vyQFj/iYWIFDxLldMNz39eEAPyBkL5s1p6lr1hI7h4rIGwUhD2AieJqh0hX9AiJrUMG6k0AkLK75PcCW0dwaitUhikf5AivZd7yXgLCVKFiZ9fyCUKy2B+fuC9MwCiXX5AhE41C7ei6Md2IiWKQlAnwio8LIahfjs8LCqAcsRYX5ADR+IQQ6QknEDiwmdGGRePRUHoqWQhCIFBLYG13ROMBTVgPJH5UEDJl2hKMN0VntfTEobQwr+iZoCChpQzFT9IgaIZoOaWis5hVGN4erQFBj+wFGiERUEixAs3nE01BhAg5hMtqBhcgeUMKWIRFpjCmEbwlFWCoVdQUSgZUYgWUPVf9hZEgNhKVEwOqkGJEvFCB2wKRmKFErUWyrUFmayhXFOyGaColESiBBZLGDZ0YzVn5RkT+YrqAs5ZXx+cYKTIHm/E9owiTIwi8p/QA5i8kJlKMmhMcQ5M6soFoH8b6IVxUBTdVLv9ABPIZfY0goGSGdm6+4JUlbUGIntQy6iK7NjspsjWALQglvve6QUtl5vcB6CiWdDfEk5IYILdsMGRsgKUf8AKDWy2u4GEfcfJmteP+EbHQtGTVSTQnoRpspUmsPWN5otmk1V/wBxbj462yNraQzQjsVrKSSEW8LWaGJGk1KakKIw2LXmi1YiZrHEepE+650I11Epud/ceWpFWVphadwriBZOMBYRGyiqsqVN6eJ7ogBU6oyRay7nzF0UklUhNvLZbCiCK6v+wKPCbxwucIylSK+j0ucEt1Afl3EbLTIpcqKIopZrv/kL3SHt8UCRbqpKzdeoTprSKQkYUilKFKBUhItkr0BitKVJ5Q8V4Dkgs5Uks1jk6QimeUqTWqIqRtSAY5Ve5Wrc4Aklmwsy+RZa/MUHSVVtUsvJPij0NesXNlVUhSDjJjOOKKUWkrXJFleH6xJw6ARjTfX+wE4/QvxeySxtesAqOFc0loe0DUipclj4P3Fa0rvhClfQrPBXoVz6GEYUmpVJuPt6IMidLkhBROb+gI08SlCxWHJV+l5Rcnnc1ka3r4NUQsv0gOKavJdsDwaJaeVK71errtgeMZSowdBXNd6v9BXU7/F+YR9JZdRFSPcFZD2VlvYmtDI1gBYKJJV+ODD4iv8AQyvqgZU8q1EkVks70Y94VOVEleOIPpY0JFSjmyshRFebmu/uQ8gwspK7YGm+KrjOVDfIyc6qQKQVsgvv9+oL0FActB0nsOrjE1VL0uv1CJoCKpu+JZjY1tEF1UpQGMtkdAmKMOFP4gUx0uwGzFq+wSVWVa5AYNVvkFMLVK19CtgBjQk1VPLxPcHyZlAbwXVFJjDP+ooLDfRObyHwwMrK/AKFD/o3K0L17nFa57Wbl8b8hWspqcZUKlkywhkpWa6JgPFSVruCMVP/AK9feKiRvekFgNWIwYLWvKBqgdLfccJmRA3Sh4ogpYiLqiWdVA68rdGVVQKdXxuv7BMse7M96LjQSVA60d6Srihd36fyFcHIOaQcFFlq8Ox+YgmWaKDKK5rXnEkllZvQ19YbplsUYppzf5AorYRZx164BkQs1IbMVR8i6Jd6mjMTq8qftAlSUkrmvT4BWSCXQmA5RFxUygy6vK/sJFpNURVIlrhAqxFQXPsOlXSxinTSqVTtBkjdByo1A03v8f3C2/a8cUyIuFaRvCFO+h5g2QpObUHPEIb6HLJ2r/sHXIS/0/c3kjhJX+Itm+30hqqVI684LRpeVUFFyJnNLgnAfENKHqsQrJSCW++yDUnqSvcDJok4SLo5qV7QtaQSm/CBCHmq2v5XwTRhElVc7iDm9XPoqzp9HBy5EbZRKSSVRXXCNxozNDUGieRK9IbVROaHxnqHlKz7TiVRodkNyQtbqf8AWKIKSks0BoqK50c3IlhovCUoseKrWQyhKGuuXSuIlxwfRSk3Ojz58cvJ2weTGC6QRUmikqH6y6Uoa5SbuarKEeNPJFp1Wyhgz8UCtic4xRxt6Bpoj2oLpo8ucuoGWhKSCN4qqkNolJSRrNOtxoQdjT5EaTT7pW0lBIdaU1tQ5pJG1ONapk0pI9qO7hjlNHFyPCDmaNdEvNVOEcI2s0X0ipanAhYengH1XDHGJ8xPkynomaVr7hdCbvQo/wBxeU4uuog3kEp64wNSLZKJaeuEBIlBSKmpALcTUoxGCUZSQLTj4rg+UQImWb/qCUvQJ6xWHUieoO0GFzvQ+fACSw8aAym/mCU7UYGa7h7U2Ra9oM0YWtkFTfxoaIGGVpk2shu3FxYgRrBVK1S9HcBqUN96GR7w6QGiaYsPuiBBZCF8MFEkzfoFyO0Kq3MLk4/qC7+gLuWVvmJEgPEESmyOJpAAfcviX4hmJrUQGYGSDtG0XJQm2omhC1P7PzFcY2Qkmt/Pd6gtjX5ZfM7AKbm339gGlGyBacqVZKhWNAOIcGJqqygrTNr9QUmrKC0Uy6rGJFh40QEVwLIKhfB0FxjDBYAaKnK4gnM6gLFowucIqTNtqhw6PN6A1ylj6kC8hTjX2a1Sy6VoNdWc2tll6R/yDOl3Fqca8oZKbnR5011noReKui9RSUKq6u+iqB7IeKdIHEaVS0EwcCw9IhWspZWWXXAqrsWiqQkn+LDnj5VWulxMfKjtBM4Vmqn09rSFqik1XW+Bq1r+rcGy1YqWJVCCWPag5jCUr0Avv2p/TqfmDmB7X4w0XciculWbKyXtbIOGzmUkRIa40UsvhKGKaw7+NHlct3aGUXqv+nUI7LABnHwCoymvMLUKmNiPdfeLk3k3uYwSJnSVF6cLXtn9wyRtvRsCLlXNBk3MELUsrsVcsNm5hl3JjlNQMUV5W9BUiWaGDb/L3AV2GixgmpyoNTVAKZQSkcKyljRuYGN4pSgubGByJgBWGpG8UMkPanGCx8aPGsgWBMkQwtgbXnA0I3hiCwVjX4DK0QM8gJkNyoqdxGRmuoSPk7LXdCB0SVmtMbG7iqNfpAqWvWKZUahWQ3KgpBQBqlBTOINip+BkntAgvzFKBrITPGaEY1mTR/ULk4iBSjJEwA39BUDD16yvCJdoSKDY39lKkB6t1C5UVn8UAIvo9HlRgvfE6sBWaMoYKLymEigWJhaVQBsa09BBTjxigcpxbAwJiUI3hMkRXGIxA6QFGbJ1oCBjShM20K1YBrBVFZtoDqRSFhvkIHKGB3RSUvbEon9gYq9Q8XufuEBCK2EJmSE01Nau4B0lBO+kMbGNhR1RiML4qEiRVC4/Q3yCCGsheWAEriaStqAag+Bd6Ht5ESLDKps2Hg0ZlJygRwpKBCxrUCrWoLYPBQc4zA1kKRUjEACZ+YCqc0QKT0AYogrNFKySPY+g859Oj14vqvwCHJvvp9YoMe1F60OSA0Yb17fOFsf5EyF5X4fMLkYygNGCqX6ROMRscTYMYJOLXXaBqSquIFaZpVr6YISUlb7XDIXFWO0HMpL4AwQUyFZv7hGgfetAFt4+NBJzgP01fbGw0FR+ylf9/kNTaxtSDptyVGykpqv8fmKw6jn5PibTRLDYqWa6QbopzVScTQFFGm2VU4+HzBi5aqpWvexNEdEenucikPGUZTX9I12lndrZfkL036qqUrT194DdN1ZU38QXkbsaEMlZNk+SVzvp9fyBqjGb/a6Gn+QRlQVSqdsPaKfJJZ30QE/8ijT1QpiZXsEJf9WEWoO/GiLlylNPKyMPrFcVUlf8fk2wraB1TYad4lvomi7S7H54AvqeKxxXE6qVrp1o+YbLyMoZdjYjpTbJJUCKrSs6KWL9Wbag9wlspLp9IHJyMoYLQAoqkqBlzb6kIrIqtbLL6Yw2XVV+Hsw5wM/IfaS6hk0JspLziLguQkKkTKpZoZLDlRn2BEtQKLayUoCnhruCcE1ZQEAyS8gxog9JslyVT8QGI3mq+2CFoK9wVa0RTVgTkkquFZoTdckMqqqqqiXoiozGUrxzgOGSKqeCoHgzlV5quvAJoQSF8zlfqAXERIy6uoLUVAjqCSWu6PIEyOILnCP8gGUt0LZuvOKFDdwEOGff6IgWEpK1E5j8c8XQsWhf9GIEUJ8HkKGLhTv9sCqqJfhL0giZR1HbKErL/IDYpzaiumBEUbXQxMvog8kFUkpqWOM0gwdPQEu3VS194FUhr1hhH4/OKjpJe0IrQf8AkBppK9+ppghNr+oWwIlNBJUUtdHqhuhm8RodRRAgHU5VUXmPail1GyHM19FL2BLQSVS1gBjQSSzoKUh6ArOWaDVGyyIkLvvXUDNv7ADRIl6YaosrIV/E3jRk2mll7QrWIrjqi1ZPXn+gpMZUTvRqyFys1UQMcXOUvG9wUGS5XL7Ia7F0ilGHKywQkmMFbqpb1X7oOaNptlkY9YNh5YEyxsgkkrK6vcDDqJZrHyxFJGUlmtdy8PKpzQreQ3YoMpNAS81JUHKkhyXD8gComFkbH7AllVfQyB4wvWQV74oTJKV44FhLIFV/CD2jPvkwYnUPNW4ZpESFLUUBlaZEkhYd5KV/0EFI3/1Ac5wjf2bAws8Sm6fpCg7zksv6CteGXrh/IVwha/p5g14ozgXK0gr/AKmAxX83NKiqKYiiha2qQzFcNrZcm6/1Bze1mDCDZLkgYklvuJj+TAKQ5L2zPjaYQ1bykpvdqAsqcqpZVALBdJrrfGTv8jTJ0zDe5YHEOjDua8HCKq6qWt8DneWRBQd5yQfM3xGEH6qQtLSqqSU0JjPLIUweDZk8Iy7mzoU1vU042q5x1NqdMc1aKKuqnlHU7i2eRxyFgPP9fz9B1+k9PHO0b3RjfvjaGKIVUaSUHzEw+W5eSR9FxQpByLaaJKMQYkkJnKIPbOha0IVGFqSyB7VrKEoSpoJhC8I8s2XgshbScLIaseKuyrUbq7SSlDT6ShKVD+mWTF5VQ1aGmpTQTGF6oEtHqyt90w4RUtR6cXSo81xlkFGjvvdGtU2ZVUbI5jKSCNwZJUJm7A4W6NEpEspU9l3/AMhod1D1KUfp3x0e6K1ryhye6iNkfj4a/R6h6XoIZzs4/VPDjezS3Wd7Aogp4oZVPan184hEsqp8Q+pi+k+aaSlovgbuVBcVMDEh7fkF6MPkDkFLbYYkWV0wShD4fmKEzzdfULkCpTbJKv3hT5EZ34D0oengBCVlvXfFRIfyrYASUvK6Hv4YAXjoT28dsITL/EEppgaBf1ghGaD1A0MEPFBqgn/ILm3cDJslkcQOnZIPR/y/uD2xAGgXIyAzRTlJB0LbkRilK44xewfiBiac0DmTBDX0QTLl/CJpx8aMZ3eu8JpH13MHyGGouhGUPE5IRLKEiFSSCB/osia1HoR8aMFlTeIMkjkfEDYH9ltf0/kJb0KiwVFkFLL2gAWW3/FZYmWPoaIEOryv8RIiwLb8jxGJV8i10xKLuUFEXdqK1HOtYJNFE7Q+TczVbUElda8Ua+g5SBiawTE6IJpDqvZAc6oH2UlreFCjmb/sB+RRxYU4eDXaQXS5UEO1woeLd/igS6gRezXqaOrqUa6t7A2ClDDXVId8cM4bO/jeiB1lZvQ1vQGUz8qBVD/5CCB3PfCtACFzWuu0BYnssFfiZWvCMTpvwCgxhovLYWyCqn8KooMfldeoWLxAiiepwyezfiXFiGLCyzun5dsKECSg4aaCXKeUVh3JcjSQ4Yl9PomB8TeKqHOBmaeRZEB5y5fofsPQ4zyeR9RTAtrZd7pCK4xAqU38XUPF/wAQt3dhvRMkMjtdX73gUkS1FSfx6P0iCG8PFBhHPwMGs3fewG7SNqFrVEOESJStb/OJ0Ku+xk3L7AYokSlAFAnJBgiQNkUVJ0ghIGJgdIovRlZ0IaYUgGBIgFOAJTMChA8h+SHjKWooKoPKRDGLa+WKZggY4qMcTY36CE1hhVQCFUF54KjIcFVOET4qWOHC8QqelDITyIlTf6AtpC96AHcxtZXx7Qm25UUUcokkOEARAgFbmmglKGvFARRlhYWuvuBJkwMWaCkzBZhgZqwFiRZoxGAkmdJIECIKlFRYghWP6xSWAQdsnBMDuBfA4guUYXIoKQW1r/4hWeIlvQGGQaPQMLr8BRAouTADd9yQrh/iFxIDBia7oYyPQjruCRi2QjGO4MwgCjNfZQcgrMXxuIL1CiitAMJiVHh4oVGOqCIl30VGKkMCJlMTiUVi4sQqG79yxOI9CMoZILDQGaNvwyN6aPFUHoQSVGKvJANDJliKionFdXdAVa1su/uCpVYYP4hiy3JCpRUUmVFcFQEIqkzMDqqiChhSdS1E1AfInhn5uLIWoWuYJTQ2dFSxwtc2v+/OPOZ7KQvWLKqAep7fS8wuXhN6ZNPFvVRWYm9BRqREg8aEq1le0LCwSx+OKlIb6kNQb1R5KIJQjazdABX7K+LSmmq8Q4Z/oDX2NEj5Cut4Foqzex6wpTja+YOaHS2e6J2sfqCxFlLE3W4+g1X6pFeIOutUZTUiUrQCG5Fkk1apqjcSN99Hco4x0cHJLZ6h2sp1N1vcAY3RP/uspr8QCSUlccndFC8JvTqa7Q2biLhCXcXNXLpra+2HzVfZVkr8IUxRSVBtGnVSzWQFzcu5ZQWNl1Ks5Vrr5AO3Nl2ohT9KKq9wa4RZXOzRJm4ePIcOUFZun6ImWEqpxPqMMX03O+1zfUExJ6YA7eOiCSis0GoQSVVtbQnyApvwCtu53r6Bc9gp2EuklUlbLT9wk1fyqmWJu1rKarxQKnSTXNZArVbQo4XSSdJTQvNR6vK4gkm8mpWXxAYiqqWd7gbQYtrv2GDeG9AgsQIk7SVVzvALiryrWaNUO7JW2y8rb2xfE0qy7wCXdpa+76jySgyY22XqnVSVm+xuCtRealNyBlWO9cfGE2jSa184omTccWAQslddoWLqi1RvazegKVEZqvY8wEvkFvQGUs1UZXRSVr67QIWa2U0BRtQGvIVNUVKKJJZr4hMzqbmvQ14RSs1la+4EIHSSSCySoeDYucny7Kp+IAnKqrXtcQM3SzXU24AFFUptkrXEJl0BKIqgNVv43IDU5fG/uAzfISgxpRZBqQHSpWa4oCIrKqSsTGB6C/wjT7WGBVBtKFZiJYnTN1Ahx4oLnNkrK0/J8xKy1Fpy2ud+UcAmV5kBSeKqQk1mq65ILqaIwTjMPUPNAihgxKhZZ3vChZr7Y5knE6MBZGV/oIZrXdBUhXXDEYWSm5pLQFANUeZWqvE421fvjYUoWWvlCJkglNJoB+geylSsgFuxfiAuM7oAKJlddsMlFUklRTCCSuusQDRoXxgrN0/RFR4SugDVCa4RWqhN49f5BhsQduW1/CGzYu9Jdj5/MBNkLXse1zhqjDeg0nkJErPoJK9/6xGTnSFxpQpjG+EocGUgrrwAdRBX8QYKbQkZObrAZR+xqT7iRUmu2JooTbXuhmoyy1UhFu28UB0ilybGV38gESZStkljiZSpSvxfIeOrKr/6xC2NoEUhyoDcIq9wFxNN6H5YRVfSlB0a9ApiWVqr2MUDLElK2Xog9M6SudE9jTdbwXswPsJSlmqhuzoybUVEYUerNmhozLKSJZAuWhaIGYSv9x4zflcsGqr/AKMUDlcJJWunrtCT3GxkwBZJUCHLyQYru0seUBzLpK+oBKVGl3ADmVStQIZSUGhzpa3oAGKU0OnIRrdFJVFVROCHij67YkRvqcHIphlMKiE0Olak/COzXINpSU3qHMqEaTbXEr6JB125VvZJ6e0PH9dyeD0/R8ezc2JUpQY0bD71rtANIiSSQMo6NrN1wjxJ/Z68Uba2JZAZ1EVFfCtwvNzQRst8dgpTWoOIBm6INvxEORNlVQqpdzKSGsOjzc19Q1phSarKFbFHlR2enhSOflmQaN5tQNmTeV/IYgnKFiZ5tcdtHF7sgWlnEpI41hZRWV0w2pNTLGs0i4BrHYt5OxRSrpXaS9IcvusUy1R0ikv7Xzjk11C33qVl1B6f8X1TPN/kXhFfs1Y3oDyZtfmMLGtRmUPo3XY8Ki2Gh2PKL2pQK3Ol/sDCQmpdv3BcQSC0oSrL2/yBSML36AEjri8AKSiKk02MkY+wCkvqBUe/26oLIQYE2whGG4CUzAZCGu4CiRGFt9w5AyU0NmpJqVlrDgCdtH1hogp6AeDE1djNmpvvEDJJYJk1fT4gOQVmiogwIqM1uYUFVHq/sYwRsNllaImmnvugIJxshbCI3UGLJVd6E4Q3ICBICV9JIZsOiZoJCIyXbEVDgxYESrzRmCgrPCymikxwaNdElTWQpi4lCCqiQFMoAxQoy4rMuBjqb6KIqTdcIDLQp9wwlISgybUkkqNcOt2Bkq8rv6YnZ0wyRscXnxiqL2ar0yH4wRwpGbZCcXdqFvbHnY3Xfa8YKnCuu36hSZwBjrZYnySobjj5YK+h8YTPLLfQxeGmq2QUuzJe/XnHI2dsXrQtWj3Pd+4GvSrUWrQ112hVWVx5QQZllXxpBKPtnGUSykhMsPFfsD2QKYGokr2wNFOaGKiSXK1PwikpMvL13RSAs+kHSJa6AcsE96mpgJu2lVFQ1alFILqIT+I0bkmgw8bICNS+gDY2SWgO/jPM5I5SYEomMXuVxKmnxhOBkv5CSRZtlx8odERZRSQW1LrzhikhvopITI/IMW8N618wHxDejKSeu4GzVPIA6JQwaoAJBTYa3T15wcgZXfbQCIl1KC04yuIA6C15CSmBBIa4AMkYWFiEsUNKYXEOB0twWENyo1hoKrjJhRA3ALDQDIBWcSLC1Hr8oRJKSCsxMvyGYk8aK4n5UZrRBZrKFzBW9MkGCxpQWOSzRik9ClyWbruCCO2CF439d0UwjaiqshYekbkgwRU7gWpn/wBAe3OkFdsdINhFKAnGHD8QqFpkwtGLiGGD+KGSSh6Mb4etGo8eIgLK0BCJZQXwZmRA49FQVmgqC0DsVm2hCvEeVhyojYjG7k0zi2t1ii/N7AvL8wKGir+RMscgWwOKiREy/Ib8TKjJoDxRkZNEEz+ylXdFZiCxSIic4CFxIHKB1IAg3yFMSyg1UbNEavihIsRjfROBADMuSh8hcYqQGKqLixGNZ6JuERNESFR4DAIqCi/NF5rL4hQoYLQzejMCCB90eTV5UZUMAN0xBzkEoWoxE6U3iCEIa7nlBomfna8Q/gFjhOVX0NMP1SZevmCpRHldYDzbPWh2EpyyhUUiqSXwhgsjKVAy1lrzjUMBRRFYIFP+UZlY9ikxZQwaHJaGh+YycuXl684xCHigpi9I/bHRvBvRGz3RLLEGg0e3VVVJ2h3jweUAq1azZWPg6r0RXiWRDmaNwO3Sa1EkkpY2ahV7K1xMUIJdra/CD03CSVl0dYDohL8Tg5O1IjdHSKTVU8rs7m3rEK2FKJTdfWMvW2ylZubxskUpNpXrEZvEtDiuOzYm6STpLQ7IDdQ2ArxNd0WUavKS7vFCimnSrpWVl+/yho/HYu7wQQ5Ok6SsscCKtlc7KJU83vADdWUr5g2SeJSrVXh9Ym2XUMdWUN4a8UNEDJJDxKOSVSmpfng+oHKrKzoyYX9BsIJY/H0AEdZKb+wsnKq+jELnBgG0BR6hg6XmpWXEyThQ5bq+gIFeWuayAc0cpTbX+XOM5hUFLyDJLukbLUoeN6QSVStfz6wIqzSVtUpnviKzJhL2M+pUHSMhVJXE+XuE01lUkhQ3dSrLIIDFITf7UUcsuxNrHTKUzb7+wZtYhCcqvJd0MGcVUlQyZMbV7UMD2XoVwqK5S74MI7mpWtToiqn4IO+7KnBNdoCKJq52UCXBt6S7v7gxmT7rruBl1Ct4iZTZW+gMkOV44buSpY4Xu00t6xzjPYV1dipway0PmFqynJYgMQRm/wCvyFLpOV2BPkXgvF4i1dpN+OsAClteJthqkp6Yi4aTVVPJ1DnacSv9AyEZqV/N6eP5vmMmaJb7UFB4KpKiC71X/bohXURk3I8ogLkoyq6XtgA7wXpRm+nUqDNB3H+w45/hCxyffdOvxReqfxvp4cPN1Be6NkaY5y8WYiabvXRNUE4E33QC85VZpA3Yl5UY1rwSTdSqkoQXVmqzfrtjKpEpp9YAc5lZugJ9QyopXPK1v+UZIsIKN1RCCUreiH7YKYd22NmpeVBikZVe1ATFWVZC9ZWaDVdwQqgVQyqvE14BakmIpyptloAxNLIVVGffQI9wFxDlfzFSR+4DXSfJAZNv/oDYzRcmkLyQtemTXqHq0ZX4BQdwqAKwspsj8Q9En+4pbLTVdDIDhJFJXXm2hjRQsteSBKSe9SqnmF8jfej6IqhCUMnoOIWVqkr3PdzgRVPXyjxn4Hi5m9++YYxeQn/7NGsJrIK+3kbnWBU15SoaNjzak30ggGKzMVfQv+cDqtVZvQINgU8akAVUptqGszTxEyyHfBbCGRZfqBJmqSQoiWUrK1/cCwUFqypWdA4qOdXEFcXFqQLgOg06au9eh8xUuzVS8YCGLwMFYpSpqQ3xWIPGjXFWPse15gEo1VSVtdDJGxqFSC9wSbXsj9oK7oesWIjQVm/78HnFyZhNUniqgpOSUrZV/kDdCVl1Fy+a19YqQWm/p5uYUqRy5vf6h5rCa606mu5uAvpGT8G93N7wlr6x2+5hmlsUkrQvY+DbHH7nWOQrxCQHZbkFvuo+f/kJ9Wj2PRLWxg+XlBlQcZoX0yiGNzycqoPNnLKB6EBsZHkhYmQGRTEYFEYrqKy+ilPOg2TZBMs+tbIN2rma1F5QQqZrtKM1ccUM29kQPXhJqoqTbSs6L8c8UR5IMFjqQElRlJCMEBapCyFIPJkmqh+xDSqaU0+vmGiUw6lemNvp1xlpDQ6SJsp1K4nmFG+nZGClJgdKvJTU/YHIadVmujq8f2R0e6hzsVqccmeOJr8/bxB7n8VDpyPM/lHlJR+igxci1r6Q9f12wQVCym5fY0RQrD0x7KPJax0ZTj3AQnDIV9j5CkhFe5rfFySm9CjeiNUEpfiyeePUDUopcr3dzzgMkFUlbLQ0QY3TlKksv38w0OonWIe2jrWvhimT+AEQj3NeoEkUD0T+GmFF2v8AcWlLr8gPDbBTblcvX5A44qwpKqDSF+Xq4QejH5gBMoPbppApEZt3SC0I+KmYnV+4NJD0PMBCwvpAlOE3jhjBZFNfzE4Q3ICiBbUmsPKCCx9sG+xolqZxaSHihEsEhM8JWu4AOWXvGiJv8vuGSx3rEGImV334fcMJtmBOBOEZjG+MmL439Iwy6nRUfOxFEc0LxWYocWQEoBTH5L0AwOBDw7AQKBVjWXEFMI3xecooP6HrAseLopWKl3z63xVXy7X0hNeH8t0VmLrVCNHXCaekQKaUraiwivK4muAVFPyokmVLtiV7OhY0XwP3+J1DCpsuyy73nE0zpYlkBXhVUt9EuRsaLyAHkOV16wleH8V6YZvFAsUKrDfe+Odl10itZflRFNTt/MWrk5XLEYJengC/kVUcgohfG+neFkVMj0PNtipIuX5MoE5rsCuP2TnPZSr/ANYrhN1vbXkF8YdzXdAp4ZYeCoWfUGJwtdY4IBoimlKm9YUMoJYn+wesjJckKwqyUw1qhvsrIEz/AMQShCyEpSo7YI82QAQvxgxunrgGU0bUXIRSFBfFhSBcgGtygVM8oEFPZcQHMWg9I4JSPrzBYiqDU1ALruEbonm1NYC8qnYC5Fe16AKgtagP4jZoYEVVBCUAAQwMbiRryDSQFpIegKCxFptsYDLSmGbLgFAsJEEBYaO+iBv8ojf30YiWyGvRj0TKjBlvGiBogeJQAoisfxoAOeaCHUO+QCHMHSHct7B1ICssBI0fT44yWUlvtcWXYhJFyZcjpg5IkpXW8BkAUU29ADLXcPieyHky+NECmFkCBQVkFJR1/YSMQQTKLIRlBg4kIF4BUcX3oCpYgHxD4KY+wPGRGROPJKgGB1ICtaAtq84gctkMF9ipMsrNc4tgqIQLr7x4kAHoH6LoR3BaUCxMLSgg2yZjDxhCtDpjIwSRoimMb4maAjEoCBJ5noRva7oxWiJD1lzgg6YshCG5AeNNGTWo9GO9DDUjMCDJ4iQwU4xnRgygjGPjddwZPEUwjuDAoweNqfWIxCb3O1AVqREa3MMHXkmeVN/0EVDiMYTc0IlOqEEzPQjlzfzGSl9AYLtjxSpCiHPz/eN0gqOmHq6IBUSyx5i+NHofsTLpe2AnCO9fmHZm/c/D9AG4RvTLXHwgDweS/Yoih7AoXTsgeojkAReFrNCtFlLVAhSSs1limMbL/QEqJqqixBv40DEN+EbNcNQuynRNOofi7nCPoChmqTBgRJVXXcvjm3g4o1KUQdDpGyzSuQTJ690dcKicPPLLRsbdnsq1mkOA6RQ2BnfzFVBvFUkrVXh0QNTTpV+rK0PIA3jOyMLfSWN3KSvJ/mDyUdNSCFg1lemNro5bleKJdy76BSkgqlZY6YBftkrRWaGVPvuSGrrPVd9r69QE5BxdX5CCojJISlbXTFqaqSu4L02021+I3B9RJumVisWMKPcykrWpL12wveuEptlxh6SrNztSv5PJuCtdirND15NIsNSNlgSEyOElbJX0gLFPehWayzWPtaw+gIyXkKUZ98DwTlA1sv6AL2Ik/S6dSOkENeIKyeSlSWoYxRSVSmgODLYoKOayJxKvFBg/sSaUlku4DFBWbZAn+17Z7wBpGkFUs19AuJSjpX+X0Bi8RcHMfHfWuhkCRX9l8fWBEF2qtSyqH9XNeGVW3jQcje2YiqrNslQcyVVVzugFMYKpKi5B+qHi/sD4zbikVVS81QHpNpWdxwkot5rxYdQbouP0C0Gc7AnaOXKASySsrpkDl2QAOoWU0Z9JvitCpKalncTX5gV2WbrwCx4tN9P1dUYbYmwbpY83X6BZMpBATeO+yqm15xB8/lV/J3bwg4VlKyukAH5+xrw84jP5BgnKOgedNVEliJa6QDZ8rr7geu4SlaAScC3H26hSZG1BTU3K4n4RROmq2u944rVWSE88QrOQyUdJexlihVZJX+IULvkhBu9tZU0TbKK0OSIWs0WxU2L/ACFZFkpW+HqX63l2gI5dKibY6X2ZeUglKAZaQmqysjvboXvIq+mKEZut++FyDjkbKitNSGVDSlUwI1c2QtjNV7Gu1whW8RqYQitruiZ1t90AIVLXaFxY2UoK5BUEiKLmUrreDtnGyJNy+IEJi2uaBzV5KFc6VCa8DNyfuAMidrpi4jjZVlpnFkuUFczOLfcxEmpeEL3re1lZYaFjyX5AVUnitecBTHpeShnGUrmrOqH7VSyCmCKXJY4vbKytbwp8hJR3oYnNZZ0VKwstfILE4TeJ7xfJSlSgk5Y0jCRyiMFSVDBZKVU6enz88BcRtrtAN+ENp6FRtsF0erkC41HZasqptCzYuxQb8CtFxiTe4Kj5rNa8IYIJJKpE9vGFq5Uks18Q2Zq+xLsV0rmqgkox/wBq3kvecNIwSgBltev6cIW2+xnQAdrKS5T6AJZsDzm1LfEUyKq7gfILA2yEpUMykVFZ0ciakCmhAvuArwV7E9P1AdwhHkg2iTucT6RATppvuP3AL2Z9AocNEt9/luRABkUg4XSVC92VXksQDAa9aFirWyOqIUclKdTZuOGEGM3/AGBrKjd918oE2b8jcbmlbIkr4sI6lcuprzDlNDI2XE7I6Vc7BVKWPn/WntekXg3JeM3euh5QZRZpX+4CQJN30MUEZSQ8t9melQ3I6A7x3KS/UB4rygFSTqy8/wCQXiu9jSADOFVVdeEbNRSlkSaNOTWmqjZaOPZWSo6vkK+gbqESAh3KQqePgtK9mqk18opXSLkr6h63KAaScShcm6S6ATU5SKSSQ6OKOjj5prtEQ0upNmDU1YWp1Q4f0jN7/mCRZxZHtfoDN/QvHI0PwiUhKanS4hY+4crYTVX80bh4SaSlfxvjUaDU33W+PovQf+LjTPH9XPOZs7dv6AqXa8l8OEXImyPJiiZl7X8RL1/8x6FnDNZdQti0332SDBE5VQMiJJemKjtuSFbyIcnG/kVttsHIksrIUpoygU3ha63g8EQl8RgyOCoqq8l3AMgWUC0jan+Qou5LbgSJa2WvUDk5XQ4gElb6kCSenxgZASpbDEoqhm3L7AVomVDJFTfQVYrpToJhnbUFpE8afueoBwMkqDU42X+gzF1dl5IC8koVFjK7YvTtQTN+S0X1fTFSfKicDjGaLClECIKiahxiryowYnjQEjGEInEiTfT84ajXieMTsCtUvt/UXVeoRULlpeh78IUYBUKBDpg8xRUcnKjA7gRkwObXGB5ya/UDOId/bAYRc4KKVi8l9AcoTIEFEgjKw6HYCUnfxMbrHlCq713hasS11+ggmbkvbETpi/JIpt616xUufv8AvvCxSEr8OMATrWVqEf8AyLwVSKHRfQClaE0NF1bKUE7k01KyHGzsdIFcQS7YEOdWb5qouMr6eRU4whCIMRX+gtAs0FpxyEpWvMBW57KV8d4Htydju37/AKg8RkvsrXR8aADlS/EGTkncU+QCg3/kYVTyEZY0Ja5omt4bC0N4rshI0Ja+fqvBy0Vla4RaPc5uTk1ocoSRGKkpI830t0Dwc77Nr9ADLuR28Zw8uthyh8gSRW3pLL43UFRqSVS7AhF3a5oMxYpdzYyLJcqLk1961KFTRb/GDoG5LsVwlk39hsI5FqCU4KgRMvjQaimDl+gqpBqRAwRIA0i2tqGaErdGkZItRNKBqUQMnD0ASmYIPVBCZpoJhC8BkYgksfFDGiejoCRh6tzCMS8kMLXUSMIVecWRhqUVmGA2QvRFMS8IuOYDxODvwK39ArjkgtW2wxcGmhet43u8IpH9mkQjDciMxMIQhkCV6119YeBP5BjcHJlASJgxTMqFkVaqNBJCiZCCBReSIQyPJxEjmtc6Iw2xgUTCTibhGFBEsRYaM0GRl2K6vWJGgJwKIhTFKpRiCYJqwETFSA/IFgyhRWb5AwyaQpOmHCDHTE4QVgJ34iJYWoSwUWFh40RN40Z3oRKUMhWYKMXpozLhqYYUhljM1kIw3IiUdoYgS1zQkeIIpKJBApRZnR6MLwUchAw8oWVUGSkHjQmqjCsHPHfRScwvjDL4mut4UqFGH8IhEwpjD+Qshaq2olGH8QGCv8iqEb4uGIw3RmBe+FGwx2Sqf6jySQ9BMWQjN/UMK6kfBarf0/lwABZKVvQcrl5UAKk5UcFM9ByVCxVD0wvWR334Q5UJ2PmBFLUAaEllYkdpK70Fq5VdeYPHKCs0/sgBVKarmqgxRCpRK1E2ZZqoIOlan1rC2iGirp+SbkBb2UUsUdZuJlSiDcFVlVVSfFujWLjm1qTyeYbrsVJJW1F4HI+4Q1IkKztUpp/iGIQ2LXVVyAOWnGs2UFkBN5aCZEPdrgBJH29JVBJudq/zVTJ6gK+a7Ftf2wicJKyj64bRS7TVm9A4AVZC5OmklVZSuh5gcnCbX4gHK77Dceu4qglKSsgZRyyudEjJqqpSkkhhGEqukrrETVjye7LKVfpSiKpZfq8wVEpBXW+CnraaloY58kBxbKpKgu4iL7D0FUlRadlNzWOTj/IL6nigY1Mqkrp9gpsADnkiiRMyCqVfsYlcWs3MroYnOGBYpOktDJ0/cAXMpICPYD+gtzSKSSVqFRqVS7ZPKMOFNlWWIFyzBXOxzfQ2g7kZRHSbpg6SlAReipVfYqoVxJyQYtXioVvyFr6PJFVmyuICEnO9CxEiTr1DKzBVJUL5DAktGb/oA4RtSaH7i4p5Veb3QUkxm+oOursZ9OmTZryvGE+fAHSDiakmlxLwSEYqiT1dVglKSx9sXUqI8qy+JsJaQmq/HWGFFZtkNUQptWaRJUbE0W2Ul/qLRqRGccQZy1lKn9ML1oqpJe0NjVQm1NA+n1BPSSMpI4ZrInB1p9jVXzmUrajxlbIQfJTQE4OqklKHL+zoisdLsWtj2oFpZ3/OsBknu9KhTSbmbvuQIS5Sy49BTd/a94TeO7Ia62WVmygUqsqrZCUpZFlEgsqqJtjCKafKibkll3OLhCW4lElQ0RpL0MGRt/mCkzJOrX8I1ci6quaD2i4q9jXaCs1JbLV0pvc6QEgW18w2HYfKgBdorNzXB5gq7PQktMXqnlBhRq/8QKq3VzXsbgNoujvbAbH0tjOBrIUOUVd6SxOOHSNDq4k3iiStGgJZGbyRrRi2vbFiifYJ7w2NRX6OseVo6y9jhBu2IkBs1lUqll3/AChsQn6xSxo3xVcmu2NnZ0RkWWIQkAf2GxORtNSGDMN60/UNvRofxQK+wld6qdkYX9mhxaqzZSvcGVEZVRVJLtjcXVCZdlU7vzCczDv1DYwDdmT0CMWaqtrKxNMMkaOVVV4nnDeiKPSmp6wD9CiP8YoJniaUei+VSE0GSvc8o3iNBzUtYVRbCgvYGDF5LZpBaOVV3rh/IDvKPldz3jelaMSSCV2ySVVlKgZIpSrZrLFqrrw7oOMzVV3r2RsLKjUuS1vhwhRaXJB0iTm2aKWiVfYywMpRqqvHy/Xe9w6OpRNkB/sWb3wrmogpyNBTokQWYSvVU6PCN+WoZJK1CN+ytQl5MKWL6jUV07X9/UGVHslVakrL062iG6NBqq/qKNho+iUuS9n3jVGIW34NXPQ4zGi1cSyG9FohJXOpCSlFJcljjPkMoS8nOTUFvXH8orjc6qql0Mg/7DohKMagKkGexbVJL2Qmaloy4nHuaKrc+kklmgvWZSt6G4xaTVbXI7ICdUUqqrmsjiYBDk6S/G+qqJXKMtlb1kDpaDSUkSVxBqdzDbYquh+Q3FRZKV/qPD9W8j3fSJKIzocw2RNtZZ0a9QKY2Eqw86TV4HXbQG8SVCh4mqqHbkoEUQG3CiiEzRra/gDeBpSQql2uaEq00dcGqIuOTF7twqqLEkJVQFQo/fR5QqodPN0CbxVASzp1j2QSUm5dK50Ply2QQ0jFId0OlUcDfk1d6VVWv7IBfnSYMLXeyB0cs1WyGnXeUhsVqfT2wkFnypDZYwbOOXZUts9+dKbpfkK6ESsrIKFCbPpQ6quuEbfRLJIfUccMIpHg8k3KRdf5jjFRUM9iyuJ6oiqQl2A9gr6BiqewCEjemJRapK67ozI5XE7AfJCSiwomh0xYkl8hFNWULK0210BSHIRnxIJTh/uC4RAkFUrP8IuIqkKrlOafGwqBAQmXt1AKRZJUEJK9sWvKJzvKthrc2RxNbwOSLvQCSztr9PUDUrVK1y+N8hoCPqDkYJex5OcFENZAVMEpk9vXzDIVw6tdggkPjF5D+wB0jAougCEtLnZouTgKC+wLiw7gKNRIim9DIrhCUJQ2xmGj0SCdeAic48mYABaWIxEs0QgbgE87/jGMVGhytfuioyfigTGFrxMcYWTDm+IEcvcApyewD1EbIUKl7m1VAY4vjCaK4pAyML4gcgXIZIBUTAJk8vthofNKdgUGQ5KuIPqOqCQAsSyAJzpb6GazfX6haq3lcSoObk6Tsg7aoVOThavFXa6gxeTQqcQVlWuJ64jl/I6fl37Ay2nka/XaEEo71jjJib1iHBiDTkhWKQt+ApmkriaYOT+Qk0RyNdwFwQSDqGti34Alk5vcAhixm2umGD0u+ysc4SuVrUOlibYzQP43IBEV/G4lXrCYi6XKi1Rz7fSFeN9RDlGaryUlNAsHivKgRRUCmWtbLsDpUzjaydsalc8rr5hNFxyXMAUrXXcByBf9/ID37iuojVmp8w3bJhQ0Jvut8N0DBlRz8jyGiHN3gcjtBajHuaf7g9uYEaI1R16waQ2QFqSkrXCDUjDDx7h6EQUlACInByUAg1xL4QBBCClLOghOAwuUTNQZqwHq0BKtEYDoqNEQVPKFhkxSuYERmIx7gFWhuC4xgOaPcDAXUDLKWU0L11AYsULljK48rI+INChU35MTLKbKxxJE/tihOPti8sddrAHGi6GTQgZokChvDIDlGNkBMMUq2WlIJlKMkgJQMAZNni7QxHbHo7YyfNBjZHiQE0yTRVCIPZppKqhQ2XNmdlai5SjrIEJwF6UBsQsQLNpQimmHz1hNCqRKBSFYIoQQiQFxL8xUeAIi2CKIiiFkDaggZIDHyNsEq84tKnKGYkEjA2G/8iEsZMRIWH0BGrzhRbKDjBoiwxBCJRgmYbYyXaEYxEyAMFmKsBGEBdEgiYgUIMdL0xQoUGnKK4E8UMaIuOT0xIEnREYpBwsHgf8AmJQMLCpCUbIKwJ/ZnDyQmUm+jKJRfEoyYay2fCi6fp9oAHQm/wC3F5g5ULvsroVQDFP2yR6xwv4nTSYrURywIdLIDRw39ACqp9js7X7jRotF9ImdJdv5AJRryXFDlwjyQAcpyuPU9QDQ8Z/YkVR8bU13AVQKM11ncj3CxVukra/Dwhpc80SSVzWPhAjHEdKSOi3JHtZXEGwv6SSmkSVGp0TNSVJlg0zia6GvEk+pm1P6QSSYDVUC7Krq4+XrfDSRNa50CNEJSsoJNjKGI8o1WUkTXCK6acquux0fmMok3oFxbTf4+8Jxr7DJ9STEKDGVUVVqVw8o+ErOpZHmGTt0sQWJpylScQnm24icyzoPRil7sULbpV2rVKyzgMSUSVr2uOTzeQKKcbKq5pXoh4Oyd9WIlJSCs39g0YuklVbWZjhahR/K69YPQQlCbZaHH4CzIduoMQRVSSsssZTUVzQOIaaAlkK4/QNFRVJLuhY7VVVVslThsuVJKZN4nGC9Z013riinx0IxWaCqWvvB7Z5ZESESkSddMQg1tfYE85RK/LsNU2qSqWd7goOzVSEmq0rOho2WSVstfJuB1U/7NWMbYrbHtewGpHOyrL8IGctFUlZs0lT1gZRwlj5Ho/MFLHUiG59gtwglyv1E0YWRJXxBOvNVtUgMq5VSslcjzB7x7D4qXcdn2el0xTB6qrncfb6gG2eq8qGRINX+axD6fWN7n0L7f6Mlg1dZ2oT1hixiqwzWOQgTOGarUWoPVkg65MhXA2vZqStRXT+XCJnRSVSOrKxD5e6ELZTfZv78wdt3EpI/Y8vlHQmc8kq2a1T9ESqiqSWITojSqUcSkj8cdiUMk6S/ydEaJdxcwrnWuOTilLuiPIstobjlg6ZzOFJWs1XLAyi03oVwM/gqkrKlVMeOjhwCbPOzfQHHM9GLCNjeN/TzjCaPoA05bL9O6Mtm81Xp+YTsLeOiaKKqVrx7+WPKJqqpfuHKbCalai8lGf48QuMFYsHizVU2Cv4MkbdQdHZHtiluwmq/gG30axlJa7Qk5vwM/wBgUKPVFStGjY00EkkugcDqyt67HPwhFyeBYRvbNUc0dNVlDYaDoOyJZDBWft9HCbrGxUfCVUS09INZrvQQlRyUqVK9keNQnigyaKpZriAuclmgvJfgZNR7mtuKHy5tQmN6P7hc4Z/IdERo7ZSU0JXdDSldYQ8gaAs27E9HUakkl+3CHbRolNEkErLiSxMr2VmhqAMEkUkgcgVJXeu8NfSfKqq9P1B7REZtRJUM4OgqcLAqVJK/SNcgnNV0MrQ943ulqImpStb41z7H2KrK/KF8ZLEST2Ro9v3w7bWWdSC8hZX+gsgqrncgFZSM8R20Ua/zDVI6SvEGqJbKV13A+oaCu+9wFqUQxmgOl2/8QjSTmq+bzDob2jdlJDXT0Yk1Vmyg8Zx8iTi5vuUNGNkQHkRlb6IRW4RCcqr8IZpy+JW4QLVVwNBQeO1VV/D8wSix5UTfHKPcn7pA7bZSXiwjdsLXNZs3qG7sk0legKn9F/8AYE+I/wAzXUKP33Q4oMhFJLXdHjxlWWt/mGJKqu9AYSkOpRjoHWe+K7ghsub/AC+QLNROQPFbJalDrj/yIvklZBoWakCnlHcqLmaIbpQshKUfopF/5GjnZJNbLj+8UnSSDW6NJVKuFrEs3Xh2xzeouK2dXBhdLuFsm6SSuu0G5YJK1ACmgl2O6GTZO1448Hks9vhrsjZKGRyJuIHEEEu4F1HJBmkYcLWctHUm1HZhQgoTTFz48pI/TASTi1zQ6Z1FIVPJhCrayCJVWUr3w8dObK1CX+6VOJwTyANGR0lUpQHcI+K9oGtkJSQodEHYrzVEeTsKnUJSQ1Sk1OV/MbI+WlJcTXaGj0q+tc70R6HaNnny+WKKoKTc1iDmXhNfSkpU3IJEdAO5stD5jjPhEpCaqe1yzVMcV9BD3eTJg9S8OOjUqFJ96m6Fb1De2hZSQ0ygSJXpvVrDAN1ZpzaiQ92fc8lUSr6849szlQStR/JVwpczWuaVrkC3Ey0EmcWWt8YKtK9AAqOJVr+Lh2xhJwlvtT0gMgNZDDZWR5fMBirqpK53tiqvZaGX5S/uKDK2vdxam15IfMNCQMMhuk+BKb2y09esa8Rzrzi3ZMqp+Hg4RTJ9ydGxFdC4lJjXCu7UmX0BYZRXle5uCkOVg9uMtUbo0eJa3r98NkHXihzlJ0H9G0xyvxDohyI5OX0/0b0geal2+lwApE2u5gCNhSHCGaDtJXoa+4VXV2OOUJRGBIa7nkBRc1nQKhFVWoCCp8qHQuwpL2BKJ0hUjGGIM3uVGMiyuMwj7BhTCOX7InBQGgxJJrf7iZf5CkphMpgAF2vSFkE/FCkhd9FhT71j7gw60TMUYVT1rXxKMdSDEE++CkJ5KYwy9MDqpegCzmA8UgaDYOoSyEDpguMBW4S33LCUPkL1y/BxQOaCoPXIAzFC0VhLZQdPX6Ba+Lr9A1OXXm1gAF7Wv+McnIj0uJmvPUJvT94VqITf1jYnSKoVu4bFHI1izrihRBva5o/5gxsXuKa3oeWGEUOVOSy8jXzimD7XXcFuMi0bCnNxAVBdIImj6y9gZ+0JodTQim4+At8qljhCs41MYSePdfmFKznlVdYibex4h0Fld6qDJXGu2FsDWWd16hYQ46OM5+X/ABDIr9iv8MRNM/Ky9zIAhzf7C5OOQlifuOlI5rHTZKUGbaV6F8Km/jdPiho3jvUrg0Qf7J8nVsYIxSxEtM4YJzZWdywElZb76XMC0jzUgVVaJzb8dg9AMk4+N0AubltQwbFmjMWCD25ucHpwm1JoEQ1/MHoES334cAGYzD0IpAxAoFQIkDiFBZlEKILE4ispRaX5gGrROJeEYMUShmh6JteYFM34lYqUTmpShaK6sQQIGMXh+K+KVjC+JBQtAN8hHoCWmha5USmyscM14a+4LFjcqlMDLpFrQKYwuTW9MDmRm2ubFiKgZAiOGgbIw8V6QSNT9/phylHXnGK9g5OIzGF4RTzROPx+bgEjkGNZ6EbwjCM34RkeBsUzDbBLdaUAziZTdsAxsKJ5oYIDW2ruUrrEO0nc0Y0Q5ZXegCu330WkVmiZI+gMUVMTLJSq81ID1A7dtUlQsUQVSDEmqYIoTuCJoAiorNGYwSiMEFMl4oUVOcMik8bwilRuMKn9gZyCJi61gRFMVRIBRmUmKIlSFxiCBiADFUsTLAZimJEgMBfsjCNrrAZPAWKRSETlGFK78BGBOEFQTGZcQaDYIYgjBEGFIMRRB8GsBUhKFBUQ2igPEZjYgkAIIg4iIMTag1JiHUIjX0nwIctr2wIuRLNegGKkEgMomkPMOnLEVrEmpARUnz0g3UR9sBuEtfoFLp6uxQsmAVUpvcDlyj6HEAcUoJAMFZbYlOhK13PyDOiCpJZpKoKlkc4CGULKVxPeFyKJjxtSmxUps30/cBSUmqq6suP5CgA5O4MNTyle+ItvKiyj5Ok0VGal+DcDGDJJLthTc05SVS12hbTT/YqtkHJO70Ok2uRHUwoevdi53EFFF0oqr/r1BddE7mugjeI6gGtqXSVV1gHrQzV0NQbI5GmGzBNXO5Ai5uTHd0MnDVVra6AUuaUSzSvphlTD37rKS14RqhGk3t/IUvFE1x5d2OEFElbUGoIpBIjNSzUT+oMkVVUqlr6Yi5ZF4IZwSlf77onFJKVnRNkokrZKpd4ZpGGxUpU3E+QK+xZdhA/MrNPl+jubgWrxlJa7YbndtVVddwUHTSmh3MPgBbqq4mh7w2aOcjpiozbkhiCcoIGhkajUlbVLujJSqtbIW0aqqrUyBTTDtJLt4Q8EK/oDpJyrmsvbqeQJTLKzdcUMT00krvWJ+QwQzVXNCl5bBj4BW66rXp68wNSO1VsnWuADmbq51LIwiCEVZWayBLIfykGRZpJb7iCqMZXH9IEsXdlapVwUswSdJWXo84X+jcnSZo6mmqv3V1kdIMHVHtVf7XTvBJGjtiqyvb3OEMqMcWpJv5CsGTeOFlZk5VlNyDaxDFi+VlSlcQnHGH2xVbUDOWv3WyVr6AvBvyQdS0PiGS3pWuCkipKpSlcfoHGlIuXTXNK6et4PKKpJVW1m4/FFU49hZwyo166m4FJ1MdNcQ/QvDna9CuqLVlKpdkd5rzbXe8OIFdNUI1pRrNlJ1xLl4r7DcXI4yo5Y3bKyrUXtWU1XseQMnVFKtVZSqWIIIRSmjzpqUTtU4yDEkpSX6hApt66QJSgCEmWuDXCF3IVtRZQzTlKzRtjJRKUTsw0QmRo/IVxNfoLoTZsrLIItZaQ+eK2FLuFZvb4gkxazVdM5xeyZb6G7Nn+sOuLRJ8rl2JmoeymyssgGJBJKyVG1t0Uti9MKHjC1mgRjfSM6i7AEJu9fmGLRqrNDOiaI14oPLR29JCygRlPJBlFFlJES6xTS7Kba5AOYs5XTDFWjdlJBJRx7FVLpo54odXNccXoUYqrvXBWDlahfvQctKMsvg+or7ZH3JGtfZMoFNJqSo2Faj+SARaP8UHxN5sbsS7KSCqmqPlJHlVw6otNVKoLqTQmiT4y2SkjRWrRV1vQaNaItbVL6Bu0YBsRqkKRhj2I1s1k1H2ua9LB5gcya+KyPMHSjHxQ82a5FqHrIKfkKZIzUgkpejRtbNGUBaTbpKift7KXo1BtRc1UMiUQGbRmCjQshdQOZzEMWIgdvyqQcS7URijwjNAgAMEbUPFmU1ISo2jZqpA/VY2VkIShstCTOdr0baglNkGr1vajMG4pARsTnbewBVWlr0w/M0FB2oD6QKxU3QlKygyboi0rSaGDdrKSEnAqmavdAgkrXCVoy30bFS+dOETleUlZYg8r1vJ+J6vo0qyILqSlZQKoteaqT2gmUXtQVQx7UeNyNVR6vB07OhsYykpoJI4ATZSakmJIlHnp9ejs8EnNqK26Mq1BUIXxSqtKSP5cQO+phUEJqUcyhiiTfGA35poOoiO4OjjkTlDVmwbyAHSoNgYK6RhKHoRa7nDydXY1ymXO9Zeu2NIft5ro/l9w2l2mrj+QJqQKkkkcPN59icFXc1Wk32xWp7LE9Y4vdFFV+6lJV8vSHUrp3FkdLj6I0xtRKrp1NlD0/QceEMvJw+snbxEjGj5VRVLE9we0e4VSqWuRlnBLxrKSlSgEzRte3i1OKPRycjg6b0OzO7IK3ZksdUHFQSVSAjlD9ADaGFTiIoKv6fZBR42vbABzWoMQOw8pJoGNZK6fyF7FTegeZGbmkgWGKYrSzXnE6uRKBZmcrsCUUbLX1AjLpiLipWvY6Q9A3K1+iGZ2yW1iAdRK18Z0gV0iPpIZ3ega2OrNEUkf1gogaD8itDVi/VS44bsaWlesawmrvvpbosI4y9cH5jozxIPjy8G+Mqa8aHDSlUlbKaOaIPwe1pyVUtRVckTl5PTPI6eiffRaNHo+6Lxv0D1pTKSorGZBwcR1GN4ZA6bxKUJEsg1ik4RFhTKiEYXhmtyoIrJ/5Rb7fe4BSUTIC+kAQQwmQ36APf9MWQMNZiwxLL4xTUVm53uC0vxiUYbkQbGXUUQhySQjUm2UoGFR7gu2Nyv5gZICsSOEwCvBXOh65R32UFryHphWPBY7YkUiql2PhC9wtKF7uG9TekcIHjrL1wjj5ju9Pylzh8E7l4lj8c4GVf76l2AsdvZuaVJrtjjkz0osmu+ywIZ3yQAXd6/KIEI43rvFBJ/kO9meNHtmyumQJDrq9/ij2zO3j9EbIelYc4pGbZKgYi83uBao7tfNwiaa9qMkHHY2iaarxyaALmWVqFRFxaVdXfR1cezk5GFkj+vhvA1JX0Ca3uoKUopK+r8wWiruewOryck1oetlu+HCR9dwIGB/YDZsb0AxNR/Y5R2gzbRsgqQ0OPp8BeAMUDgoV9xkjBWaGTcLG8bXNBoj4oDyjB7c3OGjXdC1tDfQzb/yGr6BD9sPRBaUY69YoSjZAlIYzthaUARAtkKCRlC+KoKD32SLAeNESq84rODRjJtsUHgJjB4jeDA6hBQqUXmFCkQUIBR9MLHEcsNVeSCl3uB62JL7ADmEkj68wrP4oe334xtCIbMTckHbca4xPa9sP2mgGKpDJtH1i+pNFCO2CIytwYDRAwxDbFoxegML8SmMN0SjC+kI1/GjIYYmU9qDG7iVUAETCdfegpjYW600GJqzRrqTgNmx0pQxo9w4sBW5bTRIqgkWINGE6yUoVXt6DlZKb2wuXbygcTFBSjJopCEZU0ZgRIbEm15MKQAhyemCzRld8QMUYyf2BqQEIwvgg5ZSoqiUB9hkUxhujxYCRU9TDBC/qAMyRdoSMYRKTUwnEnyDNAJE8aLYFGNj8/qBSSUpIFIH5AxSfzE4t+EGSt9liZUAfiCwQqYKSZi9NDxQvTSAsdEmzMFEbjKMQYSKSoeDGPzrPr+YqWgGEpKVN1MBDJjy7Uir6gAxFfw5Ot4CqESDJVt4rt7gFVRshmhlJdkKlkc3xPMBDI8rUyw4ULl8fsgJdvytTj8/UJXLsWEjhL2PKLmpZouOTksvi83CKko2o2JROiC0c4qqKa+Rrugo5PTFN5XHHPLpdnQuxuFyjtrKPNFVPPklX8rEy+KNcZq7FEHh1ZudA9zYVA3mi1wbSLaba2fo+oILn3iUog2hGGyo5oTUsmZ9wFm331UMy6FrU7usRNJuklvonFuqqrrfGl0msw4bzUgImwlb1+ryBoo4lVEgrcU6lyusAy6og1IrUJNzXsi5MioJaKtVUu/jlweYNoMUpXwiL7h3EBYw32Vka7QFp50qkkRLoeUNUmqSSvHr+QD0oilKldfPgvCq6gXZqaEJquu2CUib7N9EXkaJJWSXd/OIsih6HHCvpK9+xcna1ATFhNqSviApE5ua15wc0c5HkL+YFm/RekxVS30KKbaqzZs3E6I2hy6a7FPNVxxqTykpSsrQFI5eCS+VCkjFWbmukTd6xfVlb1kaWu6CSPklVf9OAERaJK2uX0Nzy9Y2RT9Hm7uyJxAYm2YOvSxuDaC4iSvJez7gYgbYqvb43vAsVxskvRTpra5wnR0Re3UlfxvbYYUe6m76Q/b9eAVvG6SStkria4QVsSWibhdKVaq4+j+YAK+SzXodHXgArs6SqpLXvgNZKarnRWhNDdZJJVL+6IBtjOmtdLLJoVDR248IWpnV33QyA6o2k0krJXIAz0UwceoFnqypSWWQMWanJYh/i5hN0xav7VrxMgKVdlMFSTcTpjR5BfkbM0cK46SoZNiKyrUayzpRJWydYlT2g1avklc0rXqDpU8iMuOQc8oJq/a6FfJ3PWNOpS5lVgqpK1vevDEbOrSSqSpJuJruglKCT9I+R8wnJxrl0jR/8XY0qj2Ss3NfP3jYSMrIMY0Mk1tfZKLTIWXHHn8vG4FocinsBbtd6la+QWo0Ra63wQiSy1vglke14gTihvQeScUgsjOUl0OyIna8liaQcFIlKJrhFR203tk0g7y7HNeiyi4q4/E9QmYiSqveF6LYVNG33q14wRLJlZPpGTYll2NcANK2te3eFrdtZWvMGCTaV6Y6U6ROn3LWKSW8/CDzIWQHapWvQDVwn91C4FM6ia1sdKb3g5QbWRJXEApELWyDxqh4oNiJeSFqiPigOixtc0HyiPihEqKXJDYhitgzVrkCL5DfdfJwBuinKSC17nZQw/wAQVq0S5LtA5JsMtSA9Mm+ikOwt+QGCXti5JoDpSXOLUUwHQIkUSJBY/wACoenNKSGvulZqoSPyM3iSbJCxVPxQsbQsponEk0WFyAJQtTQF9QFN00gLNBXsto9tKDJzGyGWKYFpRaVXEpFGxGsSaqcERQyLIUtIzVThhestcUMu5OQCu3A8Ed6DBWArl9QUpFFaTYZemSSSBCZ7IIaaeWSmvnCtj0avSjz70cL4nmpCThNV1X5MUOE5SRB8/wCvn1nt+l4sYWDnIleOCaJlTe+B25VVQ6YsZQ8bn0er6bqWzZaPNZEDEkdd0LGJQ1RKIwUYs6HssLEAUhFJJIHLQlb6Ndph2qrZTe0FXVMy0qBEipKq/qDtg0SxPhCJoirNm98OWqyv+46eOOL2Ly/Goj1NKyCak07IMTPLLoBXSL1JVIelFZLR5024mp0geVr+Q1qkVVcfTGyPlEsca+63AGtUL/zNFptCa6lJBzQdzE1KbpnyybnqFZm+yn83pYnuHVblLn0kmGa4D1qo9v08cYI8X1eWdnFbo6FlK2SQRlo6VvWv1HYbtaCy/YGkJUX4rI06o6mccFI1iKcpK1r68IFVTsht6tCa1b4Vu6GVSr61QJfEr7jNMdJcrkcStALl0/1jZXtGK4/E7PAFSyEd9AXYa0AkLKBjdzyuP3sIoiX+FXKFZpOJygfIdv6DzuxEh/FYnGARfmCGyYf8TJ/YWZTXdGFDiKrZXElaxFRoqpWSugFA2WoLSt97u6YWQcWun2dsLiK/HEE38vXCGh0ip/YZBeUrp5EdYilRXXarCCiquvABlFfi0g/yBcb0Fld/9Ysn5GpQqUP39dwYKa8lnQ2WHYLe9Gwt3uXodAGs6eVS33I4g1MrpXfRaiurneoPx8miU4wOjUddTvX4hszSm0lak1XHHHyLfrDtjTsqpNVriy5CE+FSR11JykrUFhY3lRpFFXQq8riDY2tNJdsWTOLkhjQ3MRITIayFCLiy7YuD2Ky0kRYkoB4mshYSVvWWBECL6/iuASIW1J7Vb6xA8I30hMhv4Ath+IxJHtn84nFYBwj8hg6gCfg1vVGXaoUPI2U0GrrhY9P3Awf2a/Sik2uNPpdzZDZqUNKrjTaZPNr2tT6wwDl5XE7PToTuXnb3POFSzoFHMqrnfTC9Uw86fUeiiJlJv8tfOI+x9OYQOcUnUVxJvc6IUrGBcspK7YDcKTRJZVLO63wAdcMhrJmWtdfcDGy02ymhTGN8HNIb7reFPAjY3SPvU3HJrfF6UVeh0uEDIZqaqllgiJR1caRw8tqVFqJgWlH2AGUoObe2f3Q3OsX8nO8paGjTdDdrHxoVM4pZrIDlkT0zggrH+xkjHIm/Fg1iGjTUoBQSS9DHDJAioZEm3YelAM0ihagGSEAcRGxggTX6Bm2T9MLWp+V7IYt+bHBsFJdhi3hvvsAtIwHIbfeICUjDIwSkT+X1BBM6BynE4HBMEGPrzfUQgYQgYQOYaxkyRVBirERNtDEI3hhGeU+YGVgLK3MImiGSACKQlBQ8JanDdXlQuefGUOhWvsTql14orTLa6w/cXnzp9cIrNFXlQr7ixXkJbqK9vX3jYWcbIg1tuf5aIesYWW+doP8AiZIeNwWWIXox3QaWIxQsMURN8hkojHaGxA34KTFHoR3BMu0IgMNZGDRGSmGIx3BUWM0EVsIKoC2rjxoXwheGSqDAibE3czbVLLBxFBrDdxKDZFzNshjDMkRWsSaIEW3oXFBsdIVrJSlegKjQ9ANVUpqvnAKyMqyBTyF+IPE1lmhSoUXEMIH2wF3BiDmKKasQXGGu4KIkVBMRhHUuAWJoiZCC9JKaMYrg1BKTOyteMC0m4ZNmU0YNCgrFUGEYB8hRXigejQ4xTGjW4MFROFH+KG2fZcRA9E8kHxNiaqdqIlbjZz0UB1qMVSAavRnx+RIkmC0CAwzQeIgDiY/PUyAHUJrxvoGBi9/vR2/mKDQyEtcI82yiW+oXK6fogZRKy7evB+4PiX4gOeAAemIsVT5IBuEstX0g2PACqx8UFHgxEoRLevz15gOTO9MNXKU2pa90CuUpQxZzUogRYKiUDcroeYEFbfddcbqA+a1wjm5EV4307AzxtZouWNZTRhRDL6YnBL7rK4g5mdMaig6hl4b0N+ufczanb+Q5eyPK1vDpFy1IMEkiTagaInItaM3SUvsBUlll67QvYU5ZEV0wjuhdJOqZJKl1O17gWRLeksvBrtDOe9mTcV2HtI0okq1tcQ41giWyuPxC1PeGzgs1rahYzbylfZx+ALYUthjQqrX9G1hGz0a9yJqvcCciH+/MGDZDfUu+F1Y7njEe0s7ataLm6eu1wDQl3bpVWb1jZKTTmpESy+L0Qtg1lJZrsBm0uwkcZKwdspN/jfDdNFJVK1+gGTab7xARBS1/SEodzjEyixvdgYiy2LUVBbZdJLWIbJnaukjpKjJ5CiJ7KdNZQ1ddmrNlB7SDpJq6OlyfFwgD7QSVV1iKICTW0CRZyq+sTR3QQ3sgRCKSuvrFjllKzv5gsNZMLaKJd/XaF6tGJK2qSuP5+cKSmteJ9Q2ZOUtTRAvqsDWRBuoqlZKpd/5AOmHSuOGNLLJdg+UcIF6Smim7yFdi6KiuPN7gsSiqkrNV9DaBreCTpK1S74se0WqrapK/QZ/cTeC5IyTroYmgJrUSqlapY4Dbt1UtcoN29I7FqTcfG12hPqHfT2Fbd0q17get3qVKJSnSQw6opq/SmpYh9PWIAKxVYKkywfkC1VBL6g9i2rX4uEAsDSlc7U+ocNHc2yy+OAVitVbVJWX6h0Q/ROT8DFWDpVIiun0ReyMo1VtUj6wCd8u6sFWqtfj1AWlSjrEm5GAuP1Cqe7RBcUjYVIq4iqSuWLIK7Ka8Q5BS1XSlSuhr5RSeNrKTVAnFS7mSQVEqqSXbFlH2tqqLKn3UlkfXcF7BCUqTp+8csoe0zWpDcpNdwWJpWvxitKG9cQEox15gkmJHvoJXMkkkRL8W4K6Ohahc/dpTZWt7mBlGmAhsrOWJsyRoypQLSmq67gXIrWX+QGIrWpPLjdYdg/GxzRyfKi5+6SlSgEm6lJAFZ1spX9XrGQydB7OE1UOSGChlGy1vgwU8CeQmKmvOJJGARlBNNeVr9QhQYLKykv1BVNmqgekH/t5I8zVmqhk8WZ7HbYgJKfepQCIuLiORmxApOIIT+YXEXBR1kkkgjY9mKRc70EpIzVRS+dzVc6LWRQYCzWhs2KJCiB9fkJkPvX4Q1iQ7mRe2iBr8QW3KEbKNDZNTYqQR0o6m2QIpF7KSGvGW2UqCmLIaMS2oYRglvWmAGZ5QKKb+ILYKMLJDyCIkW1tVVRYSMrphGxvIE9WlJDUaRUm1w+pl3ljWVDb6Iy/RaEisiNkSyAFKHlJWv1DSEMgK6YbpOs0PD5+rkPd9PftgTB2lNlStPKGwFXSGltk1Wrr/AB5P1DpFVVVUcfqFGR38DcUbiyNN4lQO0SKygjoVIPyxlJdyI8+oxOjctgj9eUNWdmV2UHdKq2R9AICWqpwvGspUW0kPaJSSVSDSLJIJGB1UuxruBxFzZbQ9CMdUcEnLbKF0+4QJKVdbFSOkkGyhggpodkHhE5Z9RqlILK5rTqBIuZVKvNDd6rNV7AUvlbIJblLQNY0y65dkq6f9CuO60O0lMM1oDmNwtFqqqkVla8I6k4PsVrKSH0nBx9CPB5eS5ts0m7FrspUamhRiSQ3GlCbKVP5fPuBOoxVais+CTRFc6FZmLUK3VFJTf2DNxBXNBc5irrfvCL9PIL5IyFjqgUu58I1ilLlrI9kN3iulvumKzLJTbXHJ2QnXAOUZHIXVDqpVPZ4LwSLl7fuHYaRotJ1reGpUjc6qlXlCilkOrkaQQ2QDmitqC16JVSVmzagog3VzXthkN4GRM1+rW+BlEklUu30hJJu6laYlVVSSPr8gXrsGxUZpK3oYKSVtaYMv2p/IK1pWdBsF4qyMYXxQqmrNtUheha2vWDTt0lUtfWM24ixX2Ij2VTtV+AVHhruBksw19wjBqHh1DfHYAla64ASRNUFoMt6BBWSQaHSJKpAEFVZQsIZWbxO9fBajPevwisiMrO9yqHsXHIPZu1d6/IPmlKKpdwawipKtUu8CknPth4TFfGp6N3bU/KqTfqHTSnd6HNyu5SUqaCkaVVS33E8l/Xzh1yZHK/S4yOpI0gk6B1abUHNGVO4JoesLo+VFlMR8OBuVbrEzRyNfOEzOl2qqRFesM0lZu+68wchKP/0JKcDmU1rCUTSqgpXGNZWrG/XCp6vZTcf0gaqoFT8CWkFdRrtJuZVfQ1wwGmUqukNlplbLGk0ovKzo4uXpO706AzqzUvh6uEUnNvQqOtl/AKiK8qlaDjZ6HciubepQrXPNqWuvALFVEla4oUhZSvQ4fqGKQ0VLam3L4AcQBRj8ql8wMsa1BQ9xK0i9w/qDNsnNtQrRL3w2aEDRWRCT+hm2LZdAEwTy5XeEG6fKgoo6oHFyVLuYIjkA5qnK4+vCKYQm6/QEoQ7HG/IdGOrIJ+Bgx1/cPmSeQErKPt+cO2R+4HJSt9hyjBKzV9oMEib6rrHdC5v9OGIZE5Kbr7wWicXsuJC17APbRtQClHxoYNYgGaGbeCoatSqpemFLaVrhB6Efj4oCYBoj438wSSPoAVI4uTLa9D5hzBsyIsiYBlshaVSUCmJYURQVx8bliEFB6t1AtFH2MkOMRMKzG8UPVpQyFbPRMMHP43sCEVfFd8VKRmghS0eWjl64QudgxW118wBXmg2T+QtUL6YCVzoLcG15wJE/fBQrLWs3lfaGxUcpZfjCBumHTE2RN1vgvY0HQ7S5IFlMF6Cn6fzBhDAIyL68RkphTCN8WR2wcg1skaAjfiPZ3fRMpALCukqiWaKwQQRgQFbFoqqxHi7YvMQRlA/E1EifzFsFZQqMSyHhmAbN3gPIpZDWyqBg3d8rr1hbHGhjCox7LjnAh3MrXh2hYdf2A4rKjQEJYyZT+AnMmhTJldXnGIoApEntgvYgKFoXVOb1AlFuCzNBIjcNQy7k2aI2Nk1ClsmNhYJK4gEfkUiNGbZINEKOEaObB8i3lDFaFxaK8UMwo7xQdFIMSuYNYy40a+vRwXuGQ24zYLHTYaxWsTWTNEgKsz8UH6zYALpgxFez82VoWUrv5Pu5gMqlN7APl+2Bjl12h5zEn9sBPDff2wAdaCvcJ8waoQUHLZZr9tyIU0OoBVMBToZsHKo2vmFC039YR9JaLQtil7AEXTDMxOS1iK4o5fwAj2BFzUqUFjhO1zodkT3r0gnpZvKV0/34RKa2Vg1ZeRul7GUJwZCDaMpLt+UNW5sgck1R0Ql9mtOaPdJWsoOqLskiaGu6DKUglsWy1iFbSbN6AnP4lo9zz9RXZVlia7nMGtGvJqtqqAnrf7rNlZBhhgokkroCN/Y/x2bqgWalKS+ECqNFVVehgFVFuxuLGhknSU2zOKcb8Cy6diNFNWVnfftc3OGDVuqkkTAFL+kFWD/YqSVSoHDN/NSJ0xtCrq2HLJpSv0gSDdqklNVV6YKiSymq6A1ikKTVmzUuNVDLaFfyHUE0t6yO1e8o8ZvvqXwgJq+siTQ/aFSV7fqEn0jvjEpyKperz8IPSgqk1P0y/IHuaPVSrqgaclKPNVJrwC3HARzxNFXIrNPymu2LSJykunrthm4g1VdWXwipZtkSgzWRWDQO3UV33uVL4boRspqtcCFRlZ30KoYtUZWdzYm2MpbKisUlbUWlaKsLUWkOkkrxyaAbLLNdgH2Ul3vUGTJtfRq9KNlXSU3QCFRB0kDHNLqzTpJZGuCIyQ03vhwUyprHegwbKKpWXfq8YRI2S7hPeLlGu+zQvxKPqCWqjVXOpd/i83UJKM/YyfKAEzyv1hvRrrZVkrjkJ7Ot4NcpCtI8zgqrvoLeu0kmspVIhCEyD7cfKK3aKTW12UQnQCt5SLV0lsVX09dsPHpOf56K21MNUkj9MV1EnSqiWQF5KPSm/wB1X12hLYyrV1a1xRzUQqA42I6YJEVyyVvcJt301War6Ai0pKVZK5ANPQ7ClEjqtVah9ecBcn0FpxCG8JVSUtrzApI6SrrseUIDbKYKkmpZGL2oBu2Xaq5rEOcUhP7Je3W0bCwetZp0lcj14d3yCyCkpXO6XkvDWnMN9S5vMJtHvja+u1AUfUxcTckHO9dPTFzh9KSsgobPLK1VxNA2u6Kl09lJHlK8GkJc3Dl2F+KsIgbZSsrHPr8g/YlSSspv1GutISrLTOHDZzvQ5acQvq7DxBcFJOtat8KE1khk1ISkhnND100NXdKD1GKzbX2BrcHeylQ/otRJIFPQPJsyBhdFWyClN+lr5xYZ7NtQXIyWxlA4gu4lJAKLyUEz6lpqoVspQadzNVzvc94as1LIa9R55oeJKAxBWhmRxZCRlwtTVFqa4LkLQ0QcJDDl/KSAkThS6dTa4Vv6GXei8quylQ2bwsiBQwgGdeUCmLP6GaZxOeAIKCZFJQLYqQZMSFxVpSU0AQOIUg5SSSC3kVSKaUpAVso5AWFW2UqHjNJKUQZMVoPTjZDJDzRGBhNOOvvBNiEpCTk8oVF/ygalHtlZCbeI6QhpVxahSbbBi5pqudriheAjOfSV4426QI6W5L4hrzilrUMqRjKSONWikqq6m8fojwuX5HtweNIbJ2tTQDSjoWvfClvCVXm8bEDiiU+5rwjknNWehxm70YdKUGcC2QUMS5AZmNZDim1PwdUNMRU2slKAdHJzd6EKYN96OCqL2g3HDHqNzSy7DVBhwDCicqZa5HuBRVUpQTv3M1UdvGcXI9UHpShrN0YdIKSkghplUd8IZHFN4moqEy/iABkFcQMnZwpJH7+S1DcEP/Nsnzz/APHZ1i4tlsVIio2Okz2Q1O5+lbJNLIDQ7rZSo+p4OPGNnzPPPqo8k2m18gZXYJKpZr2QS3T9sEmKkLtkEjVnNGJckFbmiUhuKzcArtxF62iitmiuqKCh0wV3rQG/OmviglfMhN9Xcfa7GpytcIreUfZHGxJ0ba5oHLUVNa5ock+lnZxdjjFMt7XNdjXmCxqkN1uiohKb2DhInR++h18QeTySKUqVr5wG9Y+NDIqKsoDOjKq71UqE12xlBje54NeXQ/nzgIxVZQeKpzVe3i+T6gJwh/LbrQBaDH9i1JaUlmgYk7lVLL3CszTffbAZiqzZU2uGTyM/sbRMkrXA5j67n7gdJZVKvkCaqu9Jc2QFqUQ4ZbLk7JXW+LTuf1mAR1ksfT+ooMrZd71DCOOGkNDr5AHVcgQqowlaq50NkN8QokdfyGU1OVA9a+r8QnBX5jBarYTBb4srmGNlpfhycIFgb/YVmU15o7d8NYrWWxqi6V3rWANSpJVLsesIEFJWuAWwXmpTeIHTkLWSNvYU52++Nloy6CyzumOVlda1gajSio6OOco9yHJwKXY7S1pKb/uL1Tb6ObUVTv8A/lfqGwNKdm53Q+YuuTI5JcDQ+WhkK4gWPlrLNCJqZS14YgSkHk1I/EPl/QNN9IkIOzWaZNlzfyGi0kdW0G5UqvNr6ZNbw0elllR5/Mz0uCAnVcCmK4gqcCWo5ztwQemsl0/XeEzKWWt8L03WRr1XhdW5hgpV3CFIBeZKVxPyBNaGphSY9qE7DNKi1tDklegHbRr+v6hG0j6YcomVxMgdMO5zTY4KRLNaH7Cw5rXQA0D5GmTQ6xFQ/wAeMQdcUcPIGoqfH1eQEIm3rieUKyr71oHBKClrnT/IoN+BHDyh43WS7gcNHHt4+6NcbKTehUygxQcq9j6B4hSNpbKyu3gx+YHouMsa4kv8YZION616r40TndRZsCK+QD0YzQhRXSzQaJLCjQubY+bHBzdbvhC2ccliEDGDjt4gygLY9SPagoqvJdvg2wmbLZH+wLg7+IEGSXcYRUFxVklQtg7FpFEs6GoQPioLK1kQBEXSx+yJRUSVGaK/iXGGK4qreNgMX0scFWKYVU1KUQNEeNHkhUYwxjJjgNweUkCljJYmu2AHR/QGA+kWrLdza84qrJ8AkqpKA5jA2Iw0hwyansumEiagYNVZqpAUZGwN4hghEJ0DWv6eYME1BrGQUU4thtASJ7UWFjZcQE14hJDDNbrA48moEDYZA++iZSClOIvROlvodaCWwTyPKKjQ9gSIqMHgMzEK00RPtCETiBjhWwUSNETTPyooJaidbmB+RosIKurmviFkHaoEHp/PAED+QbBQSRNa9ABwPwi9FSUrmhjMbtihimQKmZpvoB2yKNEb5F6CU3egRFmCEUAdBuKfINATRmH7FMUN2iQatkQH2GSGtHkDtEgUMihwjtBWXgESuYYkxFkIXxmMbwA5QYgCdJhhEwoViDYGInKYUuSDZFkwpeNUg8ZEqPzOKorvqWRpCo5Jtl8YJiWy0K/a3BExfGjgIp/YConkCmVZBgcv6gOsTkuIMNbgLXKSuIB4k13AaonkCqJAk0Mk4gEU7WyxAIcquvAGR0svQFKvp/QKPi/IuLZK/h690UPEElbXLBjhDktbwhFJJVLxlYaukaLoTrH7nrBKDqyJKx/eBHqSs2bxOkBUI2vfya18cPIjth1DVRVVXOpKKCxsl4oWM/G18f5BpRCKU3p1xzzWirfgjFhNa8Qg15RDYDo/s/sN8Tb710svcvDXLoqMVx1UksgTSGsvoZzkTfyG6sn0pqdVJWoOXUKR0qrKGzmskpU09eqNahIaslsCcOVXVKHm5deOPuh0yQVSqWo12jbJ1NVVGzMFNlKytCplge5Gx0sYjh6tKYWWOEjBNJ0r96zeH1jYYs5rWVNrhOZrKVzR8qqap6oCuRPTDlmjXNJcX1jDRdVJWVxNcAHQmq9ggaFQSVqfsBkuwEM2LyyP/sNQp57NdHSSyNEbK0TlWSunxwifNFdlHmh09aIpbFCJVUrVX4twFIrylexr5gYdqlsU+QK0mwkmdLnrXcOIRJXfQSWi1VakrHArdOVndbwasnnJKhnQI9XcWRYKpK2qVQXvVZrWUHbhw1Va8RQg013SuXKxD5P5hofsV/SFKzdWaey6Q8Re1IkrocQYVUVVVBECWXT7IZtSGxcdhRSK6/uC0nEqolKIfp9YgkjNSsvhHkJqtlkdvbCmTyGRaOSVS4h+KIRZqtVc7iCxqf2CidKPpTC1yyZB+cNT+yTTWhTTBFVaivQCdZuqrUV9naGXFIKq76JFfK+xxcIo2qCo/RBueUG7Q83OqgVs1mqzUsvBla3gUZoqlnRPIdNFqtH76ljnyea+KSldMFc0LWrhXfe35QzIowfpSlcsMnujOybSkmr9IiTpIh/VECO2GxVZrVWuSt6IqXolVrapJYnQFrZdWba6Ad/5EsYp2ghmvN/iKSs1Zs1JX5VYghVLfWvoVQqXVdNVZXHxh0J2tomlseUctNslQxI42Kra5HZCShXFqRJ0rUOfyjZ14pKsD9DI+oaDFUPspi+mq5r0waksEzcyW+4hNLdDJdNVrUVSx0Dk1wBOSCn8O4q6G9Bx6RlJcTpgBekZqsrLAL8jrOpZApoxRLfeccXtyj8h6yNno2G+qq/pDdJ3KCBGkUv0DH2s15XtboIqi4vZsp6Q9v8AYXEf2Xfh5oDUD02klmlcQCuro96m69QGeinnRtz2neSVArRVVVXvjUWtJqulfxjY6Oca7QGYZm1N9sgKK4Gvpv8A9HWJI0l40U6RL8GykVBCK/jcga+R+lnZuu6JGpKUEzoeMFEeO6QABFpoRq0pag5gvvv7/sCmjPvo2dtCyF5FgjTpJITJSXJdsYTHqNgK4SVFpFghTpFJUWke8kEHUWOjuUkumEtIUhNFNIUjKSCPZs1XvgN4jGxUfHdDtFfXnGusDygxSXSGgK0OCOJoJSVClJYHoKJB8wJBsVAgpd4Gjxykkkcam7czVRKciyjouQhNzoApRxK1ygxbkshqt1LxLlRHkl0UPw9xa8ppKaLmqyStr+QQNzzXXHDxFlZSkh4XJUWz3OFOUAyulnUg8oaI16CO9B/QifKjkuNndUsUbY0cJApZ5ZBUmiqMqq+NCWnpBqYrpI33oH0YmriBarC1m5f4QzZxVGnPGkPFMYrGsgGklNtRld2liaAimcdfpYOW2cvqH4R5yskkkNXpE03NB3SEFf11gldfIetFYnnPqNfcJWtr/IALJJTSKg98dXOhU3jNdBuCGfKR9S8eHZt9AxV3rXnG4sGuQNduaZ5Co3RqWUPpYJRjij5vk27Lk0sgXQbi0sRKBAjYQVVtvoBcNw8MnyoGcEmhUwt+BCq0mha6ZDZTIAdVpljUMnjo1PYHb14AwIysjhyWjwUnR8rW9tDl5IZHXxs5NdRRtrmq41gtG61R1in6Nm1xrsaICrpQzhZpZKMAziicuyG+FotJKyFTmiUlQbAuNs5a4o5UJnbJVJXoDqT2hfFDXaQoeyPKDZZAjFo0YxdaoDdRSlf68O6Nhf0bKCBVJVLetcO3wRGSHYsPFXO5Zxc3mqqi8yQjmlbIaL0w7jVhUGSWdlAF029jzAwrz0MnHEyxSGFbz7CRQqvoZQnf8UGkWnzAq6UrsaRt28FQ1a2YTjyQuKgKG8LWyDWKdlrihgRt9xYaAphFX0OMCVSqzeJ2eYYMSbndMMPOHkHJKzojFRXfcQXGQ7GPexRUu1S9C9whk/sD7aK4Gy1emLYRv664BGDdLv4QUk2FM19iYoIaGlVA1RfKpKhYnKFhFPQFMxZwHqdKK5rviUXs3O9wlb1+UINk2uuKJQWlfg3Yhs2Rhx/QQ/W3oanSZJvrGxqK2QEXYpCT6i0ejRo7hBWafXqAqpxs76j0la9lrzhE4o+Aj7Z0wmLyZ0FV+cDlRy1emLin/UJO4lYFpogdSFrncsEFjZAI66QEP+Rp6CGan68YNU1ux0QlRjK1w+QHNs1xBWPURmlQ4KrZZ3ujBzzeOAj/AOXRxRkq++pcw64SxOKdDBNWy0wUgvqfbCuCgIIt7Af+hPxG6K8oM269lndd3ANdSXsgUk7V9j9gbEibOg78biaH1DRq5yPYGoNnauIGjN7yopEnOCkbY0eJeh7w0Tdb16Y1VJf+f1DBJz43HyAbIta0bMk8lBii58aNaavAxTXm9AH3ULjfY2JJ33OKCiuggTU5LXqBSTiV+EU+W0K6HkXepQUm4yLwTtXAOTNrzAoUaFUS3oTgcBomy+ICJnfICGy6ZHkhksRWlDLE07UYBKEEoCmJhbvWt8U1Bhn+io0d9ATrxQJVUlK9A4oVRslLIZ62KlbFC5gMpEELwAkY3hjZRLCnS3r0weyU7nuCpLOg9tACxbT2h+1MGKBsgLGUrfQwTzQZlEEQhNF4EhGULiKK67YAG/stOMk2hWJxjuxDmarqL68RdA29ASEb4mSPjfZCB+QbA/oDxoCosRKM3dDIJg8RUaAmeIgYEx4pRgsR6vziAwhZWiJCqt2xKENyAxiyBhYjG1FVXqFqcBjDJjEPWSoQsg5aJShiivybI0UDdCA15oYPmKiobLEokMUShk22wEiDkSjXkPhoaMyBuiVILWqORKB0JoUC6QgUniKFHCqQqM8BYz5EXmVFSqwHUeD0FUlQDIqVVApzAhQopAs1ZH5lR8UrZ6P5jEDCUCjEIjl/o57ImKBzJe2Lon5URMTuevCNjWjXkCqElJfiAZ4e2GK6fje79QMctkBWAFLwLnCft/XbvgdRDxoPUTA+x48AVsspOQBGF4UInBiyaSX8QJFO17AH/sNlqkLnxUklZvpBSqpr8hsLwk1LiBQmhyvOINHTx8ioZ0MjNzvFxK+jru+QH0etsV/agVkaUkJnJN+9cQ3WOKUMS8Z5baN0SjN74i5apSlNPEC9g9mpWStTu8IOSUm2U2YJTYWv8DVEW+xXS8rm94YtkuV5wORH70dJXjhw3TVSSPZCMm7LfjsQO2qSToM6PPKVJZdrqFFKoSrWVXEaPczQrgVTTjo3BFZJLO90m6PKoqq15Xt/kFCJ5qo2yhDsM0rjikOnuSl3sRooylZWQT1AxvySVQB3cGSotX7qrl+a+FVC0za2vEDcjXgMFmtm3FR31IC0kVKba4lcnkBVH0k1VqWoT3TUkklZJZfy+QPFyfYMHdkVDpK2SVT0Rcm3spQQIkdZ1L4Q9o+kFd90At5DxC5KSqVljjLdjl6Aa0RFqqr29KrC8GD1tKSm9EBPqrwLPp7GmU5BVJKUNaSaq9vz+YbxT6rBVqS1xwhaoJTZs3ubYs+nsLxt+QMzGyJx+JtC9FjyuIQOiJ2Way8jhGFqPm2vREilsgzSSS32uCU0GqtSbicYANU1c1+4JavrWUql3hUmmpSC1aPVSSmpZBMvqC98mk6SPNxOhzbnl4Q/bxVlHVyxp9NOlVVc1idDbMHS8iNW6F8aMStFZvuiMlZfzEDkm8dMFM00s0qr0wLTL46ItCqpWsrI6QcIKpZpXv4wDVaq/wDqjJ2sq109Pc+YyNV9xo4oNJW1YK68wWJt1UlZWRt43uDKj3kqoDnZ2CqU1WoQ/wAX0BgsibePcrYP1ZUpVUgVuXjVq678cQDLvUpp5X5AKCqTpU+gcUxYnfwNYvLWydH7IkVu67f0CYiMpXO6xBf2kqklKSFFyA9vyHJLys7Zn13QzZ0grypKnaC1m6av0pTpKofRPV194I2Eq1Sm5ZNEMuTEDWxlsdJVWboaVQNmb9qklsXPk0a+2EDF8l38ivuXxRSUFWqs3Q+EUTVEEpXZsJ3SWaVAz2jEpU1qF1FmSdWTrudINjvUmH3VVLsH4wzhmtC7vZqLumVWqp0lQOjdFl6HeD+n7nmtPNZrXP1NEcqplJ/Qysp0kftDh5OOUDqgoSN0NdGATU1NV6fE9w0A9NJKq/3WOLGtLyt97xhJLdHRXTVHUqOpRJL1ZYdJ3Rb1r7xyhvTU3fcQGJU4qlvtfXaDJoR8fg6ulT9lnfqLS01K33XhHNEaY8bUxeMCvtTxoTLYPYOlf8jlZ38sIGVupss6OdL0vZZ3H84DNSvjcTBWGc8hsK0dKSp+1mzQxTumlVLXHycrAOYJUiqCDUor/HX1hVID4rR0v/k/sAxO6Lxo5cnScoEJ0rl5YfLIVcTOqIXQeNxPmC4XQpJJDlTemldcPlF326r3NHyc4RsdQxN+pC6GbvuWLqNfDnjalJusPyDthSeR/sMbkR0xGkZSQKQfTeINFa0x40MUXyWJK+IMmRlF9zeGz7LDBN8kkNJbUoDFqUlJZ0BzHSyG1L0zKr2oStXSrpUIH1K7KVlZYeUKZLOq/QTj3NeOh+meyGlXQk5LnxjjbXKtlNGmU2rNzvOIeonj2O703Hl8hO0JKtcgNEqSvVAqTUtZX7XhhSFqfye4eRyJTez1uNYmyfaSSo2m5mKSvbIOdIF3pX6je7lnaSWuu2OLlgorR1w7G9kRSlWuXVCh1tnDBV5ZZoLVVbKaI8Sx3IeUn2Mt2aStRXN67YKct5QoZvEhdSStlN11iNi3MdvQkduLUFoHSlBCsa1/CDm61lKHfwvE4+eOSCHS838YTOzA85Qqeqyh3xnmziaoVOi76B2Cc1UEV5qRwVQTO1m6+Uej6Lj6zzfXt4Ujd7nW1kQbIiTsBfRZJSRA4ImPbT8HgssIlZCZtoWFKIniB0jUQMoKzRFhiWQgTxoU1FNTnFyTIWJohg2bgTKwXkHQY2QofQ2KH5CpJJWo1qnFxowC54mrUkebruhG5JyXoDYIt5qtqK1GKXJfUws+KNAhzvE1BwqqkAjPxtT2id6lBGrQ3p5RRBwQfdnIXKPPQAZoJKpAt1R8roAA9kJPi8xLLlcdMCd0M1V3r9xqlK0Ba6+Ybqmur2wK+Qm9sRdx7loPLaOXrM1WoWHT7mu0NwptvKr2WvnGuyrUPBmAk0u2TG0cIuTm8kHEGdlKyD5YHOylVBS0IYRj2KlUCPZQLglZWXogVaEqvodngC5YhayQOkWVmqnzB6Z7KUFhoKpJCBH3K6A2QNxGKiU1XiCitEQg+VFSq/6hqDegmEpUVm1/MVpqcr+Qgc/JAp/Y/wCJeWVnesZKt/1gUiuuAegffeJol5wt7FsIjGb0PxdUBgq0roAeJ0s7piNeaKoISVdXt+7bGSLq483uAM0R46+9fsDCYuFLuGFX8bia7YwZb51uoBFV3qV7WSPRUm9z2hVONiPsErHm1PwgZwxSVtegMFMrvQsgpkShrFh9idxRFqfQAJqJdJKnssQbiUqSuvzFhWXf6Br3vE58eRWHLizSFW6sqVxArXJKG/UhRaUridka69oRVUR9tl486ma+mpNqKhm1Na9AeNRKqW9C1u3la67YZZAm8kEQIl0O2LUY5f8AqMJqSu/7v3vCtRbN6Bz4mPhj7x0QZxONSpMsNGVa63xNOE3iJ97AKjmyO3xfftj17xQpf0K+kLRUV5LE+gsTNaipKPbP7haikD1Ga1dBySsrfdd0MWxwqRS30NWyXJYnr2oeQPDpIvqG7VaakSy0qgatYeK1+QXs20oNWZJvoh+TpWhIR6sUMWaWuu7zhqiUUsk5qRA1Sa+KHkcvqcWetx+myjVFN+alK1KCUY2RJuRg6xg7XxROkPIw8V7I6/TepzPO9T6Z8TsPRm777O0DUDa8wEbTUge3ja/pHpRZwUMEIeKF6afc7oHSU8bifTaBqZ/YDGhUSZExOCfihIpkhiPK8TXaCNBdUeMKVTi9SAEXDxNLpiDrEm9sULQVFpxStEYHz2LXBQCqVUMHCffAKnK5HQ+gws0VFja5oFoRtfMKYElb0Jox+PWAwPiPWsQxSiFTQyuIGBVeSGAg+/8ArEiHFIyWMqIK7D/0XlMLKsBVBQTjEDY77Ei7QtrcwGrR5MZOuHEr/IMIYXxOBElrIXFOEGJxh4rWIrNtjMI+NHoJ67YazEC7Q8comeAiFMRhC+MCYiYvp+cFCFyZheUgGjtApHQBsahozQV/UHbNIAMCh6ybgjIMaIhilCUINkgWVMYtBjBkcOG5JoVM0bIPGKQWxxqybgkyQvZIA7YgGRX2xEqgqAzpJDYXDcKHaAayT4xYciQGhEGKFSAp0xrFwIRiqKxMqYicgTMej8z4R3rHE4+K0MsRL3PSEk4CEuk5OxGBZo8ciuvWMkU9sehDL6et+I2xmsY2VGhK3rXyCg5daoK2rJUYjDI4mHKAZljQsOnr8wIqS11vBiqVLXCBlElUku8BN2MkgBUyWpckDKJ8l8INXQ/+zS4BQoQDpYbYvUtQIukD1i2U30x6BUlUpUrXXdCzL/0BEjrgF6RrKV6H0AZ5qSspXIICW8PbHFyLqKQk0GUSvnNfMNhosk1XO/S+NQJHYqoa0W+dKupSSva4Ry8h0ReqQ2TaJfah0vS/IOTs+Sr7mt4APkFWtR/p8YbHRaySrWaljn+HqCY5bK5dAmjRGyq6Wt8as9Yq0W6OkkOppUdl2QUXR0E1dWqWWQgkgQnujRkniSSs1Xi5GHbD6iaUyMv0cA15kySSdH2Vj44fIuks0lid3dAct6LtQ7gN0zvZ7okqv+Y81bpJJTVRSZGa/tdPybQJPNmyleJrhGyxHVtaGNEx/R+YGpttNVmqpA+jSbFqSsc9fG8vCCKQSVdJWSXa+oa77ASyYso5dVWyxOkDDN1ZVkFp0ZSs1LI6PCNkYxSVSJ2agVN+BJojRqmxUrUG03TiqVFnSSSy7+OJHbpQS7mt8DPqMmpShWMl5J2aJE7p06PanP7ge2Tda9YPhRaqSpJSUvHxj7YZmbpJfjxYBW2PdIsYKWVr2NzyhgVqkrmlQjRRVStVcisHLZVL9YY0ipw0+9SkkqnuFra5+baysgNYOGso+z9DIPuhC4u4apV2rXHFYkqt6L3MVUs1kdmI1Z66SVVzWvMNlJdC1dNTtVcSv7IQLNFWqs3LIfX6B30oaMN2yhRqkrxyH9Q8mzVa1NPR84YIRm2vE/YZTa7KzWJtiWY8YboygWylJe3t/sDiEm53XyiJKOV5UWEMklZa+bhAse8HtGFKMSVtUssmgAXaGymp0uJrujYZuxWE1LLIWJzjR3FLKulTza4rDpVkpTz7FJm6qX+ojBOVaqgoisqpZYnnBMxV1xPRGc8g2wFI9qD0WqSo8ajUsSUMJJKpb0fofmFNKKLFWbpL+1Srkwea8PMaSdJWSqVfXaBDV6q1V12uAELIpOs1UJphoy+wShGW0VKlSdKzWqtRTTJ+YlsnZSR2CuvUFxJrVXt44OdqMEmuytMg6oMg447BUSyrKaTEyMbCNgRJs9ra5eQXrgNXapNdlTeP0t0P2b2UrKV9Lcvw9wpf0K0TIqq14+J1AK6GgGtPUWfTOcmKfdLHnDGkE1UkiOkseplVL21ruj1HKpYkrIPlErefyhU3LUjQ6do+X7tKCpm5J+fZSR6micpY3tbw1pO6rxo+vLprmWFKNTpP2s9A+nVwljuQHDbvvARKanf3OY+1ZcwV8afY6OP1H2c/Ldn/AP5WICErs0kv/aGkUkwdMHR2DpKooToxAkM6Je0nZdTy2dSQu6SS30h+yYWku6//AMr2hymBuAXonVCPiUSlvudR/wCcJK777Qn/AM0S5XE7Q5VCLqb3uMJkm9PHyPOB7UBXcjr7e7dLEtcTtQvhsjdeliZHzHELz/0AekpSnT4uUFlwrwCP7O1o3WJZrEPUFyV06WaVyMA46SFPTSSkjhm0jTM3NHCR40u4J/o6+ndKlKlTdEXGuhSxLXujlxDUpj2RzgxONKZ3HGw+hm/o6s1pZKVnU6/FDVpS6SW+2dQckQdUol+Ph84Yp0tSiXKDYMR9Ts683p1KVnUwyZ03ayhxttdG6330g3b3VSqk3E94k7C4Kfc7QjT1kTQ7e0B3d0KUrO1+97xy491krXCAT3VOleOJSi6GXGjpiFK2s2b+43GhKXSzSo4Y2uhdckfojfLkKQdOqiqqXzAn0oX/AE+7OpPHn3UabS1IzXXQ8l76h6sea10+8NTfpJTemOKUsvJ2Q6WHtC7KV0Ac6bSkvh4PUFlF61xsEIpKpaw9Q4eT5HqQXSa+ovKshsFz7xXOgBVilNzXphlRiSSSXYEWx90bi1pBXEtdfcJvHPjcQKWzkVuXPjez8xPpKQGlHrJTZoeHLspIaxRy6So2RIv3XOgqIJz0IKSaylRa2ilKEaXztl3gGRzKSAy6qFXVGy9yvKGv0itNVBrleaADQm9welxtRjo457ZNBPm6Ad0OS1lBUmVJJINaDUmqj1/QPI8r+R6Ym+MoJJJEDMhwrbWVQFEU8aPXpeDxHUuwwgoIwjeAxFOwcWliMFFhi+NEyJCBSi8lkFsOP0WlRlA1saUlahZspIVOqU5IaAWw+kKRlJDV1lVXSoi4dqut9yBczbeNHUvic0nZgrey7ArMiGlSApUQAseKQsUQASzCaHSiIHVTCNZBVxZqT5gkNfd0ermhvrhmEztqJtFbyNM+y7UGK0QrKDiLK1tQZBslKlDm5EdEFSOO3SUXa9jRGvQY3v4jpN09GpK9utl7nnGomo3/AExzApiVsUlKrNPp8QCuz+KDzYSsrp14VerdAi1HqqqnssgsfduBqNGTEpz67gpMoCnbP4gtewVS4/TE32K5/ZF0nNSOF7hur7ic/l5wYVXlcQ+Cr5hZGNl+kBaKOpoUlU/6xclGbxKnrEjNLK1yxhs0lKzVQcslQHB+C45FeVOA1TSs0HZUUpWsQGo25L2gAJC8ivje0MlVVx9cIsWbfyFB0999ndGuglsDWRFfY+YicwsITIFrhEUs2ogKkNeL1jETyuxrtCyBLXCMmSm5oE2iqCggdTWqJRRVm6dTS13BcVvkcT4Q/wBMTRXeV5X6gpIuQqIRZys6CE0JWaCuRkghvDXcBBD8r8xRGN71DEFLW19Hr4RSMtgoLMol/wBnTFSjRJWpa9sVTbL4NeAeIdVJUU+RscexUpRW9ZYDVoneg3budaosvcql3sAATV1mHJZYDOmr09wbWo1SzoDWo7L0OmHSIvuI6uWJSVcQMI0YrqUW7ClAqOMhLBSo71j4gvQS5WvxwWkzyAwQY2XohiU52CtmPt+yHbBt4rXaHmzDlfrDzhug0DVRPO9HkUgwawldsDwT8b3xMq/fE+Sei/BDqTHrFRLlQzRcb0NZbPu59QwhSHjR4HqVmz6LgnjEcwU/6+iCUCBM3dTQ4aQm2ot6FSOH1ryYenAEkLvQgiXI184KNHesjpD6Hj+J83ydyaUN61vbYOTIAU9eDygkh+4LULEJJFIZhys0UQV+QlD4wTSJnUtZQHPC1micTShVE/cGXSM3qiqMcvoCB467mAXKiqJgGZC5fXgN5QFGG5EM3ZLULlShLD5K6uvGEkU9cHnGIkv/AMhNOGuvuBiLQybwsvN7wyRlewAmyVl5sYGliHMq8hCZuSFkTyq82puVBSnoZsehyQwysKrJKj0IJQA5CCyBlZoy0Lf33LTRGIxvjF9KVfGP4g2FrRekoqCSnsgCSG+64AQkrZWoAYthEDiyBwNBS16AwXXqGDYRE/APCm/ATJGaDQnyJQLaiyBRFL+AtSKAaMcTxiCxvtiVXnEUjA0MbBRphsbA41Fk4sg/YuBrHgjamu6GScBrrV+G7d4A2VSUexsDFMO2xRrbN0HCL4TvIqbMwVDUio1ZvSYLSpUaTxOlPpHasQtXQGIP0hWorNCxmK1kLnbQKF0lUlQ8cxARkwzYmPgVQKqILzQzg3EVEkldwCPyBgfmLKS5UehDIVmj0YK4krIHjpKiVnC2ZMabZJJCBTfFUF16Vvogma1Px8rzwDpk2n3MVBExRZD4PmCWKCSqtrXEOSftRuR0cfDLleipGjptqqCkrlnTresTs+sbRQ9GpKpd/wDO/wBQ3BhRiUruZY+c9X/JST6D6L0n8cpLrOUP7l1WqXcGh0u32KrK6Y+hroqNSlWSWiOM3VUVnLLh84n6b+QnKWy3qf4+Eexzd7Texd9AyN1SXK68IQXXpqtVT64Rz9Wm3TVXoa7o93j5MonnS9Oonbzu0n6U1JWp2NsZbuJVkr/Icqudu4lKylVahFDcYdDbvdlJTWvExgtt/InLix2bBsVJWpK+INLnKPlP5vp9WsAko53KVJZDZWS0p1N4+vzE5QyiR9xxdD+kI7Kaiq5Gk9iq7F6Y82U2VZTQtU/8XSllkH+W6IqOsTKe6OjQcWR1UsviBDScVUq8rTKHNFv0lWBOzjil+kk6SPK/MRS+yj+znyLaaqdVXEFiSCs3XdDdNlayuIC1KJVlZrLE5wuWjohyLGmJFmEr70ladASqze5xjerAGZC2UruBS2LKfnSVGSWysJ6oZIn7lf5cAZsiJOrLXD1hQ6ir3AZQxuVVGvVh0XKUSrjpK1Ojr+Qpg5asFbVX2RtpU2qrU83HqFrc45lSk11Sh1cepW9QfUEKnnI2kr9JXfT1D3g3ZLJK15Q0pBd0lvWWNjoRVUTiqHnxpom+TlZ3thNPSdOpSStcZuupJVV1Ka5GCuAaMaK52bUx/SF3LHsJGP8AkbO2bTUpX1FLhFVL/QWM3TpqqHqaaTqpspL0S4QsXsXkjl2NcdpKumB0tM+n8ho0GLpJ1K0x1x/RCTVI6uWmOfOHLVJ+eVl+b5C4IdqINmaqXYIGJVNlfg/MWMVJqpOITil9QaHZteSqfntCWQ9NoCaMknWdxMTyXxYkz2KrK9rmBkEEkqiSQy3dJd+uBaGyQe3Says0evoAQzFJVUFktc0rU4wvTgqkrapV+IaqHgT5H9il8ikwSOkqriHGlKkazV7U9QPbql1VVZWOQmvAEJuSlCzTiheOBkht6S+IEIRVSqcTTFKbaarxAwQa5AR0U7F7OHt4/ZDBJRJ1ZSsQUJMt9FcYqpb1p5RwlCt5OqCH1C/+01VmVL2LtwA5c6GjJaalne6E1Ov0tlSpVQ/GFYrIk7XYLfrMGqU1XLq4uLrhCU7pJ0keb3RSdRV1USxMTR/MWKoJK50WyMouPckk0a5rZSmP1Xr8OAMkjOmqUrLJ8wBFnKS6HnFqVJKtePI7ODADmZrIfsn6UqV6dbh+ghAyTWu6lZBo1yVsmHCFbJZJ0rZYinFNw83AGK8ZVkrUIfT6vmKQnRzyj4Qwb0uwfpSpuXk1gCQspU6TrudXCEztjsVUiu8HyDcWP7g5i9m1GrpXQxD7v1D2pTs1ao1PwkeCai7qGuymDUiDqrG1q5XNH6j52f8Ag3plg62KqlUOQ0eHa3B9jwdKpJHSVxyaPkArqh6LplIk1Ik8nVjBJ9ukvxyo+Q0fBtTKv/q/P5DZKM8D9KOrVVKp7vcPqahLhaLdVLImJrgG6sri2DXsVOseHz+unxzwo9ji9MuSCaZ8ipeBBVK1VS7gMb+B+bnUvePq5zc3Re9JAKNzzVLeiCP+unLuP/pUfPbTwOpK1PupPRD+jvAs1S/9XLHcGrRJKylYgbsGiXJCc/Uz+xocMbo4yj4G2v8A8XI6hNPwTNf/AIpPRHcdjSt6ywvcJSu3xOYRh6icvJWfHCKo5F//AAyYJJZon+vqAKtwjWbKSSQqfMdHppzvSVfjBAS1HQuSfezlajdUa838HbDkhF34O0kt67o3mjI2Vr9QaokrKtUgVyyb7gwicjN4O0lbJJIEI+DW1zRB0mtKVmykwzZwSVqWRAXOdjVCzmBPBRNtfgLhDJn4IpW9ZGPVqjstGIJK70QNzs0uS0RP3plY8cI7OKR8GaUolliVw6oy5pJhmkqlQb09KlyQUHPlhdp7YravQhpZSUlKS14RralqrNG20kVJUKDM2v8AAF9tiQjlIXtI61Q4aKWVqB0GmR6IMVSlJDj5TugRcH7YMaFVlBekebU4nxBrE8pLNWeu0I4OSpFXyKAYU8oCLL5enX1wCiDv09fkPJttlOidDHEpwUENxzyY6oco2hNeyCdgzDC+rKOJxf2NLfYGfG8UEi6kriBo8N2AuOVKUfX9x0YkU3HQDDaFcTWomtCUF6brehbsib6gpwukkl8R/oGVBO0lVf1DUKZpHxvYBdydJzf8g9z+PXRZ4f8AIveJ11s4DBNcauyfzagapOx6mWJ5eA3TWmglNRIK0FQairyQ15BUBoiTxoyscUFc2XTALqkbICNj9kVu3ICmKqq50QmTQU2T5VLHHUoYnNJ5E0E0u+GSBbIRTKJJmmh7J/EvvRETEFhYj0Y7sQiGvYKqlZCkGmhNr72Bl0++N8hrA1EwtdM5obmKK5E3egjQ66jXzMBkzbXjB9Ci1ZQocN5SVqOd/ZaPSaDTTGbXCdG5xLXhGz0wr4oLILJJa3/UBi34HTg2JnFBJe2AFqJS6AbvH8oKlaU1q/MJUjKmxLSFC2uaGuP6HlV7Ibn9opK8cVKESVzoXcQpRkcvdNpX+4HMoqla6A3elaFSVV0OyNZf0aGyQYpi0h5ovJBL2vR/cDJtlUq83WA9A9r7VbyhW6KwoMgpa8cVHMkJJoKq71iZZhQqir2/UGTyFLZKSv8ApWA7lr43uC9JP4x5Q8rp9IYF/Z5onyuXr6gSqh4omOAkVsj8YKTeA2GlIoOytfPlitNvK7HzBSjlL0xQdayFY60wUXlapK5pLSqGGYocr8WAwgksrnRlRW1CsDKlDb1r6r4HWPKskhNVT4+oDqGm9z890axbJwW3oSUMqrmsj1gMx5VcZirKzqoa/IyoKOqIzd96IFOoPTbWaGhMV3kHEWlVJqvoC9NRXpnC4WofGDYRknHetb4NTMlvuu4FyZpoISUDp2JSk6DStLXQF0aOSVV12h5A6udV5vUDU10v5CmRJpx7gJGqWpfcDEGiQyc3cGSLApPuScA9s1BBoSgE3c76kLFXU0O2Lxx6j0wVKGEFTK+nkCKZ/FcPngPM5+XE9X03GXoG9g0a/WJmdyrIUwSy9cIwiVVVX4BxRWUmdk+lWP6MVtSDaGWatRrbBJXEG0UckridiA9X03Bjs8j1XMhq1T+QLqeh6wOhGUCCbg9NdjybiejDLshZ/iEYxvDxT8l6Yf5dhZFl+akPeU+vlFZTC2/K/DUBCq8k66WvCIrHmpCSZxFQioDY1ZdiqJMgVG2xcY0r/QUHtQP2Z9gVztABYwNdfGFxjAGKq3jRcgYDmPvokQ6Qwm/I7ZGBsYBSwUDMgaAb0EkMMTJVfsD0DJZrHHjE9AEZdTMN4i+CgoSiLoFGAkTKcTiqKYGGYxvgI2RJIvt+YFFjvQCTOqCixGsJbH6DNfIFZTWWv0EixSBiZdzKhhYkcUHjyQlAwzZg0gITiAiH9AEEVGTMXmiMwhrWFUVh6Z1g2Cg1FSUGTV8EJTq+yLklxmMmbUk9yJobs6QGjEdKpK50GtaStc7liTyKKZ0VvSgvhS2AaEnSwIjTHjQvYtmbtC6GVvoITuk8aOcK0uMQpzkhp2UU6OuMrovGhohS83fRyBrTocs6fVE+xRTOlxfeNEdmpDSm9O8qCkqWDXYU+o3EppokQg1xvTAZIUokCmFo/My/40SJZdgVQjvosJEK06PKTR6rvvEGYl32UMH2x4keV9HcGrEHknA95X9IeUUxtdcYK2CKs0brRLGyIPH/AJT1OEMT3f4v0+bsOo1GVU7fONvoonCkFLdqlKINmoNCyHyaa5Zn07XtQFdMMJqQ5ZdfReX5fMO50o0SVajm11KFkfoXxaMXCRGc84Hyf4QKJy8vo/mOJUsgql6evlH0/wCEBlNrpSh88XSsJSp+gaJ/Lf2vMPo/RzygeVyLFmrliN4uKuoVaq7FVVyxokTfMeSVVSVIrNPiDtS+xJdSo+g27vIVSV7lUP2jyaqRUcquOur2UkRqqrjk6Q31o6sifuHcNHm8kcZZHQGSupBKkW81Kbp9rJ6+YIqKpGVmsf6DYILWVkOOcBFMMoWlUkmspXQDdi+2U6JsDHrjT1GqqSvb6WDCOkXCUKk1a7PVSx6ojPRfNCoyMqlJSuXh/PCG0YTUpSVSpVC268kp1s9L0twNbnHST9IiWvOFxMn5A1GCUoIqZueVa1KUSy/kOikohLfRRSjZLYp2srLEcHY8eSVHLqQeJNe/xcPqEGUaUdWqSVQimkfSBbiiJtKdAgaLISkiJJfEA3j0nVH45FhqSdUW1PsqWfE92Aaw1S2Ursqbp1hsL9qkqwlK6YVMG1lncjQ/cBcn2G1F0vIQuokrUS7xNsG0dBVLpgFKj1UlddcAeNYSt9Ay+hnUTWKVbKqujqyqhMGPuA2i4pJVOhxg0pRvN7BAqctlc61/INmaDzRsCRElbVLWILKqkklna58IWUPFUHkLNVst8ygYtyeyL0yi6akXX2WRqlp8X3jSUmSqrrT7/COhUgymtbJK0J0cIQ7ESmqaAo8qMhek3VSSslcgMWj3esQ4sizldgXHorYqU1JKuTB1+QTa/Y2biTJsVXfanuwjLlmql0yaJyaIjBKbUsqmu2CEzqpK8cnFD34CqMUbyoKpd1sVqdVURXWSapbKSxOOT6DX6ausSdWSTWuQnHv4wpGOG2R3KSTEdJKKv3RJqv7CJEJSvY4gkmp4onH5+qAIQgrKvcfzl6+cF8hZQx7F7dHfdPigqLbYqU2Vl9cao8yIklvR+/rthw3RsuOh0tsSc/sPyFzEm+63uHz4AyTVS5KuQW/ZqSWaxK+u4B1GKqSs1JX0BSDyM46IPKMSS+9NVT1OJxRqVNKNZs3ZWPkDY7o3aqVFk0MbHqaUBp5LXOpYgunj1HMiSEUpudywWgX0+IULoFtc12Q4RPyXEE+SasurlG2FpJSrWbl6B9oGJMmr+ym1D1crcvwAaKCqqU1riV8oTTbqtc6lifMMpfsm19Fa9Ev2Cs34dLnvi1F/NsnVQ/T0y84YM3isqU6x0z6GH3iS9GtXX9gloZG55IikW4vRJ35BF2qSrXYuWgfGr1sJQEqikwsklah8spldKHWC0FFWquxXXPVxcAFusZtXSSCWyqhyZB/fh5x0RmpdxcK2hq0W2e1lK+kXbAZIqtVZSugf0gNRrB0wqOkqi+LjFKbzXucHLIun9R+1xD1cchgJ3+IOLpfUOaHdOkvvTXQv1iDb6OuoSdVElcQaJRa7pqrKlZeu6GtJMv8A+6JZBM6Xi894cnP6OHqY5PudnB6mfDLBdjeiqpK2qWP+YGpFeUkNdoempSXHJ2sI9S9OpK2vcqYR4vJ6SfF/R6kPUwn2GDd7NddAbMyMOb0c6Vm2uR6sG0Nyo18IcsMSvFI2FdaytQldqpCC7jLm1x5AySvoBePjBychrlKlV3rI9fUF6baarxBsVLIcl6ASIK7FVzWvUO+MNHDcsrG7Vql7gxWRSC9s+S7+iLF3/wAxFxblSLr7ZSo0tf1C5ojKFKS4IQLazdAPGL3YrpO0PqOXlJBwakJSXc1vjVyuUh51SvJfXCEXUx3PQZSNIBUdSaKjqKqipVXklQ+FiL7BH0QuRKrvvdFz9bfZVcBqUglK6fwhXCUjRnvYSkvayv3B6kZqXT9QTMTbKVDNaNl+ocnOsTt4JZMoKpK3oEGptLNfi5gvLNVsldfqE75mqlrALxJeQcyeejaoOklakrWIe0OnakGj0EVVVWVjjpdCM5SU0c3LDro7IqojdMkpLNfpA0TC9dSUK2qc2y1wiHK8eweNPuwRw0VVASjSUNicnSapDX371LehoynILrIVPE+SCN6mqlayvaDUy6qqtqFtMmlJf7C8JuUkmbBKLZqFOP7XQ6XRBVzL8a9TplZuu6PUI5lD6X0aeB8v6xZTOv0fSPjQ/ZvvG8A5lRtKeNr9MbMxpNLlR2N+DiX0dDbOAyKukNLb0xZfqBEabm2SX5B0jPpNjWpBWaKUjKqhY0OqqHTRGUOiCIuRcikkl2xfAwknAWRTDymRJprWovSApIKgopuVAyGZZAw8Y83tissRYco2QsEYjD4KoieGu2LoEshlMoTMb4g0EFdSghu1lVAQkQEwS8UFblIcrigkNapxVJKuHNI0kk1GnUg7VdV+3rAUXGJKeOhK5b7KVATtrKSsg9i2AjtLfe7U+YdvwKjT3jKaEzxgrjysTb9Q3B02la/XAFyzYQcBspPRpi7VVLsCKLmVna9Q/RGxuWAUO2Ym4FIPAijapd2OiF1JUdNSm9EN2jNXElc/rBtI0fKajml0yOm/JzV61lb1ohPFK13sn0GzUjC1PNVqbYSRRSxNP68OAUwsCnmXtCyu50hB3K14BUeb0BSt/lD1EomSvJb1lgJwbt9oSMqKjHV1whcTSfgHLmuPUyfyFc616fq84KhGy7egbS82GAr2LAYzuPYiVZX/ALD8XCPQNNqJAdSEr0/kLm5JuuSHVxMGIxla3/2GTKb6L0iTfhr9QFct7XjjNit5EDKCtU/isQgwpHetfWKin14vMMN28EIWojFUXQJN3r9vIILN+xjkArIVrRGbvqoxFXIyBTCKs06XR5gU3a9j8g3g39nkzWvT9W2DEdAVEbal4OsM26CX6w+YEsitsh/oGiCCXf8AhFaaUrXCJEMqlXV9oMmHGuoJrqiyCoCOvZZ33jMVEun8toUvFCvqDlTys7kfPgHq9lxNdoBwXyPxbX1GDq71N09b4KmScdhUXaSQlB4F6q4xBxNr8cgb5AwHySuRx8ggLIVL0AkaOUvY9YYJOu5tiPL6ZTOni9TgXmLqbACmxbUgCKryuvUDWznIE4ejxeQOT1WSNlolEbMzR7Y1yh3FlNGzNFbIehxrA8ic3L5BaaaX+gthG+KSLb7x8na84sSPyQvBxI67k71ra9ovSHh6EJqpBZGPY+QcCd6MwzQkTbGK3JZfSE813wGFdRE0bWUkM1fG6IwaPJCEPFfmCMnjIpUgK1Ti88Jv8QPGHsa4AKrQN92DraYXuAyUgkqFqsbXXW8FDHqBVj2WdEYHtePiiNXU2HzCJFOVyxgclXTGbdYNmigRto2pNMOEjdgYT+g4o9M5URLN5UZtUgyD8SyELwynH0BUSP6RMprWVoAjIsKaytUuyJFikKoexoDJ+V/IBgRZGy7AITikBIK+K7Qsra1QoV3CYG749WiIlj3BAudOHiB/otMqMRPKFMFRJL/KMDYTE9kJpKyqgHL/ANgvrcw14jxV9wo6gjA2QIENNGY7QRMEi+v40eia1FUDWolXDNhsuKcTKoBon3oSL9QEFBpFRIzj0wBA/CPGVAKBR1poq2RKFFePKis6gw0Z/Qcm+3oHN6YVS30a+ZUYKsrKsgqVG9yUTc06bDBOm5u+jREnKuaF8HqoGBT3DoLSmpW+hw3pyaOXFpFVLfQchTSo1DLkPkcp8iViesTip4rhEb+R5fyGFIBL+zi8WTKYSiUYhG//ABGSGGZSD6tmz3PNJvHIcbmzQSSSskqnHGj0M+lVLXLGxmplKUe19ofHfyKnLkaPr/4zCPHo2NB1ap5HzG1USf4Ry+iqXSVdfjrDcS0ylKJkekPNhx4TPT5ORThTNkpSkEkkuwOY3U0ll9PzhhSdPTa9rkcQ18aLdI7VVr2o6YQy7nDJV2OeXaLTUjysfvDgd17e1P0x2y6Aiqtkl3ByO7Fvvqo9n0sHE8/nd7OXKJ6+8ZJAWPtP0/IB0jJemPT7kQli/wBiqzUuOOq3L3RJP0uIfS4RyIxQfRVJKsHRFUle2GhIjy8amj6Fox3KqDZGr3Im+0OX3PU8k/aktRuFG0hKBnA5HDE36/Nak8g29lTqqTAjVJXR8o5yzdzWvm+g2Bo5siDj5OIXPLSNoWRSftQooD7hSkrITy/WGVFK70BKdo5VJVB+kliadTBHnEXDEpxS8G5JkVV4+u6KXKas3sCiiX/3Uk0edulVVbJWoQKO+kRtGSqrpeUlXtYA17Re+ysTp8Iso9eU/WSy697H14BsyzHZSVl/EI4WWhPW+xo56OspSvxBJSiStFqkVSxyHxTjcnbFVJI/sfULX9E7KanS1NER0Op+RM3Wm1FfY3Ackoklnah64BbElWUrINV5xXEqSSp1XStTiVzQhh6tsaKG+bs2GDHZSVlid4UHYKsGqmysjKrbnnFtE0zRaqpLXS9wKuvfNfsY8rTxOfnDVGSMrhLRpqF0irVU6TBqc+P5A/Yu3StSa1y/LV8o1ijqPm9vXCNiYzUlZQVtx7HQ4xkrNnaL2UroDV6aeJUWrK73OGSi+xUjqyj1MI057sqlHVqrX1wCq5KRDDY7QpNJ0qSUrl6Jg3ScWUqUQ4XUZc2lnVcfE5sWPAMKF2KrKSrk+nOFcyiknaobxQSVSPoHEmjfvn6YsbKb6rj7QMpR41otrsrjkDQk5EJ8bTs1m61KyIklia/mNbo6jXTpXNZHu5ucHUldFs9WyyNDzg2iHKSWdVqVxSTryPxAKrCUqT7riAhsXLsv1B+m1mqzcslTEq8wMaMLKbKHPyP/ABKpuOxFBBJVLiCcSumtqljkya4NUbZyVx9bwgnNlSv2C7igqSkRYGmqypuu6GaKKWOlNUOF6CCWyjpK+z7wfsBVLfcQ+MQX4Xn0sXkTijVLsqUatfuCWPXyy/Qak0eSlZSTXhysODyja7qaMmujuuPk9K9tjXGtGKzbJKuSvjV/cOhvHpRCEApMiSvcLj+fcBKRUkqkpXoCtRtKqJJJYnRBrVu1VzugOdyvuXW9IsTRdTeh2sIOI4VS+6qpYnS12xNFNKVxD/ELDt3WdyyVhv6E3e0UtUVce1r9E+iCUFZVlKJXweYW0e3Szs3hxOL1hHdTSzpJ/sVqloZ3a2x1QVolyVJ0V3R0uqk6lJNam1j1sIURpTZVSyyOOK4RdOq83v1je4VoR2Krmq/uDe5EpHjwjQ0Tc2pNDvecOkzzc0rXJoGS+fMEabfZ/iz+rqE5b9grZZHFqxvF8gK5XdEZcZsbqCqqRHSWfQLVxTZXkFCV1LqUdJ1kHxDkPo8IEYUwkqrKVxFONtYRKlKLdOvvTVIlfTq7RufrF8skIulhVHn/APiq2B9Hi4doMXRElUibFVJj9Iaewdq0W6tdM9erh2obgerlSVS2ewV6Ry8XqCSccaDBSjK7GyDZWbKV/IbIyONPoymklajVXL4w2Wj3SSqvfj+48j1Hpq6ls9Lg5/8ALuOlEZudriuC8roBiiaakQKnyKvAONPE6nbLnjhJVLNY/HGtuklVVengDQxFZWt8eSbTc7/LgFlyRxEcKE0JqVTWIsgorNJa5fk8gewoZLOq/IRMzSSzSRAimvAZJ0A1sgGoqAM5LWyB7JgqDOWhYkXK0q1COL+1tQ8pFkrKtccauoS11vinEljYOR7rwbM0gqqkIrl9gUM3iSSVrrEV0osrvWn0hFueQ6qqQppl7vs3gxAlgdVWpkVAM+VVVdSuIeOMDqMKrNIqrjkFfjEXu9jmi2ys3iAp9ySv5DKCwsWlY6Xcx/ePO5OpnfxRxjoVpuEks7oYhAppZ0qrZJAh+krrwito0m11RbjxjGyfJc5UhnciirNmqzK5D4uNlbQ6izskiK+wNAoE+xXRLLLG+tjJKpcoOTkds6YKS0ReuBQyfWtqr7QhSKoEaIjhgspbOp1GIZSdIzUj6xC1O1En7dWbN4gynDfchPsjqdR0c/2xY4gkkqF9ImS2LNV7PrF1KucvICN+4lNTqq8QPDiykicufpo0m6ukkkle/wDsFNG0klNtVcfK+nrGsXY00rso9rwBbQ1LKzSa7g+p9LxY8Z896mWU7O0MniSuaV+WENEKRlenAc+oh4riKzRs7dyL449zmaNwYvlVVehWGz0ab0xpVEQ330xt1GPUg/TFWQf2bjR3jc4G5DjWWtIpYnthi3e/PJBU8TOBsEHNlai5NQI03gLnwlX5o1ryK47GVbmE4K70AiLi8pxrDiGJxVFxYAGt40FpRBTF6S+y4RcmQVlJyQvKoB8g68l6QDpSk0mu+gd/SkoadStKKqq/GKwhYrnjotf0lspUebtssDs0ptqGqZRdIl/ZQcgCVSDJRMDHgEeIF3EjlpNzoBct96lB64SAx24jOy8IGtOGmvWFzhr4obWq0SzoAWaKqjINUImbWUroCdKoymoet6MEKVZWVqOHkWzrh1Ro41dGlKVsq+Po1QqRQV7muEbfS7D70ft+iKCUVN3rhrA+5YvtuPY1mLbIlJCszPsa8HONqVoaUMEoqytUvoMaKbNFcJeKAhoK8lrwdQ3ZeiZuvzC17QyqX6Sil+A95GsKxEJiuPakBjpp2ye8K1rIZM1yCoFsrXuC5mhl8QBkV8b2CcwuSWsj5fcDQYw4IZLUoDVWmgeurvuIoMxjvoaRviQcJKzddoCnil3wdXSVS19wHVLruBMDOX0QaGByrKakBUDJJBik7SSV83uGsVtoWGo21mygezbC855uvmFMF0t6BbGildF6aKXJCV9JKy6eKBSL2o8uol0xjF0X3JVxgzqy1vAJVSy1xfrgFc35FKGFn2GB3KX8xEqu+6ACKqqqMkPKzvwiiYqeg5J0kqJGV5IL4KSu/wDMWlMrjpdCp2RQ1lxHCW+9/rGTntRRAgyWNqDdib/IPQMlvVcM0oq8qFCB5VTpg1BQV/ZKX6GcVktfeJIu7XQ15wv2RhlCmbah0LJKjaWdOSt9yPMNjYU7r6xzsi3Kqgpq9VSVzvYDKcSLgpHUm1J5AYJv5uaqYg5u2plVWyVxA2QprxvfKKLEhh3N6I79P1AtNUaShS/ja4Pa01N6G1i84170DHHTNuS/xV/wicyHJDX29KR5X2gYlSaSqQdMV1HsNTWowUoGI8S6ZPcLzrckCFEbVXuCtUvJYg9e8bHjiBoq52zAfUBT/wAgdVNKVahY5IGKhgAvCyAaCv0A1uYUkIrNzoviYVwKlmgUxZdWwxvANW8VQqblyAzbgi1+QyTh/uWoM2vOKUIemLL6u+hR3TPQPa4ROHKiETb7x8kTKYF/YfjslEuvWMFjZWtoIxj4368wwc2tUBA5JLuWxPyQsha1BUUviu2JlNZfAN1Af2GQKl3xGKgoSVVSteP7hgx7Xt6Q2HmzZLsiakRiCmRr5xlTkhXAsrp93XAGT0Z3Zekrai1NRUClKJl5UYybDSjBTJCkp/8A6zicDckMai6BxKxFJxkxsgINeiZjDKffFJ4jxTjGCDGyBCaKInETGGGdhET+2MRPKFEVRXsgHchv6CDG12x4hBXBTIF6avJANDQ2TITL18wsTiIp2osNEHuhl9kYx74nAwjGG6IlgBjEVfs+aYmlfBrwjBya/QRiaV6UO8LFS9ffEaIN5GUb+9CUI+gIQsqgze9ABoJ6crN/xiTqktawxxNfKIVP41Rzc3pIcyujs9P6yfEsbKmtMKpK50/ZrRvBrC6d0qlncsKlWKSvbHoM0vQ945X/ABkJHX/ucqqwpW6BXHSAT6mlVUpSuvyEjM5tqqBHdHzf5YAj/jkMv5PVM1ymHSSX6r/vHM7pjJK+uuOp0jQ83OpaA1Cl7lVVd6D8fp8Cz9TCfc4XSydr+kLSl1wjo9MXFOpp1ZQ1N7c0/SVzQvFeAxlCxNW5hCKiu9ApZg6SzqQoMgDhiMNrnaeVot0TiDr1EUok/SIqlkafCOEwKNouNuiVotXYqqtge96w6n4J8nFmrid1YPt6G00U+mpShzlg72VUVSyKo2Kh3spX9QScOk83cJUdOopaUqRUbAutspr279UaRRdJTfwDZ2C29ZA5JwyB8CbRxKSXSV0BCj2jqlHVlXkcbbFb9krspCUrnx0ygqHYUXRcrlCY2Lu7e2JOO9HVCakJaVotKhmrV0lxMf5hnc69SfpWVQ+iIUtBVVqdrl7dUKLi3ewHR2CuJUNpjYxKLehzTLCa6svQ3AJChZTU6uRp8w2wyFlNlZYWOjKq2Qm4RaAl3OVUk1+y351ssh9Pcv8ANEB0dc0k6VO6dY9fHKQ/yHQLomCUoiUomOaGJ5PqAi0alvWJrtCTW6LcbrYkktUs01J6OSFdImSdOiJJV8cmQNjcNNiqytD6hXSdHKpKkfpJHxMX8xGMO7LPkKmFFqpJTZWvBeBtGJ7KVOqriVOj8gzqJK0WhxKmiKW7XfUg1+DX9Fzkmymp0pvRqft7hrEqV20OiN1apSqkpKvphBT5Ukn5LLP5fBfAq1QE6dEWj9VVKar3QxK2SlTVcs/zCpqz+9Em/DEP28OVyAU2MkUtTbFVlSsQntBFdrFV0qRJJLEISJ6nyG3HSlKkV/a9fCu6Jhsp0R0lkZHnBzfgT8jRqJo/ISVSx+lo+cNSMJtkqlUE1EZTqVj+jAP6LLKrzUvcDWSKNYsDYTUs1kJ9LXbDlFVJWyV08bzbgAeElWqWsBJlNVtcgGgylSsJdNZVfpioiMpK1S74vpyk2tFsJqtufQKX8xoz+7SmVc0kQhNDFD3FIkk5bRuKqcrNZeli4QJS1NK0XRZ1UqkzidfMNcoam37pX71XDmkG6TqizpSsc5AOOCbuxpppGjvKXfulZs3TrdmMQUxW9P5ghmylfdVcQ+nW4ActRUpKbK6OJrth3b0u4YNPsVIlV9MXpxldMlbJGaMRlKk2ekeQTpXo3xcqRLZR1UsQmiJycjKmwgqc2oqlUPt16+35gzK2SlWXEr1K2C/zhY2gkkla5fH3QYhHekleE+PwBo0O86pGaQM1asNlK2B/iGjPniT91NldDzDaLrElXTCymYh6+SNL2Iqkl0x0942csYPIuKnNV0yJ5ePgw7e3EeM3S2VK79atgv8AWPJQVVVlK6GLkhlBqkkkTTJo8ITJRLbsyggrKssQ4YkirmlccmWfF5tq+KEXAKlTUuP0Sa4QmTBryVJ0Qk6SmtVSTz6JsEeuEY4IjzZd01rpKpV9dsYgeU6JNDIx0nSVrj+8VhN2TktWDbHSpRqdLEn1cWuXJ8wRMqY+y352qqWlVPXNg4MHMHKzDYCs1JX9gspgrVWo62Lj1qpi9e6OnO2TXUWOHaU0iqWIgveKfxcdzyRiH1CPZSpGCuQe/UNxefqCFuxayiNbTHLkYL1+PPzbgfsm7Vg1mqzMTXbBwcnrsHXk2ZvS6rCypTHTySKk94bKO0lUpqQ1dtdDQNKNTsFcvR6+ED0VSFqdq6xD1qhDbcDQ5hw+p9FnuB1+l9XgqkbEV+lqUR2ba9ADokm2XS8gvVo/IHkT45cWpnoxnntBxKTS5U5+2JKKpOs0rUOE0WLoEt1Ni53WInnh8SuGSC9j/wAxek+Sa52X6ha2VSVSCmmCKypqSpMoPF59yVYKyNJ0wkqlKSVJuhMUmylTgVYjpJXNEBrKVK7ZB0xhLjjo5XNTlZUdvKslRYsRVJK1yAQodqklxzihV1vXsAxbfceUVHZrLlorsqakrU+gYsYyt9ywQsnN7YpgX0xpLKIIyGZiWVl3z1vXARi6lK9Pj67oDgvKFLpJXO8ccq470db5KiN4pJK1BZFmlKsgkZLOkuwHsXKWxRzNOLxOlTuAvSMqk6Ja1PUN9ohVVVqQc7LNVfk4mHzDpFEpSmtl6Q5uVO6LQeiukLUFUeikklmuALKUirNzoIaPLIS+Mij6lbKqSVlKgE7rXXdBjkk21/cJHxpSvQPreFU82RekAPTbKVlJVAlp88pgfT2wzJCarNyAtukT+4HV/baHdwS6kjl5YadHzxdXav5WhW0QTRCKSVRWV7IjdQrKfze4cDs3GtYfT8Pxo8OcUb5RxklbL9xtVHmsrXI9Y0ShVd9yD+sPCUykkl8W0Og5WvBvDV6kklKm5fyDFpSsr+N8aCjTCqudVDFN/wBzpVhJ9Qri6OmMKasv394ZoUrNqJJfEOXI0t40PGNKq8r3TesJ+QNvudOa0iGCL9JW1HPWtM2octKTSVDCuSZuyD3xoPauBqLekeSDds7m1BjJGyonmg5CITIKpSgeR140YOFjK/K7gWvaSlZpUCO6UCVw6mq8cWgiM3Wi526VVshQi1tSTQQ3bgwqMoVJkUk5VQEVecRhC8PQjfGyMZOBjbQtNEVGOEb6qGooMTsCqMPFaxBAgeIDQ1gC6QtQo8FIohi3ba84i2PBeRSRhK9YT04SyG3rllWo1OnFZtkNDjyC+fBHOXjOa6OKY2VdXQqw1iNlXZJBU8a5coCXEg8fqHISOXff4gGNSeR0MoTesFUuOFi1HKhfaiV9walfpK71iCpwklj/AO2Vz/kF6ZVUqiUoei59vo5Ik+PEeE/sBf0TyXEydsIHdHSt6G7NiqqgakWNlx+jgE+rIo15RzxVqriK6et68MkIqGz1LL7YETR330ukKwTBki4jblcTaFCiMpWy9sMCxSlWv8QEuolvSpxQLdlBvFa8wHOr2PRwi5Q/K44ohG8BZNr6KjLWolBfIsu+MHRtQOshahRvkGweWudFhVOSx9sK080px6wZt7Wva1O6HC9IlBTWqB3K9qGKjWyzoAcNu/8AhASAljErmTfXU4PzGa+QBzNlUks6JQPa9jo+sOZ6JFhrrtdYuShliZPGiKrZXXACmTq0TjCbmvbGEi9vtn/IXIJcqljgs6E1LphkwfEqSzXdxeoXJoWoki29gEHTlJStb0RRv6NvyQTPKssTJqC6/K6ZO0KzckMRUm63g0ZvyFoyZbOWX7cHWMJuJW+4+gTiwFEIKqjMYcllk4+iDl4J/thEHO9Su2JIrSlTzdecCQW9AYSV9AmmHj1Cyxl2GyLq1zR8fyYOGAYouZW+hEgukDUFFfaFot9mSfH5Q7TeqgqFIygqSst9GZiXfDWK+P7H6FMylfwl2w0QpmaNIWU8bl8QEJO5Wa/MMmc8+I6GjSk3sdqAaI0nkJQHOmj3fZoao0qqlvob5Oiagb2R/r1CU3fZvANSQptLOzQaSk5u+jbDQ7OYAL/BxBWV+kqIquEhrJpA0I+wMEOkJKR7HoiuEd6GsNBjePigzbmsgpQMqlZY9QNW5uSDNCJB5RbCbmvi+QFSNN320+YKrK9DE1iM+kYkcqudGIWVTiCdTlVRCtyQCaCyJo31Rgxf0/UWHTstfIIGj3wWwV9kyxVFsIeNr/h5hWSCXKnHk45YCG7oIgaytdeCA9GErfRGvrxdYCuMb4UFrueiVWUPRPyX5Xt0ZrK44ySIa/ACRVPFCyBLIUpw5UTIsrjpAjXEvLtDKcb2aFJITfTFhSK8rrzAMJIiuWLr01ID4eSE4d8gFCpFpI70IqQGIwvCNoAMvopOorqbdEYqq8lnBJaM3XdFJ468UYRSfYnA3K6wh9RVf7idf1isqtra/wAhit/PmDIpYQkqLiqpJV+mFsFxNNyliWQDY15dhqisqkCp0eAJ4ud9FpXHYDDWuwwjHcGIHAWyewPQc2vQE2xqPn+ML/8AIYLnbXEGSkm5qpU9YhCCqtQTIdicfFDMTTd6tNPrHoH5UQhZfiGH/wCR6t8hI0fTyRGEbLNa9YySOWNSJy+ROEeVHjE30YgQebk8br1A6+xv0kTrzfxDBkfFdPmEk42tliH0ybYsvyhrp6EayQNIywA7o9rmleOGpzanEDp5vj6XyvBa2PH7NZcXOpK9j6hC+uIaq17LIvjfTp68UDLJb7l6FQIobK+7M5NSPg/SVr2ROhijW33g+8UO5GbWWhj+zzAFRilvvwgSLLmkfPNI3BOkq6qQQOrnnTX/AGH0e9ohJXev3GvUpco1VrykvZgEdyOiHMznVxt0SrWowdK4+SX3jpLN7a9sak+uSSSmWWQXR27+4DqGUdNbJVLIxMobHQk3ls6JRr+VU1wDc6FpJLXmHKkFZWd/IbJQ1KZFqIziIzpbp0ls9rKVxCXusbgzpvehy5Gk0tlIK5ZMGITW+Nmi5VVSJK074h7Ysemze0vvSU0a/SxPsumUHTWzIoeFfzgmjXspJO14BbTbf7UanlcxymHO1srku5uKSk1gSarlgR1DYqVljjXaApZVVIjVXeMQ+MHCy82oklpidF4y8CtVJV+/Qmq8IdkoVJKpNS0hJxQirDYr9VXudY2JBLZSXcrAJbHjJo091RaSqspVIUr0T9wlKpcJCbuAbauwsgrdxlWSSvb6wHx7oZNXZz9o0dNVTsFUsjIDZk2SzX4t0WUqlaoP+lVMfDtREKTcNWqU2bU2wkkoaK/ItNBJIePcylTKUpXLyim4oCZUtsrNNTn4mL8wwRpl0kqT7qcgEFERxl3Ed0cFbnEuOcmITdGsEpqnlVbVWp2Ch5di/VpR1KS0PpugNiylJWqWPUhjhZyUEXh22YSpqmUqirq3JXxS+XCNnbuknTXNVK5AnQbpBjSC+wKLP2NfKJwk6yKPjhJV5NOp+nJTrYrXQyz4NvgFrJdVJIiqro+OXrArS51J06tVah8vH8sRsbSh0kqk2X+wb3MtRNhS2XtpqvjyeYNUWiU2ySqAZhR6TW1SV04aUfKH6Stlmu/zBVOedCyhHDXc1e65jNkq4+7l894amZk12URJVUlfR4L4bXcXTKqqnothkVqvPfGuUazdKq2tc+1WPz83MKNoEFKtmxM6Dte7EwaFYqtalqTJ8vULGCFlnah+kCVT70r6ZOEQU7fco41GzW7rIbFqP9i458TF4Oca4nTr+V/ddgu4OgXQ0T9qUMSUrjkN5TcMBpZaASmyla5CDqjMhGtmaNfOlVZSqpKmXjc4amXSSSOlK7G6FxaMSSV08TJByc1VLQr18bg6gMnZZpYh7KLV0lnSE7e2DmrdrKJxMsLU0MjjnEypqpb784dQOe6Er6BbtqXVYJbFSSyyZY0cjpXHSVV9m9hG73SMFX7VBVWvkxLXq7nkGoKMkkt9IcdSbJccvtGUEVc7N74bMXCqv3VVLI1vwATdrNssfXCGSacpLiVPOJ8jyHkN06MS5UlfAJ1dgK2WOTT6gCZzkdnQBTKOys72xGLvuFxa2gmQ1dKylUqh9A5AO7QVYdPpg1FurNlJYhCY/Dhjt4QHTzp0wSIlnK545fUOmDyOed9hPT5X81CVxY1qnDgCtRJ/NIl9BS8dP1VSZevCInVsuOc4pKeI7jiFQeOmro6WXU4+EN6Ip5LNK2HQVwkNH5BO2NkTUsfDw3/OC9hbKzUs+lz3xockv+gSgpDV5QauO6ovEJppVr+GPBEL29MbFdbFdJYmnw+cYYUk6ouyVrnr6BtrAGqpKLp5roIL9n57gspiYqOmGpU86SSIqklPQ4xdsvNHqGxUbdA1f1EptQ45s3dP6GdSkkq6HF99+AdxTmpfbNFpaVqltYd2MOaAnzcMeZbG4+R8LtHRSryhrNOPJXxC+h6WmpbFdaeQfdL5ABTrR1jpam6h5L/j5Qla7HpQ9cpLYCzp/t9CuGBacVVS/Yac5TVSV12xNBdVXNC0PTkffNncOksTjiCy9kTjgNkjak4+ljeu8NgTo3ektfyDdMVsTql4EZ3KvfDJg0VVtVRIlFfepQeMmm9K6A5PUci4vidfp+CU3vsL3LSUlN4+uEIlSKpKjeHDb+PG5gjeMptf9/XzCXHz5LZfl442hMjaqh5ISlTehkhes0SSFCjtWbmtdwavdloSTUNsuWlTc0LUyzbLjhciVVXoDYKHa5E3nEOaOGy/FP3YkmFFSlZqo3JpFLYtkNafxVapZ0eoqlN6/Ic3Jxv5s6VKHxGzhCaqLU2ySSWu6JoRmqi12qlK7HzEYrLZRvpFT1xKGtvnU1U6Soa0nGyPoDUHZ1Ule/li6Jd1sds4JY7rEGv3YLf+LOkkDkjqytfOALoUlXTU4rxLGabJcz6NHzxdUv8Af+hX426F1HueV7QY3eMNiqzUtMaQ3eK5rIH1/AujKz56c+uqOhtqYSSSzolGlpo0Yr7lVfZBadKq776W1gDMV6OhNKTSSSzuXo8WN8FpU5NVlTRzlGnElbKbiccM2lJ76JWJLj+jpjSksi1DJo/V5XTHO2tL5FqcPWFJb7x8nGA+JOVrub8yphLXbL5xsVH0xkDnjV7rzhm3pTfZuR7wsmjKGjqrKkpo2CjH45RRdPJJJWqoftrqEkt9qBRX0nUCUlKGD0yOeJ3SzbLj6QasXaqtQU41lIRzRspXSqoZNEAuYQlVNPSDdAyQ6F0knENbxlCyJu+BSq/oHouf1Aue9C0EG2xgxhRFQeOoBvyAuPGyFMdsegfIHoxvhbKoxEokRMZIUFpIgWNgeaNQerKSS0BTWSSCelaU3oZLJ2CTpEKYpCVmhr6iWylRaaOyun2AwatrIXIf2InLPepVTvBGq1VVVlDdHTYLFmSQVjps1Faj+VC52w8V+43VVl2+iBHDEToyvwaGu0+fnAa7dL2v2G3uqOlV1QsVY+n2bwjMtCf2L6LYWtqPUozlJHm+zth/R7K1IkK6eZKyj+Ug5nLGR2QbxOZuipTT9sLzE+PQDl41Vx8vL5vOBdhClonUhSYyoCiT0xsB6Nten5QKvRuvPwBtBRr0xWb7ItKcFKMFUlTzUva+W4IFbygDOjxU/FZApURSBC51UgHF1N4nQ6QNG0+xGLSarZJfQM2RJX8QIi4BBntrr5BpPsMk7DzLJb7rEL3RUvb9wr2ThmzfoMGW8Vruh2kBcllBkcsRKhkWVc/qvcAKhNlYRitKAC2loJbN/FY+AFKIfr3cPUBmjwEFc5f5DZGiQLCV6YIKpNASq1lmvqIbJFEK0MjxSSSlTRAxvQygIk4m9vtAmB0vT9waNRdeRJKy05LLpis5PTHjLKqq5o9TBj84qU29b/kFakZfdEiQS15xhRXdSGSKAddObmlUycb6AtWDsZgbkscRNyo8iZXp1OgCUE0lUj5fZGrdmqJW2PZcT1dYZpn33oc14B7HlCcIpSpotmvAm4hxXHwZIuIsl7AUnPZTdTdQyR5432cILf0SrLbDNlZuy4evyC1FwFBnev7AlFSbZcfS/cO59ibHiC9kQFwcSqmmFKE1Kp8AKIpyqvdKDfUahgV0Lk36qVkkFcFBUZxyWJi1g2dCYqRszWl/TBUKUS5X9xoyb+178KwPI7V3rvbQIPb2zbEaRtQcgdJXid4aci+V/wBg4YOpu+1OINIk+P6Nnbn1+oZNo2oQtVdeMHCCvJDZE33GaUMjQBl+yvAFMwvmTbIOCISU+QJVdeYQIX0MNXzDFVVL9ZtwIl1D3Sskcorv2vYIMpQldsZLEGusT5ETHE4HV91cotl2XcqishO+Cg0y8vyEVI+KyxmBRJcqsrXa8gXEL8oHTzowaF5UXSvQGFI8lr5A4lYowWItKbsAcsPQ6ItJEK4jIshEWFN7ApgrrV+YzEv+3nBoOyZYXlRMpuVVGYwV7YlA1kCaiVX2BWY3jfawjBTcrr1is0d6xBjMgcw9GUr+oVKTRIsN6/D6gGDjQMeM3O90UmV7gtcEVS1wAY38xn+jNbJljl/7e4QrjBjb1xx4/thRktE4RyBkzgUTJQyZSyte6NkNrsgginjRmbyugAorCZT/AMBsTWjjdabXEYR8VpDNbmHiQ/mFIxcrZGMLLjiRS6mHk4jJjSs19QtlF1GKtkfIxNdoWGj4rRgPQk4gyaPitdzCANhjs9flCRj9gRMJBB0yJZU0W17UVy+oYgolEFE0X3rLWArW8vzGYqCENs+sAxnDyRiSyA6xUpR0sSpg674IjFX/AEGFoTQvcN5dhcul3MStilAyiYZGJZYQOrBX9BAbDV6FBkwvXSV/SHSqe+5GPUAi6YnQ8J33EizdJXOpdML3dFpZ0PVUOV9n5gZRLvy/cErZZC5JFJVKVvnZAsDbFVJ26oYGKIqJ7KstMaQckMWlI2SCUr5bo3yjqRsiK6fqHKDGdMFdM42egKXsuOJTWKClE6pRbm1GzNXmQkOaUfS9qQbNRtITRzz413NHvobUib7LVPoT8YvXwDbbjKHVlEpl/jnOSvU4o0ymXSSuwklePA42lrdErKI1SxCCLhkPB1djynnKqqR0kccGXDH2e1Uaq45yHxhrrBdV06P5Qdc1SP2NdGRLII6vecClEaM9nQHdGJJNRri1GtUrXjjeHUZqVrxBqFMHSGZRT3Qqd0OwftTtZpMe9wYt4c4WuddP350nWOggeqTG4I+6O2Nye0m6atT6ej543gWxQ2KkSUlwHP1x2xz8hRSZrpElWtkklUqdHyAiLdVVqfsBpTTZVK1S0xWyQspvxCTRe3ZotGUbNfuknXH9GHlDF/R7WUTYuXkn+QOfsUmr8jpVXLy+sNoM0lWpFUhN3J4lU8ls1NpRkpVObreDGkKN2VRa6UrHqRqhsZFLufMUKE32b9AMWuxtRNDbNlXTXpoYptzaBqR1Ut66OTDd5wQqVJrT0qbiOjZO1C/rfDGkGqU2UliEwV+Ab4sdyUo2VMWzpJKal9RcmrnOPh9wKbMkkqkpWv8AUWos0pvY0+cOSOdOqKtV1VcuvE/n4QdR5WqSR1fYwB/SrVJJ+fx5MTrCpvRTpXOpSyE84k3ctla6CxsV0ragxFPYtSar3dy+D0pUoiWxcQmlxgKZJVVWaklpwDYxYE3GI6bGS2LNlEqExT1cEBzi6mn2qTr/AMW1xMNfr5hutIHV2AuklxI6PMOaO6HVSqTcch/fuirn0pCLFysFa0tTKrok1WoQ58khdwbIihsq1y+iUAMaL32bU2sQ/BeDlkkrNsksjz+QSbnZZV2C4SmqRElUqh+yGTZCalNSVx+zgEC7KVSJspLQ4oIbsLL7qrL6G4KRl9onPj/YkutWVa0MeVj1zRL5Y4BzEyDqbvhz1tbw6/dDR6Tqhl8shCY+TujQ276i80rl5BKnlHVkTilHQuZmVVStcQ/lDdioqlZJY/aw1hJIrB1asFSHr5ZD822CGFB/+0kr3NzCIzDD9oKqpKpEsu2GCEEsRql9NoWp0WkkIHZyt679YCLsabVdIckRKVNV7fmHO7q7pX790dLIIgaJSHJtjfUk1Us7mD6ZfnwDRaXbsEnR0tOtX8kd2+OrjliiN72KGiLqVNm+n8geyUmpSlcTHxD7t/aF6SSW9K1/eD2DBJWvp9Iu2IuTW2VzUl2MpskpWscAyVo6zrWpiA5Fg6a2uWnoYvyBbEqW+4nHKM5Gk8RfCCTpX7+kevxt0XGomV/a4+kfbv3gW5b2tlkChJFVJW1V0+NejeFI2Ra3QMqRJ+rsV1XQPx+cXobKouyyznJGocpsr9xl8u1apHdKpHPIJXrkLf8AP7gmWplJ+lmj1yY5DkNeiUdq5MFTIT4+ocJUd/7TXEPlmKfb/YFL00qklsV0lXJom2qoUMqfdSiJTanGObCHRmqT9Ik3EP6jc/lDKpDOIKk1av0vvSvf9wBWoZVgrZVFydDaFrpq6a71YVQNRbpXNKusjROIzipFIT0rNroRrkTRtqDNLNJaGuAalR75KUSVl8Tcv8N8bSxdK6+4eN6ni5IM9X03JD8i1VmkLmDDLEZtqHDaCQ82alLuegnFK0K3yNkfXdGurQVm67Q2ilGyqteUEajZWaeyHTBRhDZzS6mK12aqvq0hWWhtd3nGxNm6SVTTGXUUpWvAMuXF6C+LL5M1iDXI+HcB7R2klU0x5yRJUL3Rdi1JQjO5yKx/8S0bFWSdCCFH2oroyKqqRA8bpjk5VNujqgoS2QQUlfyFTx6CHxUkktAI1lJoMYYdifJ1aB3zga2tGara85+GIdUiaUNfUV16xW7QuEsdhTaM2yGKQTsj2WWLWaSqoveFsjivG+tEeV9GzgnhDo6bXshxh5ZKqDvvhHbZfYreccEpMtqftx70ODqgPrfSdUDwJrrBCvfFDMHe+pCg8Bc2THT8he3yCEFptSaDCUhK/wBwDEv6BQoryQm44hXUbQwpTNjZmVL71kbQ5kg/5LmDtpS36wupE+RUdKRplXlQeSnN6VVGj0e+S5WuGaS038IWcBDbSUwryvaMGTWm1Vd9xBpaS/cDdgol2xOsQf0dJoN1a2uQQb1Rj5IcjYUlKG00ZTHxgr7JuLOtMqR7mLohok/shzpnSyUrOh0zpfxv1GUxL3vsbrBf590WpvBrSVJpK1AWi7SGD/Q8KqLK3WFTVxNtQekvNAbNhHuFkN8hanEVJFF5IAhL0SJalBKp5SQGUcpJBc8pQGCDKWj1I0rZfqCJSa6VHjK7KVlBq2Z2QvWBEpYtJQPgXgEiklDMYA5fZP5dig5ZqoiZC1BNQeNAByU12CtC87bxX7ANwz+HjB3CF4UHIkAhzV3zCaFkaNtenhG5qtElf5ClKh7XTE+TqHhQpaMJSVqljgKlGyWONmdI7FSGrUm4y5Q5lxZnQ+RQqzUndFJBcrRqSW9DaIo+K6YVvi5aUrLDf6dxN/qFLsa6dokJwoxJXXJiIu45YG2dK4/+3WM45LEKnDyRdUWkra6+UK3lG5cpL2QzUeeN4fWIQXsun2gjWAzeRqb5gqlvvcChZqqlUHQHDOalmiBHSFHJb73Ro8kjQia0U1lp9D8xIh1bOUkLl26quas5fSEmzXWsHoLMQSV9PqiKzkDkzdKVK9kBGbq77icTFGo1IDiX/QTPNlfuCIJDJkvgyvkCguDXkCMr43s1TbomV4lvvZ8sIbcR5yjKsgAoVXevhBNGIxTXV6Ha3QSjmpQVtCK53H+Q2Ji2V9mAZmSFyxFfd5h47mV2PWGrht4oLF24dfYnxJovJvbBJDTQuhBXegciYP8AsMEeNZfo94mgSbnRaumMNIgp6snV9y0rYSJK5UWwcJK64AG5N8wMmN+iSy0pWyVrihVbesjs8IHgtNzQwop6Yp8hby0WmcJZpXH12xXPtQOVXlRGbyoyYKjEKgvNVmgpOKudC9uWb8QOTgHT+yc+w0QMqr2+yCyH/V+QWoZ3ygqbZccXWyD2EmPyXFC56qqLCntQMspa5r9gU9j44qzyS81Wb+4ZoH15/mFTUqWd4gaIKgg/HZbEyu+6/QEMXnjccBnjl8QCzpWaVDT7E6yN8o138fGGzUcr3xzKjKWVxLUhCYO8N5od/ZEtQsWck44vZtKR1QSSADbqpKg1Mtl+PdFPIC0pRbfS/WKixGYzd0aspAzoybOzRmrzi3/L3RTGCvc44WQWXwPNHixlWoimf9YkU80MhnJGYx/08gmMFNvQmDIUjV6hk5BNWPJDEybnVRjJlRVJQwaKoriYer8/rAaNdl0IzbLjidXff3EIGF5tsE0fkQLZa+8XGFKagsKZIK0OYOfxpBUYu+icDb6KlPkGFtS/oxvU1IQgZUeKayFZT76FYz2YWjZSssCGj+sXKHlAM6n6xqNLuYibfRMqk1LXFETGESf5QLNAlFWVrhFV+aJb8IHONX5Gf0YgaaPGMkKVnSSQGUfb6FM+nscxiWytR6Jd6GIeN9kTjC8J9QdEKsoeTOLiw5X4hUcu+6+UEHxJJw7gnG17HaEYWoxCGvzG0NeSJkiMlh4rh0vMMQNZCUPTBoL3pEb0qy+sRgqaosP6YjGPofCE7AiZicRv5EBKJhgsJX8QA/E9AmXkDB4eKEyR7Z+8Mxj40YXyUmIryQqUL+nhBNVLpkP2hQcytolodMFDwli9i5RPfcfv4IgNVLfVa4ZHtUpSoEVhyuOAzLtYtVjZH9DmvAM8LIMnHx69QCORXkugFSHz0LlG3sCkup8IPOjyuvWKV0v4hWh+NZbB1IpOkpWnkeUCJwVYK9DomjEEqJ70lr5BiakqlKV7uKBVjbHFH0zK333jZaKpmVmle/W5hzs8ZW+1/X5gc2pWVnVewFxTKf0dSVpdVVVqriblXpB+i/8AGjlKNL2WdyNfONoomn0lZfHqQHNPjxE80daoh/kWXf4wJpc/3XZTXEOgatXGk0TTM1X/AB6wG2pUkk6aylfiEpoN4nUKDpjZ9AoKqqzMX1hZSpVVa6Q1a5OmJTB0wm46B4lF7i6T/wBXLXPiEKXnwX4wEim/ALTSUpIjXjqw9+6OnM7nktgEVlaGWNRUublUXs9+rPXwH7I6ncE8YU9QJJVTIq+WG2FrI6O0TSaWueSVzWOFC9GJNd6HV39A5Y0mmaHVm9DsjYC5OJzSmqPm15SVfS7IDuaeqqpSlVcch8byfUboajrI6Q0Z20Voa6OVKqIOtcA5pwlF2dHDPKzaYmSVzVRQYRikkqSy9kCJnlWSXbxxIrlJWoqqrkZeNuhlO0NIVXT3Ofais1qkQh0MYu5hCmm3CTVrspVW0IWE0vPzDeWR0nSp1ZuJ8XONJ8ImxX9KINUkiSyFrq1d8huQj1bYTk41VmXI1UUay2utVV/tWq5yKZJqu7uDY6NpSUlatV0ePXLEANKOVSqKtc2S8GRLoJTqVKOepl4uAc65H4OtccHHYxWZtaUSJa9IhuLEaPdFTDpJ/sCi1SEkGiVVU5srqG3U5dC1SoE7pqwkL1cXrjGA0BKilVXRFVdO+cxjbZr8d0P7uS7bEjBQvdocUU7pl0rKVfkP/wBd6I2thBVJL70l+nyjXWlGqpVJWX0/NevhyxI6SVtVa/eiJxz8jNQkhu3SSx8g9cscbrGoUxRUr7qrveOTcgaHMNtYwSSVtUibuvWNBu+un+1H5EmCVSRi9rm6h0Jpoh7bzGNCN6GV/unSCh+1uh+nRaSqRFWtTujm9HHdKqkSSST6VQuAboyVVSSI1x0DnyMbB5RJ8mJfCx4swVSazfT4AAopKVTlZHFDImylUpSqpDk4n5bQsbUXNtf3DweRHkT8nOPCIelFVUGrVU9Q5Y1+rnGrs7nnWIrK+vOOvXYUNZIOpRMQ1VWtxPoNbUUoZqrsXZSB+wbh9V8dHx7gjsSM6FlJEsiEqAqLBXElK1D4Mja8wbt2aStTYquXxTYefB1i9ZpKV/GJ7Kp49xeR/SiSpElWtchMsxcMb3UCy0m1dWSVTsHvwj1Xo7oNSbyms3X8wEvRCTqo6yF9ExS3ol692MA2bT2hWtWjF0MXSVAnVa8XHqcF8cwUaKpK2vc3aw6nTFIpUXQJ0nSuWSoQtXOYcI5w8piyI6San7Bi4b1+9egL+EiUUsi9hFKUeakch6kccE0cZ0kraq9jWAIZRm2qSSdc+t7yAokpLO4gg9Mu/pBqdIOpSFkSv54iSDlKba4hz8Yoy0QVlbK+E25zgnY03scar6gLEsyeFrZJd8Riik6SmuksgmMc/wBBFuhN305O2IUkpsVqfZSpCJ8fjdX1FuNSJyf2IKQujaqpHYJY6B75MbBV5+HyXwiTPKsksep7QhBRh/apV8qNesXhwgxoz8biH8grNmwS7HkpWpgQ2cP0v7VU5KmX7/KKYUaryWQGNHUhsVL701rk0K22XBeiNHkaFcaGqd0Oykti0olUPxiFwmh1AR7c8r/ftVU10D6ZDYS9cBlZmwpn70krUPV09vB5RSwLSlFq7FSVP74Gh5xdP7FdeAU1JUolZJYlTzDZbnbpVVUiTfQ5+EKXZFXX9q1rqZEohr1YBLSpR5SR2q+Ri6Mdz9w3txkuon7jN8PTarV1x0D6XFD+iqYm1EptccxbRfpNZWz5+0fHNu89+/fBtHXQqpKnspByXsjBAcnP6GE+qJ1+n9XOGpdju7Bkk6S49e93f2A1IUAkNXuW8ICWIk/7h62T1jdlqTav0prV0Q/YHjeo4p8Wj1OPkXL2NLpJCUl2ApPBVWuNgpIqSqudBDKj0vQEU8UWqUjVooK8kIqt0lRsFJtZWaCmWNP7QY/sKYIyu4Jndylc7+wrRzVqBqRPKqBLZWCTLnCs1IKk0FeVqa/MMGaiWP5NeETcKJJJWut7g+oS77glFR2JqQbzbJLHONdcNJSvT+Q2uLtLXbCikk0pU1LXyDGhLIxR5flUxuAXvU1d6FdGI2srqxaodLIWWayCBIcrjMbk44yicP8ACO1y+yPnun0VdlHS6/cPqa72jkpR8g+u1+Q+ars2WxXU2Vl3x9b6CeUD531EcZaNUiVJLfRYosBTnlV/ZrDEXG9aY9KLog+uqCiLpZoBuXSXJEA51kku2AVFJok5DpSiG7MVvTeP8gS2pG1CgpROHf15gImpZG7MaZsugH7GlUld9HNG7lWUGzGl+2G/Qs4xOlJPLLOhg2eyqkoaQzpZJWoHbdfxoi4bJYm7M6U9gPWlKckOftHCvbJxA7ZvZvi9ADHEn8UdEYU1a53g0hsTOl/Y4+2OZs3kqy/a8HTWkN6S4oDQtZI6YxpTxusQ7a0nZEHNGVKq8r3BsbClMjL7O4F+JOMd0b00e76HbdcaO0d771dQbI0j40bIribug6SSGF3qSQ1Al0Nr7HmGDUuqqqGj1aBeKHDikxBKCroBs05tqHzQiUq1+K+K2okJApGkpUHIrjylrrfA5yK8qNN5GGBTJK64RMLCOFddb4MTWmiebNVF0fgGSmGKlkMiin00YjfmjFTI8otTS12wW3QGvEKVg6LYF7GSSSBabeVa6+YLqVfShksgt4iamlUpRxqCiKqqvQDR+62UrZfFgFMEbL4hVQw2TlLICgnyQEXZpK1/RDE6Yyk3m+MqeX8wQR6TUnVDZdlXCpehvFfQb+o1ss19QscsbLTEJIc586oy1zQCK3VSVJ7Y3Z2y3rXzBQrR1roCbWRWE0Vtmk1IJKZYykrJLhG7sWVl2C4wU3QMd9/Yc8fkXtyic7kZfsCMEpVl0wxcoeKEIslfTFk8TVpFZYgJQkrsBrCj1f1bXqFa7PfcvjYoWTCukXG2xQfO50XqJSuPugNZbldeYHsZyy2YVU5VIBGMljpZB64qcOgMR54rogjX9D9oTIDNu7lJWWQNbbP+SV6AYIupuar+kCmB33GqrqbUS/a+KAvgvyoIKtZHD19CR6i1UiU0TgeVvvs4eoCRX1MBVHXjcj3/AEGXSBDk6iStkkBpllNm4/mqhWo6m77jiSTmarZK9oMmUf7GSbnfVRUq5m9wVHm9sBqxVS6HQ3AbF2EwXtdAYMfkuP6gAZfXB79sXEVyP29wdMHxLVDDJbX/AEFakZqXjNfICWyUrv8ARDIWXUy1NDfQzQOl/EQTQsgSUsr+IJFrx4M3svexTFbuCJlgMsffdeoPHuHFRC9lcwHUWVxNd0VQNNtR5QyuvyFaoWT8FyZ+SSBrZaUFRCq64POLy2tSV3gy6WI5qhio4m77rHhAah0s1p4RK94rEAihuS1vinyJrq2FIrytckbdQVJd/EGkIm5UNaLcylSWuXo7eALRPkqR2KiHs2oNiRjZZog53Qj/ACLUbzR66sriVw6s57XkYFhfVEy6Yikolrf1gLIwSgN8QUYMbclD0OS0BEscub3RkumNY6hkjJC8ql2RksElREkN69sST13a30GsFWy4xcjji8pBQmbfcjicF4Xlj/HcBG+OyRipb6KowSzut4SMpNVFB1hjdMihXldeseU8UMxhuiJIeNGTFS8FqRJudBIoKZIThHcAsfUCcYXxiBhmJ+SGFPmNZrieibUgqUhajxj2QqNHlVQRH9GCm9MVKSh5Q/c11wCk629dz8wrGvVGDygOYllhFqhvQ4goO4GTA4kTxHjG3rjgdZcL3NIpZr8W6BjkPeIwOtK30BKv0grc0lZfH5foFrqlLLO+lt69Y2QFGUmNXdJJSgrXpb4AheUurjqze0E7ulvGgUM0Mqg8WCvK/IYljxzBLEmsUZrZHlGYmGFc0dVLEHquv5gByyZOKauP2RCBlc0JQN40+J1DNfmG/Q0TEVMtISjHkh5GCWdHoQm772hsTR0Yq76kqJm+Q9CM3occVb70PmCvoFkvgEjemMQj/ASU5ILQEzBDTRmr/v2uoeNDfeOf1cAzE+vy+Y1gorgThHlNzOfISPNVstfOMxJkDfsMQMxBSsS1lJc2KDFIiiplq9QHcdfoXKpSu3xuNDqAZ0ssM1k+SAklXOygjXkZO3QsUiBlIb0G6yaXQ6YCVQ5IZVQyu6QpULK30ULl5IM1EAFFH+Az+I8ZSUqYFBSVZZevqHjtd9S9AwsWQSlWqRBWmoqkqFoo6RNs+lJBpRlKK8qATJNXX4CgJUrpqrmhOayNFZdzotF0zK33H6ZvcNsom6TelamOOMtKTyJuR6w9Z03KqSlQjgpdg6j3OuxptVg/2ekriHJUOXn5h0y5ChGuJSjrPr43ZwbQ+c1Kfmtc7mzVyjrNy9233BD71vX5Dk5YUPx8lLZ0t9S9qdKbieoW+CK637GutPQKuYdY6VfaKcaa3pBJ0lx6+t4VUg2lVH7BU6C6B4HJV270I4YBYxxGfIrPqOmVfFd4am5JNrgu4e6ZrdbcuRWbbkJVVIbBG/AUO0VVVbIOkCUhCkzSlHmpZZ/RCC6S5X7USI6SxDoYxPIN1rJWk3EOTjAV42V2Kv2Y4/NeiJzgGPJi9HEn6L+nn/2WwVOgRPEVVJf4cOEHMfBk132lHR/+yI2+565/7rspLHnnibtBopRyqStl6A4/b0d3uLE1hC4lKi0v79ep2r/kGqUnRaX2yvNVUPZQq8O6OsRKlKJspX6FGj3TsGrClEKUSVrkOeofdhrhEpcckNDkUjWG6Gxa7WVXriJWlkeyIc+HRiNuJRSSVrlkPk1cNUUEbb1KqVz1BsP8RnLwzQqUQdOmC7VVriEx8Tbwbgixi1fsEFdinIfBW6I6OpQSXpjUYNEqLp7YquIg6yOC/fwwCPjyDxOMmyiD61I1VSxMBK/XHbDyFG2RFUscnHKCvsJq6/tdPGPuaxBLNVVglKSx8cMkH4aA78pJebxKnZjhvDksKJ2VXlbwqevuxv343x3Nyg1dJTZVQ+kNHpCg2tF0zNm1CUiX/wDZDb9QHLFpXEbjeXdi+jqNapNSKpVEOPwm5wxRo2arspXHIQWbD3riaYZ0eilvqtTjlAjK+5vjIGgta52pUyQcRVWVZY6lXWIpWopJV0RVJWuTiA5tBKUdLj4nZ8opQHyfZyGn6bpS610dJ06ORrkESKaMIXr+3zxiMtLnVWqU1JWv28NUNmtEJW7VVK3aqxJ8/cCXKH3X7qrZkyq20FnJy0VhUSsrWU1myqh+OTgBjGKquax6nHLlCLRo6lEtTn92HCG7BoqqrZJSCafSCpTgI5ZugZNyrKlOkvQ2gUmnkTZYIUo9VJWyzZwSWiprWyFozl5Jygc2u2TVdUymlKsKvkv7o1522YYiU1DE6UA+8ID1XZ+wEksxlGJw7t+I1FrRaqqs1JrXJl7gu5Rx/YsIUbZRbKU1mpVPS+YsgxVSVtfhHmVlUsqnu8wcJxVzsqeToYIiPyKStFMW1kRVrXTITLJxo8IKMoqlZK1FMTEq37/lESLtd9SOhX45Ywq+XaDRFhvs2vo/mH+Jm0+4G12L2OPXwDRKfjNpRdJVWuQl46XDe3b24NmumeqsEpUq3PpdQ0dNs/dOprpU6h9cA6ITxRz05BzNilN0McuOM/ZlqRKbXBSDDYCVlXrn0AxbtVVUiKqpJkPlCLZWhaiSVUSV41XyhhBjkSuaqDSsVUs7p6RNHnBCLbItdeYN1AE6rR1KzVTu+4WUcg6S/uksTphuWDpJU6Svbr9fMLitdlV7Xs8GAUTkJOWIjilan+61D1sUxRTTRX6SRJSVdch69TBjQ4QyeUrRbW1VVIdcmgTCNUPSWyn67rHTIfR26vNg2oC6eJKfX2Q12SqrLdKsKm1Wq4Ih0kzauqiqUs/Q3fKNOi+VmppNVehVPg94cUe5dNVSKzeHE+v5CynGgKM47ClDylZWOnUPHh2/oHLKmX7BUlricesASUk1VSOk/SJU45Nv5xwDzmilUq7pqrPQOTjZIX24TVMMeWUDc2NNpP8At9rzh2ypNLelU/mOYs4pf+qrUOTR3euAwtTKu9KnI6QPj/O+PP5/46E/id3F/ITiqaOkPnNkBUSDVWl0U2okqqQ/ZNfqx5xsVHvGvK49Qefzeknww+zs4vUw5WEnjK6YAd7gZGN2BIiKQ8x8mB6fHxx7iFKa144ofvpqWdDZ63SlafSL5cA1WkiehXyBSHV3IclxC0nGtYUrkmq2veqClvNFxY2uu2F5Hh2NDqHFANJqoav05SWmB6LXSa1BVS1KJSjyvzHPFZTRe6RoF1h0lUjpd6oPnu7xjNtR3ilF9lV5un5PIOTXaNEscfT/AMfJxPC9XG9I4Y+LKVOFUVVQ6uhTlK9CvEI47Y904lD6IRUEIQ3IDBS/GJ1oCL7jEillC6Mb9QUpeNFuaBqzaM5oYKe1wCVXLFUbLoHBoDQyaUjsWyD6jaYm2uQNNSsgW1d7FzQIKy7nTKPpJJWy6YfoLeKrjmlH0lkWo2dlTO9TQuKkSfH5N4bO5SXe9V4M2r3ffR6hprV8krrgDKDyyzvv9X0AcBGkbu0pG1IH7Gl0ks6qOXJUlKrgpKn5QXEVvZ2NtTTXlfaF5roJtkl8Q5S1uh8aDmNJq6l5xNce7BNnTEKSVVVzo2WjVcgc7ohdWVNyBtlHUlKSsuYUXSQZvbReyDAjoac2pbxoYJUqEnMyNpg4E4KDXm79XH0wUg8Cpj7D4x/n5B5FRVIUoLJShMu2HZk7GCb4XFP7YSQha2WvMGLKIVmish43LyoNTsgtK7lAN/TMpLOgw6gt4jN/SSSSR5Q1CkX6qqspJXEA9IUwq6shlohNtfYHVHpRzzeeiLdjvqoLOhyQOThruCsqYOd/IMEARZi5Np3Ackj6YslCLex2hSZrZHARm3ivqHyifigKo3S74LY3Say7YhZ9lzVe30Rt5mKXJC5CiJolM3HHexMxoqy12gop6iUlbIb7FjsVLNfsNXphTLS1/bmEVx5djq9yETmrih/08IqjRUrOjanMJqp5VT8wndRS9AB8bB7iADMUsQDuGkrfRaouBVXmv73xqGzjIWO2s2vp67YUPKN74enVmiuCU2okkl3sHmBeRkjSVqOVx7UK1G6qWdxCfX8x0N1RWvONfdUZ4oFOUhriazapWSWmb0Q6Zp5A8Si/Fds4Nbt5QKqxG8SldLXyiJVPFdIGqEsu2cDHQ3qUKvpMl5A1VQI4W/0MGcUcvXCAlmeXZZeRuxv8PUFrJjdKFxFt9FzSCuyhcmw30M2DKVncf6ArIaVdghqnvXEFbpqGqCKSQqWKlmg6JPsa6o25ISbJKpJdMMjNkks18IHqpJa7vAB5BEmg3/8AsBkvX3CDVZKb3OKLlD+n8xWIOkKIv/DjDM5LNBWodUTK4sux5vqKR7CVlsKPADnU115hHZVroDMUptcNexZ/oJQPZC2okB0E9eYMiF7/ANBUik2CRglERqpTfMJOUpQGNGyzoymBwWwo2hKA7nQlCuYrnb5BIik3/bCHbAosxDOghNS1tf4wFCZPQ+u39BbGG9cTF4eoMTnE2u558kkr5vMOm0K5mjiNFLKpOiZY6zcq4mjPpOXHLuboSCoshFXES9sRTN8AtKaylBvFmx8EDa9QjAwtifehAKM1Xk9E3tjxDjx90QgbxQ3ZAXcJJEXpxSSSARTe3rEWlU8UNsaS8BEVfi0DbgpUiK4rWuaGTx9AOT+LoqidUeLBWVK6QzX5x6Bv5AoL+wgkLITIKoG129YDMY+N14AnyZWi2Je+PROIFhrxhOEqzBon4ooPN1viET+gCTxAiqncGTMRqxAi50puaEXLuVvoTOqQlKn7PlAYykHunQVuKSzgRu6Yywjf07Zdjzib0NuY9eUraytTBS4pnLtfaGrUlT3jQid0wryvtbg2eJXj4/8AI21e6Dxp8nW+FTqnVeVGnr0z43LFR6Sm9PE6gjmWhx7HzmlbWV+ILFns2y6UD/kFx3vsecRUcb6Ec/BVceR1eOdspfyGIp77oCsllnRbCUkKHnw6u5Evf/cWJm9DtYBXGO+iRYAuhX8tHox4agkWCQySAxflKjL6GdEoFyMjXhHoQS6FfBoiO/D0Tb6A9As9GG9ZAsq2WdHoyvd6xmJQt4h/Z4eRLlzRGBMv/UShEFGgvsgc1qJFL/k43yGL/cHixmrfteLEPXSKuklelCMNPTEq3K5A9A2vuiJlWyBS8kll67orinytQXZ20FUCa1QGKnTBlSa+T6gVxBLtn8oYnsux0SgVaHc943Yo2LVC+KxOPu3+YCnTVlWWRgxjcOu2D1468YDuE7KVl/h4QMMRuLYtWglqYDHSDBUqSX8QKoXfcsB9zN07F6ifisTR+gFVQDFaIGWJK/WaMYgN4lK3aAryvfEkqV3pVLE44sOXX5BesTudAInIaOu4ylNVUpqXoVgIqR0lmtfOA76tpK0OkCkaZSzTpLv/AJjR+wy0XlpB1KtdeAbHc/dLKSlTejwe8JU00lUpqSvR5/2FRGCu9ccI4ZGbR2C5i7G1Ikqr8x0ljTbV+lKyycfrHy2i8fsKiqWgOg3KeEJLE2VoYo5pwxGpS7H0D4PLoP8Ajl0ewJtg6xDE59yI7YupsW1y6+N5x8knpvZSSD9g6mSLxi8OCN+8Poa5G7pK6i5dB1NrrkLAqvCWMBz+4PFOtjp0skr0DgKkdnpMFEs5X92sRTB8krX5T6CEacSlHVV0A2QF8mM7jWaTqgU0ksQ5MrrFytFqqqygJ4KzKqunrXQr10uDCOkKUElNPxxkik3ic8dUR91USSyxqtK0Ak6anaq1646stRMpU/H84VPGCSu9Y4nOAISldnIqGTVaqqUW/VyMjpBq7ZJTSfEPXa0I6YKkplroHgdXsC1k/SdNSK6A5sMWdi69mFc1/jGhXTNFX9d0klbNTVktvc2x0tNw1dJWWhlboX0gztZSTXhrg0D3MXaNUoqlNlNUH6WIfJ8sNv1gxJFJWurNqCs1DpUNXdNbchzxVVLhs+Grf4d0aYrdrSj90olQLUlQhqk1U17D5BFv2u5e1y7RuyCTrZR5Vc5NLGyhfSlzP2y1IlKJXQNBVIx+HgGt0BTN1qqs10k1TJpVDRhWG9ULTiuxZSrDH45L0YBo8kXoz45R2aQ6LsCyVsKmibbFCFN0M6VlbPQr8WsKfCy/2e6QYNcQ58dUxOT3IeUIqAorYqVk1Q7VW/Ha3b4SShCQ0etWzoFDOWquadIHITiGv+8MiNWudS+EaahsVWokq1J7sPkG0Ue5SSSPKVPU4h/qDx8y7MMuHVo166GilaLpnZ8r7q+xD8BYw3Y9YDhRyStfNkJVjrhG005dEwYUWf7USy75CFq360dy8ORFM6pR1NdKrnTIfJrRhAsI8F7dgDNVuJoW+5v7ZmlsVNJJXIOHKrCUkRXLqXtKO2NbotowSqJTTtelWjjeQO2xn7VKbsrZRPNH8wsOVdmb2n4IE2eqqey/aAcUM3sjqq4nQNfvXrwsaPGrreqi/TLeDhKj5qXTqeQ3lHTFfRBzxvLucdp65hVWlHU3IXPXrcwCb0Gk1SlSq+1zYcMR0e6+jPsuhl6ZVrz2pK5OlhvQhEcdQpl1Sj+aq6fV8myNegW/uQvBeTjx2Di5M+xtjWiMtVVKpxeDqwAklDqtd9qYmOTc94hRf2orZbKyMkqpcqO5fiCHK1KJKyn7WuQ+QdLDC/tRwCUWn3Lvjn3RIpd6Va16hcXFvw/ILyLKzbLLqZFbB18PyD5uq1lWqpK/JGweoBlbb6q1JiGytqJoX/kKKIkniqZqd2zhqwYEVVx3uUUhcO2NSoumpqtq1l4mXuBzTFEK0pSjpV1Xy46W5ueQCsqDtT8TB54B7k+wOKOBe2c2tqkc/d/MbE1ZpYkrX8gsTo6VUlY5z+8NGzCbUmjL6D3DJOWkrr5h6DdLEmpdAptqN/XhBiTZ0wryla6GXUNh8kIg9qu1dJTZWRl9QpFWLJ49xbsZJqkdVVXtVzQvXhrtIXQtWqqmxUjnqZPENzAq7WmWDVKU1Vx171YpNrqGqtjpOt6OSv5hX4qyMIZ7B2pNlT1VWp69aJ+zfiDk6Oa70lU0ubyh2zYJKpSpXbq6UOCIOa0c17ZwMytJaZqqlAqurWV3i4MMBNJm6YVJWRxT4YYesbsg3/8AV4mSKXrJqqkRKbUODn9AdLfg12akrnUiEP0C4AUiRVLNOsTi7hvIDlaH2LUSVqe/BzBY7ZSlbJU5MfQFFOQsoRmSdNFVfvTCoQ+DvXvKFpmis1RVJKuupncaP1vbQOOuqkkT2PzC2lFUmrpCU6ORc5NEuA2DaFFPNCqLi6Ra0TSSr6HnBia6qVqk6r+oLU6Qaqqn+9Y+kXDGN8MkW7B01JKdSD6dfav8waajKKQE5RkM210KrVX71XOTp/IbIzpTZSU1qqevxa1/3jTFkXTVrKVxyaJ9uABbLOkrVq67m15h5/qf47h5t9js4fX8nErvRvCtJKq53Lq/MI6RNNV+Ov8AIAuqWmpElKkI+TydytDn4cIrUcqurJ1Urny8bB1jkf8AFOPxZ1f7ip02g5qpZcQRVeJJKzeJ1jLdlKqSla/q8wVU8pl2uQPN5PS8kHTO3i9RCa0N0KaArx4qqNbYOFXTokr4g4cFss17QlWMqLuSxE9LvOx6xzW6pbLsuH1jcaaXVmn/ANhodNuJteaPf9EsTxPUO2cnupSGr3/YG5XVltTjTFLLvj2IPRyfFFMdoVwzvJiZjDMOVAl3GTyPYc6JX8iGmJFIImL3/cHJt7JTdcA9fiIy7IYqAMLJCxE3t8cVwMLowSx+Po4oyN4CG8P0426GTekcgKm5JoLiTfZvoigrXk2RlTMrO8/mDVlSs3fcQaQU6oLQd5Hl/IDsK4ZR0dAbO/G1+L9PKCSqzfhGlt6Rlb6GzakZtRUBMljqjbWpkkg4a0ikl3xprd5/AFtXmWqr3N0Ta82KoWqOmsKWyLX6cweNaZ8b6JfeOTs6V8acOmVNWVrj/i8gm8mtk2tM6ghTSvKhuxpjNzfTre8ctbUzN304dMKTm2U3XdCtC4po6U3plXXgDZGkPGjnCVJf6h2wpATHh06N7aPQzScqq9/IGnsXHt+byB81cdgNYqWx62SBhYSgrSpFICO6X3pLTP7g8eop2iGPqUlBOqqq6VFRFJoatkZXYHTxxxOSc7KWbHI8oaIoyrX2PmJEglvWIJGgM2GCJQOlieXSFlb9JAMU2vFGSKBGx6xDiRFgDgta4Msgtr837AakZvIsUMKCxm70JGgLGxNaoU1WzLdtzBmi2SEEkJWuARcv0kkhlDIo54gVKn8aNMfWqoePns2vKAMEdd0XhCMDnc82a84YWQSvGWtUbQ6bqzQEdmrnZXpiXI5SkFdjTlGFrapdgpdICLUZljc1WErpgVWj/FBf7KxkmaM6o692yZXBe5gVR7K16GuHAGy7Hn7IKo+j/FCcyibF69Hyt67XUNXpJilNOOjP0kkmuuMNCphK2m8cCJVoQrkspWt4URTlA0iaqudyBOLbetOoA+kOOSFxiTZYpVU30MdiK4832RQdoliK/EHysHxAiFstfcMrRyLL6lBajayALsgbMCUjMVpqvY83mBbRWaEiiiqXQE0Xe5jgRYw+Wd71lgUzvv8Aeju8AELBVW1mnEVzKpdAUqWOgtJlp3KWaAajxLpn72D34ACq5VmgeCtroZYWEfsNaodJPpW9dwXwc6mCWur3xchGytdDS2xaBOaoeQJN/lgFZyCTZLlcfXgBCjWbmsiprC8HYqYujBKbZY/GBrQ4GcIyv8fQF7SCW+jIVxscJEstDsgmEJSXEAaJ0vb1iILK+N15hRMSu7LXB5qWdCl2QExfpZoDKqhryJV5KSw8bU6P05wSUtlxB4ic21lAgpd6/bAGSFAjqShKLnyC1ZLxQDPGUrZd2pzjXiDFyexkwc2pFR065JfI7cP2845K1VVmk/EOkXJHyPJo4NsOmQl2OrMz2VkLYQ3Nb4Go21StQZLS3rQxwyZFmL8RkxZtf4RGUqIwjrWBZnruWwUsrVIRjG+MHiPVtdwEU9A03XzjJT+N+ghetddsZh/+wYb4lsCpd8SKdIUwiLCxld/zDaCn9InVmiJiis6mtUWFiECqZbMlDBo69QiUwwY9qGQzJR5X8QzE83/QDqOvY9wGVpPWsCTirbCV15WdgFL2kADSVMys6NXpSm5VrNxAi7DpDWkKYy9Aau9pgJ6WugGp0hdHNVzoSUivHxZdx+8p2V6fv2hrj2mVd9V1hH6BEvTE319YBXXV/GURczsXp4xVjB7S03NK1z+WH5RC5y733o6wFUYzUuIcVqxCZlFxrwemq4mgLCK70B1D2VqKUzenW1iDYyUojNOKu+iUD+NtAHBX5CZlQsh/js7NCPK6GQMwMJmIl/qYVWSvTFjyFHFZE0TDNTXixECFV7gvSSm53jw737B6MWXvY6QrPEW1bXQ9EQVMALsjW1q4ohesvwE2hOJkvTGIwsgv9lNSiYIfevoMkOIxh7eVrziZTKq9DocwNiJfZmalmu6IxjKEolwfqGb6W9eiGaxN3PFL/sX6iZYfrFJf8X6RbCHK89cDKRkyMS68UejDffw8A9a9w4kWb/qNs15GE4pD0S9vuDMNTfIYUjKtdb4HyDeKKoQtZXsAZQqv8+DmBFXXdFZyTePia3xmMp13ATF5IDHQ5JUMI2vp1CAdQiudy9rXrAoDf+IuU+QFl5c0NHJVZWt8BmbWU38XyC+ApbF6pMgCqpJa7YYn/wAWJh9YEcl8UAXi9AC80BLJam2gxgnZa3wHFKVZdP1AUM2LXEcuVkcQCmT33j67QZKl+evkAkS5GAJUojJA0HSrXNKi9vdMqlZK9uuKHMACqnZWoCyDWS0PzXVpZqVkdISbU6wVVtahDjSDmtQIoqrvvsBWWhxo7PRN0KrW1aqkOTBpXtsdAuC8Jjq5elJqVeof+4QrfUfLadMP2v8Aaq6fOGbW7umWudt+kIcnCplFcXXg++6N8IdDUylNYOrc+9bt/gG2XMXIOqZdEf0yqcjXAYqX19Q+Ebj/AAytaLdEVdJVJZ4cMYD6nuO8PaTpqmqqrXIe9VqcHP1Dh9tw0M0pH0BSy6VAqoP6LxCIXppCaRBv1A0y1plgR01Vyya3xwBtdwlTKU2aQ5NMoPoC6Z1clSiaqSsyjnRoVybhb+6Lw13Odvwd3dMUla4UP2rVKyywSjdCk/apuklSHIcuiJHik6qCuqFtxZp9I0ek6rpKpYhxyx7RKtFv3TDeyY6WLgNCMR3d22S5Ia/dJczRbpgurpoEjUHNPjsvDko5ezphhQ391UQxNM16ANaXT0Mqqd0kqRSv0vWNXo241WmX53VMujnJWjVLxoQju3xt/wBh3LsGpJrAina0eccjlKPY6PbUmZpM9F/YNIuksc+x1Mk0NurHCOVUDRySTVOUljnxz4uVGI6guxoF1QzpJqlUrpRxim4YR2hq1ENEkmsrExMXzBZyze0V4orisrSoiarxO98gWjB0wslVbMMHDFVJIjpLQA6ZVXXb0SAYx+inuSNGcMEnV0dIzeSJV9d8NGrD7rZJZGULKebKsKUa0pKxDlikuaruR2oh+3bJf5yZdcvBETx6rYzmpQ2LDoMEkv8AQovbypUpLHBLqjmqSs1JXL0dwEoNOS+ENh9k/ccTnt2tFquqUo5qkqepjn7MRKjKPSSrpbFyPrD3hhde1dJJEpRLHO1Vr4vE3QQgVJVrNSVz975ASliVUslohFOarapZGu0GzNhKSlJdrH2hTRVFylTqusQhPMbCHSua+6pV8bi7gOpeBbFpkpSpLUD09d4lc4lKdY+ikXarRDUlGzbVLEOTyeQah4Q6C2U6ot+qljzTpH4CxjDbD9UUJam6Zrl0fhFujuoa/ZexSIUce8U1XCc3liBqDoRVqrNa1D4mSfBENSsGrXNJExLwLor70r96yNGpgCtzkrKdEVikElN/8pKQoneysEPPtB6jR81IiuQfR/cSYEYOv7rHJxTFv7QYGorYtqwVxOSPh8wEIXuQ2axpCWkKFSdWr9rXOTyRL5YYRQSi9gJHVVdTCEJXqnNk8N6+NnSeZaSrU9fpFveYL6Zo1J/RbpJJXHlRqeTbhH6jphDBWjnnyJqmcYutp5J1Sh0qLx0KlU6pMEVI7oCYRdZpJJc+nXOYFLlotqrK3/BkFv8An3A+asElakpXLxKlW9G/w4QMx60W0W2VSS0D1+PwhuQySVeakchMjJvw8om2oneti4mDG5/3DErN1KlcQBNgogQ6SqR5qpO5wdQCplX7Lot1sCpXOlH3R8wmZCbayvlG91BDdbdUqwanYMGpDrysc578YlhHBeje3RWDsnybNQaNZqs1VKufJ4fWHLVrayvT6I1lglSirok1Xt9GH1Gzs27praza4PJyIpCGtDVoRVJI6qQKi2VzuQftZQg0cKqpH0Dn6OAHEcqyvvTWv0i8IClkI1NFJCP0mv8AdaMcQ5cmPWEb+6VqwVlKtSLuiaBVMF/dv8A2tBVq6skq45ndMmkldHSKU2uSvA2Lh3IcG1hFoaFe9MawuqVdQzSeIeuT6ecMlrpGCstVVIhKmUTyfMaW2dKukvuDA9evzY3PD8wxbpTVVEn9ci9XGLVwecBcm6DKGKsspy6ZgwkSq69clchCaMeca2+p7Z9T7gc5ycVTJwdQ2ppQqT9I6StQ5MkhK2G/uRC5O55Wi1TzUsTQOQt/yRD518EbjgpbbECFMSlbVhU9Z/LEWo0ylNmpOj1D5ZDFvVfKHylHJK2qTXLyzcwTu6OazTylUCY/Ghtx5r4T3JSKNRW0bPQ9MqpWU2eTi7eDgF1J0ek/taLVqH4p8HmGiptXTD701VOch7+l7r0QwQuppRKylExL5CHqxvl4Yi/ufZzcnHrQS8ZTVZqrqodA9Q5KuG95bwIQSaypuyl6/Eqw9cYxv+YBuqY2fXyCOiZCvGwbusApZXTsFUpqqpJ5D1DkN9cAGeRow6aZtsHKSqUrZVQ+nX12hD7PdK2s2ehg0twLGCjV0qSVITrlxLSEYG+kQ2cNnSSU1VLET4mj6gJYy/Y0OhBLVvQOdSnoH4uCpfBD86SSUrj3qip70IdQ1aBZqtqqfjYhsHlhH3jNL06q1qUNsWuQ5cU23WjHg4PKIcnoeGfU0V4/W8kOmxBdUxpSaeUkfjjm1MKOks7XJt5Q6s3peV91dJemDjkoalEpTpg1PX0TYY8O3tw84rx8cIdKDKbn3PmOmITVdOoNUdpyumPoinPBG1pRWbRapGVe+WUc18l/rHP6d8BF3jV19wov7Q6bU0I7XXevDt4+1HMuRXUjlp4a7gmWKXoDY3Xg+uyx/wDwLqpxcF/Bt34BWvQVKNUvvVFrk6Bix+UAenLZSvoESTEr8revZEtjx6YLkze32Q/STbx8C2MBMEqtbUUqN+VAa8jK5FZYSvTF6fzFJYC9HxuvD6wv9GyCUie35hceHt/IVIqK9viFNzAiJJqQoti/HZCBLXoHFZ7Kv8e6LoF11wCCpNfcNiLn9Iwm5VS7Gu4CW9IqhcpyU200hQZWVXCfoy6u5tzSlvG5d7qwBslS1kTiDnibtVLv5YbtqWyBmkM4as3lJ/yWJxQwRfDS2NLcrU3ahw7Zu0t9Vx+JuBHCyeNaNuaPlUg5ZUoNLSdAtu8ldzK6UBNxFxR0ZrSvJaA2KiqTm50cqbU1KS+HW+GbK6LxoRoRqmdkZUkklUtSVO0GcacSSzWh7Q48hdOrmpvcBbWn1VQEgOjq32+qrZfUXtF1VVfa83ANGo5/NqWv1G0M3mRoHFIrAhPSNtaw+QbkU12xqyVIZHxAxN8rmpoo+QVK0bJXgIFdWudCOD5VLfe8LCPBPPKQfiNzORkh5tcK0lgWmoNOWysKkGEUBRVLIAJGBiBQUwKDuwtIGJRlWuh8wEZVJK1mhY8pWUNcpGfT3HLyl0kkhrr2kVVa9riAAz5VVUXNkLXjjohDEi5Z+QhEk21BlVJJKyECREjH9sGXUFRUXaBXCdqB4og3/txBgpAg1fkAxR4QI6QsuJjaAcSwMdEaK+zWawtR01UXs6KVmn4geRZC0zGUIzgWga5SqKSTUaG/aWp+J6usdEpImXZaY1l0xy/hqgQ4sgPkUZGpxQlVxWaEr+IbOmUrthadBXku91BJcWPkpHl0eTKlnVUhWdFJXid0eVIr0xWVxvQRRcSiZlw0S7mAKnzUOiLTfg12xW4azUs0Tp9XmD2VTNNcNfFe+PvFSLa1/EHyzbuVL3mFB23JCqRKbMNkpQoeFSVr8QXxOKF4zdfyBlJR7Cv6Ezppyv5ik6PJJYgZKw9gBqnlfEFi9lEVpN5oZtEt69sLpyXp9IGovUs1Zi6f0Sl3GyMpLNfkJHX13QKd7r8wGq431UM2mZfoPPHfQNFeV0K4EXe2XQAijy1IFvEOI7I930EEWmjXUlvG9gOGR5ooiLxJqkywPCEoNopgRVNJXOh62LrszLaKqudy8GPzA+CqWaAqMe5+H8hNZSUkKJEXUSC6njfaAZy+gceWcZYon+JBsCTSC2cPG5GQN+uUVlVJSo5/A2+pDabmHvK4nZBoly9J2yilLIgZQNa8ca7c/H7qToae6Hxc6fTIHS0Qqy86uRoCuJcviesZgpytTEJxhFUoxq+zxI2s0ZN8hBOI9E/KjPvZjOv5jxTK713zjB4pCcI5ANgfUehGVvQkVTxXD3r/ANBEppv8RmEeV/IKC6JkzU3ueQYKXLEYm4fRASrtJL1jDruHKOJud+nkA6z1IJHVL61glc05vU2v3sIxo9Wh28pPegjcU3K33XcGvUjdBK33H7Q1ikbpQHyItDgs2Olbo7I81XH7Q0+kbosu+rocYJaRugm50ay9ezVZvV+Yl7iOnj4a0MX9PKqqykviChZ0qqB1V+V43yiKSK5AhObOpcWAWVXetDzCU7ehRC1GSqgWaCyLTm74iY4xA03tiMuUkfjgaRRETG194xUV5XuCqtrrwDxjWvbGYxdE1rnR6Km9CgqmXN7vCJ10kv8AIBIFZHczF7YwaPf7GASP7Ywp8h14niSyosQiCIStwCEOkLimmgMdLpL4Qsjq5f4QOqrZD0I+hWFRoKq1wYiN/ROJkhkualY4jE/6ibnWIxV5LtAYOXYZ9MSxIwzr2oCBISqlrr+wyXxuXhG+IP7JCRZQhA29fuMWvACZ/SLSmshnXmEYxvDBTJAWZr7JH1/MZif2BAsbI/Hwa3h697fvAbBL9EoGlJa7o9W8UMKFGKvOCkgyZ6B5oibaEiwvpDFWxzgzGSVA50d9EYlsrLu9YtULKFSie9Sj7gUXcHYI4b6/MBrIykumGihEpv7gZeytQpRSFqhJVrx/OBHRZvf9oHqoa9YHVTCspexWdMBrJpKhosla9ABKElA1uzZZaFkUs5agdXNEB5yb6AIJZYz6tlYIAOW1lARyWy7YYOU1c6BFyqq1AllIrFCZRO17GL5QEqT2w5OgADt1QrY0ZtbFUYK4/ogeKAb7FtR0fwSeCJ/d5ShJqR/s4l46p6uVhyYc/CJcvNHgjlI7eGPuujlzK5umaU/sGq55fFKHlA3T3R3Gv5T+fIwV0jYP2H3Xcj4MLl7kmGxWFDIEPgMZUyd+Juu/8hqnhJ8C9y91tqkkRq6w4xCwvX47sfMPn+T+b488WtfZ6vH/ABMqyRoFwHhHa0zUVaujk0am7tbfUOyUTdVsprsV1j4o+R7ovBldv4OXWymE+QTHmt8ML0I+a8NtuF8K2z1SMKUVOg9ya59pTq3IC3Hzt9S3H9HNz+gTdLUj61ucu4dXOK7FdKnPRymSfBGXf3I8w6xQt1OykiSlcvSHy2wptJVKUqrXJgxNwbRctdc6oFXYqqp1ED5rGyY7g6oc8Jdux5nJwTi8Zn1AVxspIk0KKdNNoteVpliNNoi7RVWolNyw6XpHZSSiU6piCrmpI56xNcolukqwm9deppRhtjyjOalNzhKvqErlVZv2jRauW1Vj5ohnsRWVsX0D8UQrHR1eEaoVJLNJJd0L3bJKi39qlUIv8e7DqG0q0Oqk6IroaZtwEU0ySpmiztcTJy6uTGG1G/thXGIYSqQuaJ7KSldAV/ZexVbVIJqCdSkjsFc+hi41/h2xsrNVV1nVcgJBZaZaWtoT0gzSfpHSdNcsa5RayrB+ehnWOcma6RNzzDotKUcrsWalUxBqd0dzarprs9r/AHqF5Um5tYYlj184E4fQePkSeyJ3aSv3V12OyCGiCrWylV65PUFCRNlJEdK4nGJxY9QYoKK4lqc5Knu+QyA78FFJUck6SP2IlOTrGqUYydUW6PRb/EJvG7WJueYbmZZXkgUagWtKJEVdYh9Axb2L17t4B8eYYSw7ipsqlK2LNr18vF3QUn9wVzuIcatdZTKty6pGqrU67o/9uRLaNCG7f2oeURoenLqKUVIqqwayKuISZGvf8gXKEe4zhKfwNuTRdOq7rExNGqIXUUUlSlzn3XPoXlSYu6XDev8AkjDyiLKlH7VUmymEgnQNfGwoL0Xmssh8ghdvzCkan2IyUodzkR2s2o64/sx3QYyo9Kb2w2u0RYXLpLv2mQfetuJTx4sOfggNeoqm6UpRIiqVzi8jjKqQgfb24F+Qm+h0zoxzVwNogglQyVqkeufI4PIPbMSVa6eJ79zyCr7Smq/+UnkrlgUh1S4C+WGAFQatZpNiq16/Vev8IqpRkK1KHcvQe7PqJOvT5xot21PuknS9zjXEIgSE0xcETX9zqvbY35Oi1UkpqXbHNbo6Ndfbz1VWvXPeOWtwXobfCNLohoCebNXoui5qs1XHqGyxs7dFVWoq6xydnJ5wwoijEpUrE7W7f5weaibIkr+Qk15Gi1HuUMU1c0wdVOiqW/AusAeVtTKSU10wrkPvrc1+HlhtwFjSipSuz1UtHQ80AZRx3U2VNPLwmLX4OAPHIpcQBq235VKv+EaZdLQ7VKnjqq15a+OQvFvDenKmxVTupVSpjHJuDnF0V1it0aqGxUpCBL9Xj3/feFMyUk5PQMsrRbVXO6UcgsI4PIGzI1FqpEtahOnfhG8ELSj9n1Elcc5A+YtlUkpSub4om25diiaj3GzNs1zTVWvXNlbdWItNR81LOnr141jYMa/zBeZm1V8QfoGjCrHnvCaZH7X701pRTdrlPhrB1NR7gp+BddTRr+i6GXdNVV5+AhqnBGPqGgfZDpK1VVOc58ftQ5x0C7K7lqwoY9F7FrvXRe4W/pR3b8OAcwSQdP1Zrp+foErRhC9wQFL0JC23kbjRNFJJJTdPyRiYMz0e6Vzv/wBuvANZoiiti1FZp+njRxvLwjcKMikrU+/uiE4uA8PLfHM5+34Z0R43PVgBKBmpbKS9Mpr1YXIoJJTNlV6hya3hshiOmtSUq1dIE7h/Vg5hW42LnVWpyesnn8gvxzy2iPJxyj4OP3aUu/2UvRdDK1GWAh+PfvcO3CA1JOgu2fp1o63xt93blh9vL7ASnnXqFMQmQnehhj1x5giQVplJI+RU4kuF/wB4tNuKJQeQVRlyys0kp+chCF0zYC7eAMFWFMpV0krcnkh6hGj3VMyiNdgEPpVyYI+UMkXSuddNVyY1Q9QuDmHG5u+524x/xFKiD9JIk1hkZZi4efCNLutQataUslTkrkgZclXBfjweYdZSeJK2SWPpbkPPfGhXfLUM1dIKzUF18hVImHBG9t3trm8ovx9RDkpCKjaUSapTUklicWob5DYGF1zpJWyfnx86RXDAaom8dZ1JgQifrvBjsdVVqR0q1OmQ+Vi7oLlgaozWNG6p0ulSiR0sQi9WBCmJtaxCh0+ftUiTUsfRr3r3kjuABu3VlSmqtQWOVGqrA7B+6JLPeJW0y88PyFYcuZJ8Kg7HFH0kkqkdV0lUUq6GGBuaAygqrNskiVOltjRW8VUlTpbPxK9Up62VAOm1JtZVqr3yYIlCtu7DZtCzt10MTG4PWLkqf2K1XfzTpkQLXMUmluXoXhqxXTpVKydEXQ+IYdOVcSVYHOTIPgIb8x0L7RDArpm6pJ+qRVJhIr4hzH0ocF6HvFLBxNtVUiVKlQ+LlQEGTJV0rKmkxNDBEMFXexbKVj5G5rfHPKUpl9QVg1JXGXL0zaq0WhX45cT3Xoeca4p4JaGVVsnS7XvQjC/zxjhvDc03zXNSj1x5BZJVWV6da9tCnBOcQcrg+xz1x4GkmuapQ6/FIUsPNf8AWKVvAzNanVSpTHJxy4PUOiLUVsVU6qr9ciB8jq4ODzAlqVgkl/dV+98haXLOXYlHts4fSPgoplqlNayFuwa96ohEtcbdGwslaLXUxOaI+hXRGqWarnAJizeImfpm4OrcDw5/DFXScAToilJpElWq9f8Axx+QJjRyqStqlU7sfmPoJsyVxFVUkMjQLD5wEnVGtVbWURToSy7fmFITtk260fPS6dl2PaAiiffHdn9xFDK51qTHy8Wp5owCKkfBXRbpL7g/Ua9A+GH1FPcj2NDucacFVAZz+K1gOhG8FVMq15Tpqep0o+68Fb3wZXUJb0gfsG+oSysqNQIaaPEUtc6Gq1xV1DBI7pWhl6ieWerf9wUKpKpb0cm2N8h/xoKReSvw/MPmNKq4lqNSqxF6Li1Ja5AN4gZ0RnSgZFeehxxzxm+VDZrS6uPagNWRmjcIuciVkccXpL2ud7m0NXQpSyJa/TyhgSlElbIJgL8kbS0e2s3LD9k9SxFcg4583pGV2O0GjSlZW+hGBQOpUfSaSW+44fs6Y8b0xyVrS3jT7gfNqb5Le/kEmCk+51dCmMhWaGjek/G/LzcI5a0p3Ita4dtKZm1AKZDt2Ogp0kCE3fjdecaa2pSbvuvOHLZ+N8dmaNnQdeNDBuoNeaqclj44bNl9dcAOWQV0jpM4Mi9SSSCE9IJJJABekZqoMVY2eKHj6mUkkpSQTlW2UqBqk0GIockOuCikc3JNzYegmkkrNVyz5YOzX8QuIaULYvMjiBrEqF7Dq+RoDEY76Btki0hpv+oTPIr/AOpcbNR1gJwhuQEEpXc12xZBTklQtjL6PRLvQwmn4rHGIGm65QIQMFbGS2eSZgOkl0kkgS+fJJJZ0ay7eKqqhowylYs5xj8SlY01WyFLlD9PWCkkt9EXEJv+4vN4kYSylZrD1uqrxAtVa+KxBsirXvgVZnyvEHO0pdzorWRrjluFjlsklrhG1GYZfE9YCWYcqlXE2uopCdxESCVrNSBq6CSqXsAsjO1E12vpn931En3Kxvwac9Jkft5AKeHb14A8fs5quaITXnFEGuQkqB7ljNCfYqusBBRrytfc0vOHkGiSud7ooUIkGyQ1WIYs/FY+EKnLPxQ2syXJAV0glKJZDJ7F3E0xQsoVwWVxPjDWkmvisQCINJqVqK5GdPuEsoq9PH6Qyta19D3gpmSUloa8Aw4il+riiumqJX9CleCsoYIT5ZfB+4NUMl2wOc6SXoZXyE1of5F7dDktY8GEOGiMr1BE2pBJINEXO+8cdEWQnxjWLiy7ADWXSm6HpQ9wFVc2QWLv96GlLEy4xsek/T+Qxs5LhGtrvFVVc6CW6qvcIHhNm5ONLY5jFJXNV+xruCMSZfo1RekfISyBBeMriCr5F5JVlonmrEbJcybI18w09R1vs3Er1cf5DbbkYzVSChz8qR2i501kQPym8boBBc9miDYb3c7AHxOZ34Ik3BMxUlRG9a3x4oJnohDTGIl12xO9lwGK0ZXt+UNSkGKckeLAeNHlRiKtlmvTGT2oUyZbE+QKVFgMs7SS30KXdLb0C2Bv7GTmkrIa7SVLKpb6AKRpwafS90CUo9rXE3MvDjzVob0hdBKr2v1Gq0jdLl/7QGtUjdDa53L6X1GsUjTs2y9LGEZzOrj4jY390Nke17vFCZxS6qviwiK4tZuOMwXm64BF8lM6uPjDHDhVXNfUCKx/3IJGMrrteoVXpoGR0RgDxMI3+V+ISVT1+YHjEBvYMfARFX0AQVUAROC0TegFcwKOPYLjaiRIza83EEUITd9EqsRPO9B3LuDOTylegTz4eb5gUymXKV+XmBi8Mub/AB5wCpDfQ+YWidVVL+V8Xlte4Ayn8aLGkQO6NA79GNqSy6AnE9lNFRYqq68AsHotUeEr+iXEV9nX6CFljytAZr2pOgIGP4rLv1eDy/KIVQYGWq2ozEvJd8QKbfVanuEYxtfjBr7MqJQNKGIwSStfz2xMxfTycr5cF4Q3rX1cwW0F33ZOJ/G1zjMNDXAKtekLS9/0g3yJpZdzMC2p+zxh4kZtey6Q8Q1rK1MMJmCorqOzMNrT7wnDuCMIqzZSvtDJYyhmAzAyStrr7hSYWwjf13BGMN60wDNXE9Gb/oPXuVSr8bg6uYZTjeV1vCcdShwOBG/vWgMRNNS7AkWAxW1KUKgrpIxhru+QUqlBKkf+vjcIqjFL34pwqvuFspULNtfQ4fKA3cLJSV8X5Bl/lzgFMnlyucAwvXLkWWh6IHWSSx/J5wetBX3AVRGV3/OAykeqQuhG1PNx/V+4DVa/rDExOVFJy5YVspCHgUqQ+feAjhpNzWJi6HzDJRvyWWA1Cq44WvJVSp0xSpG+kBXBA4VJkdC8Fy6NqdX9gqYy6v6ADo+NIA1U5tr6BNwMjIgqiaNVpR0g1SStDnq4hfywBJT9u5SKwi5yURh4NrgXV29MoNZX3Wv94qFjHBDc64j7NuPueoa5dggwotqRBAmiThvbvOEXgt8HzW5egUJSVufHNwmwQw+QbPTEUmqSaSWWfTrD43+U/kfenhDsfWfx/oIwXuSI0nSKrp0dqwS6NfcFhWirVL70lXPxw8udoVKhqL+2XSU9dcmIQ2jrADN3rqlH52sqpUxuCHk8w+ZnyPlk19HvxUYR0JCsGtKK7FdNSLkXJVVIcuC9G/C8Oe3Xf0t0Nda6/wDxz7k6qVuhfhuYIwHYqGoua/2UroHqdob3czRf3qallnNkDp9N6jk4p9LZz+p44z8HxM6oi7LwQPyUXd4wXPRx7xEnRb8d2EIRjHqv7o6em3ot1RaDphShHSC+kQ1+JfNtD6p8I3g+oG625Y9DUykQ5zljl3r5Y8MI7kdzBwj8+/CBcTd54B6eXdUNPdUQdU5se/El7chG9tRhw7o9vg583vT/AP8ATxeXjUlTR1pldArRasp06xE8g1bB5Rt9G3b/AHrj9g1/za4BwK5rwg0DdklnSMnWQdBU16tHhhf2746xchSLWi7V0kRev1Yo9Tj9TtQlo8jl9M/rX2b/AEdT7pK6glMqtajVcsEleuMYVYx9Y6umlKtcsh9Pbhhw4Bx9SmqLpRqoklUJi63ucM7hruNi/wD45TLolcn9qqfaNDi3+EdylkefWPSb28bKqpH6AROiqtUvutcbU1etXSUqbj/EBHtHpKq2qXfDS433FXJE5rda2dJVKZYJVDoXptW/aQ3Y4PpEHXNU0k6tePeqDZ39HNUkjzUq+hzXojl0P/xynjtchBc8TIfOHXzCDuGzp455Kn/0dRXdKyungyBY1MkrvVcJKDptJX7qrl67vCGiTpJKvK7VQVvViTQppa5rZVdVhYHPx8j5Xhy9CnLo379ei2FRqg1VlKq1b8TRv3oxhtDtZKWaqtV5qWhGp5hyGilrU9lUIdU/rNET5ErRXglNamNUWDqKX/8APlznr42LC9tbQf0Qo/apZ0i9TKxb0fnf8wVnR8Uft7gZIIqpJTZtQc+4vRbo8o0e7ZTZ91rpJL/1W6eLxTmxo3td0G0WwyFZtQ9QDUm1VSuteqqq/wB0kmYnSqwvR+UPIHtEpKqpESlVPyE13Kr46CHRFWqWdr19fKL2juysqk/DV4QeUqWxZSqWPXxAIc6WaapW57+t8XhAlPk8HP7onb+nroztVVcSjr3pxhhj9OAMKORVa8c+1rtgNjR7prdbSLV1MOd6QiqXBgheiNjas1VVZSWJxiDU5dxqxSGKb3ISSa1ydP6C1uzotV1mpB+gGDRvsVKVKJX422IEIkkqpNSAjxyiDMdMG0pKarUOgOT+FelmFKP0GtF10DoX0nSpDeiWG1hhujfzOlceUqchByNBlspVebl7KUr7uGJsF/nvCs5aVoTjVPRKgmUpKVNdE6Z1L9bzjcW7RWVZOiL9rR8wVIIWUpLQvB61aJJJTcTE0BNJlb/yLECOkqmymuJ0MMPKLE0WqqspLLBcElcRVJWumTEqdW6LYnSVVzWPgx/qHUnHuLNQfYXXTMUlaBXyCfdz45zbt4cJJB0/VIkwSIQhLxa5sMee9evbQ6X4QHbqmaU+xkq6CDJKB1auCCkY370OrBfGusqElb1X26vSCTeT0GENGaMox01SJNSQXPhycSN71hhCKSX90wXJpE3YeW8DUqLdNUtlJd76Bo2KrKJkH1whU5RGaVVQsSLRbpKUk6QOc/kiCoNGGypUo+RWJU+eAFOW7B1U2U1IeobLqjWLt6fVuX2L9l47p1XKlWNfInehevwht378doVT8SElHXQad4RaOYMLoz7K39KBi1MMeqMNzyhRRTyi1Vc0upUxqsnBe2r8B5qzVplU6r9U6651cc5r9+/z3/UNlb0BsVIkpLLvV+H9gXPHSFS2rLEyNZsp1YYumnH1dQcNCMJtk6IfaLimFUUFZX3qofi4uT+4iozm51ricYpcPqCxlLyUfHD5RHsKLmpTZXoGFVIkVSot0qkrvR8rRvQjC/5wO3dpNbVJU5CVcjcwc21CI5vTF1L+nn67VJWo1m4qRDYDRhpRHRxRUlaJ8kp3RrreDVLOpT6+WYm3fByDpqqrmqmNUJXTwG8oc0VQE2WlK0q+J9Q0Ncu1VV0E6nRDzrwSg6lspowtFpJSlah6/ShDbwQ9wZtV5SR7UlQmjVvwvixncpRatkqkmfi1jAak2rW5xqu6lYhCHMepjwwbUL8Y7o8x4S5NpnoRyhC0xRTjBJVg6dOpBFDlieuXBEvBHzjkiqTCzVVVJP33drbl/mDum7oKZujVmqqy2p8UiSRb3VfHqLudSV/9Wvx8XBeHdDjUUczlkQo4lFys6SuTE7MOEO0UbIiqWOhp8Bo9W6A1rm0kkjykjkr4mMW9g/IKabLSlA7FVa5a5pVfDe2r/UJuFjKb8I3ppS7VX+6otA56tWsYsIaxGg3eNGCTpB0wSqVyRrY0I1Yw2vIKb1KP0vv7pch9MpMEL0eYe+xJtljn6R794Hj41xuwvlclTAmrGVa5Zz5GLgv67cQybptVUpSqsgnk29oEsmv/ABy1VqHQ4p7+L1fQefXT0Wql9woYh8WpWVLe8sPzHT8o9Jzt49wakEGrBIiSSp6gV0qZWURVLHkHgeruGhHb8ovSe7K/9XI/YAnYP0nU1VX7qfSrZIaHTdgtvwGxUapVHTV0cmJX/KIZJka0okmrNJPw6WEwDNQOxUpuXtmLwdYaUORqqkRKzr4f3EXPDaKblpgZmqqVRJJI+XlHwik6zVV0RXZR8S/Xql9UcPrD5NHYqudUqZWPtesLCpJJUyuqlUO1XJCv0T7t4OuXLwIuNRY7RO12Baqz08iqfbLEKnEGqquaDiiGrB0qeUqT1XvWMUpc6lnUlTk4+0DxeoUHgDl4m4Xo14iiSStqrkFjUA1ErbKdKOtikr8Q5tzh8ouUZpJb7X6Yso6aq6OlsCp0+NDcvYN0V5J67EuOGxynatVFUsTo1dfcB77vkhffVS3o6B/UBnCysolr+4fjlaF5YJMgqvZHm4lS9+YAXfKzSbFSr7WlHy4BY6WdKpHlZfRNAASaZ2U1zFhj4m3eiByMMIbC3b9JLNWZz8T9twAmpDxQLel32Ucm2asUt/bCRdw6mysv68/kGg5C8kVPyMCurI8pWpXysbW+A3SFDP0pTqi2rr/rvR84BMorvqQmRVVWvKSP0MX6h1yB9v7YppLwYXOOldntZ7XTlTL8L27CGDBeAcPBRQLqvsWlF0No5CnLA/rvwGzUW7dNXR0lVZjU/GNfqgp3GUrKaqkXr42JghhgFjNyGmsVpmjvfAtSkon2XTLV1X0TX0zljwXoxiNef3E3W0XnaLXOToYfLGHAOnQXVS45D18fqiCW9Nq481XsV/qL5Y7IuUo9ziRlXTX+6SOQ5NExYw98AUnSHK+hW946pSrBhSlTIOevjVr0YefhFtFUZQLB/sr7LQPIPA9VVvCJDR5+YJkVjWJzZs7DJJ5kWuhXG9vbmbnH6p36tDEJXPXsMSrfjuVdoLHdw9Fuv7B+uhiRxD4YdW0MnkI6ErV/43gqhs3pPI19YWvbkH7CpKtz1960fJtCJKGplJX+1XPL6P5hZqhko9jbmtJWpLUPGNLb1N9rCOcJrqtVSTa5D4cu/D5BqzpXvhWSo6kzpOaHzKlLXifUctbU3kBs1uhlcTXhABPqOrtqXlZ1UHEugSlZ0cuJdNN4npeYEMKWWmgYAeklR0UtL7KstP1eYMWJptqNOopebUV9DF4BsDd8lvotxnPNbNuaGSxASqZLevoNbRpGbvoILSPKhnyfRNpDIx5W+nGIGARHnjRnZHK5fwjOYfbGJV/gBMD9w4UEV7AITX8aJ5Y7DWI0niRXWb1gFWypXYFEaUSlWWRrth8vodPz9j4q6WPail1S8pKUkNcVpjegLFyqrxz1w/HB9zPkxQ2cvpokzbzc7lkA7JqGiZfl3h03ijkScpE4IilZIEGiKTGEZsqlYLBKaPbGS4QRA4nD/FUAryhs6WIvUZcl6AAXo/Ug2GX1iUGe9SgHApDLwarFhKAVIIyhuLtkklZJe2NafktT8cTXHkU9zE1dwlanC1ROV2xsh2ll59doK3TTkhnxUGPqMtiaLjxQEcKJa8wOVYK+gKYsku+Q+kJ4VsdzsXwNKFhYJf6jJWfxg2DDI/GFbxK5+BQ4ZpY4VLISg9pA/isSviboQvITQ2URJdTxA1F+SAhlPTrg2KHc26vkFUSpJDZD4JaA1lN6+MK3q8pLsdIOFSJBYsx33QDpoyg0BpPldcA2CjzZE3i+QLE2KSQZs1ti2SqQtxsE1JhbqFkFCqfcDBw913CgJZx8g7akSgnZRIBzPxvxBUu/GftHkgYDvfc2Fw9lVNdy/tfmF7mlbL8QUrvFVfjOIImVD2iKUbHLdVVWolofMdLuOapTUMjcHMaJKqqqSbkDqtxx0klSdAUhM5eS7pHX6DTsg5T2who15KSJ0wdF8lrt3w8Xo5qGBpU21FMFEtcABPSaQBc0rKGbNQ4VdpCiL0a0pTFl0O1hAJ7oEuV7H5hcxlBm3RpNKVna4EVpbksvtDS1roLW1V9E3u4QudXRWR7UDMeEMvBtr2mkkun+Q1uk7oEhrb+nuSVGr0pdDlpZdQCXIvBVcQ+pW6BVWym1CDR6UpzL6eu2AnNLKq2U3hCpwt7d/u8AhPkOvi4DDh6qrtALZHfFq5PYFKULI/HEbyReKUSwinjdIEJGy5vN1dQFSjKtdeAXpmm2StTKrm+QSXT2KJ7Cy2v+ophD2xMtlvomQk3X5AZj1l2Aj2opOmDDpShRH09sBTFafYqqcl3xcjKzWuEU1ZVrxwSiYbZtR7l6RFReXaGETKi+H+IJ3FhFeAJdP+HzAhk5VcMXBbUDGta4f+g11ABo9wEIm3rL94grZWQuSQVD+P7Dmd7Lr5RXBPxp7MZgb0/iGYbQ7vieBLp35MwhNzugIlNNEa0BYQ1kTsDXiNGu5iJvFe1ui2/u6HzFZY6/UeUIFUstCvT0TjGVZccQjmvg6uASrdYjfV7BOyHS+hr/ABZ6B96S4vu2xMlkIwhvvRGYKWXYxQGLBY9yUYTc6MEhzaf7XhCMex7hKMe/ruAUFzy0eibldAZJDle6JwlKiEC+KB/EL6XoxCCXTJxROGv7jJYCHH18oRAxJmOlK0CDCcUlVRFMglHWsGQz7lhSisyYsKRXlcTy7YhD2AAmFE8jiDynKq/CMwLNEYmV/nwDZA+REVRSBEI67QrOXlQH/wDgGCHhl8Q+KB4pyvSDBRKV/wBhMUDrpK5oAtAWKpKgRUobKoSqnHATlPXCMK3jKxcdLesgAuUL3+4cnIA1yibfgbv1ClZIBKI68WIaqwmqgVUniv1QA1RSM8hPsa1zo7z4BfBxN/8APP0q9dWol1Q3b26OOt2s10RJXIOeHv2h9meD6jNgUCyapNahEEoaN7bhtjw/5n1L4uPGPk93+I9OuXktj6Ccp0RLQJ5sG5+QWvZWyrXHPxAYsZW3lANrQSqqWz8fENxt0fAcnJ1Wz7eEenFDxI9KYnEqYvRBLgrVha4k+rjANDZSW+45yej+4JatNn1P3HPPkfgb28STNRJJUivHyy846VceilKmpYh8oaIlRcpXsfMbk1pRKhqL6Y6PSQlLqZD1GMVXkspmmldnnm5HzGrXV3NUXduwPRdKJEOguL1n32oqdVXIBCCqSVlif6jvllHqOBrLTPgXw4eAqmfB9TK9KUCkfYWUQxL99O9Hh5gguH8OFM0NUou6NrspCtAk3aULDaj18I/Qi6q5VrdHRZ2FKNUzkOSJR8OeHb+nx/ca6PSlFpHOyUPE+Jhq3/Jg8o9X0vqVzLDl/wCjlnx4aR0ZldO1fpIOqGdT0F8evu9UQ3NSKVKJbFdVyHJjpH2oljw3x8u3KXbP7iHX3pI56Oy1UiaPCYvBHhgOxM7oUqZYEpmi3RDoZZauWXmNzj1vT8jgsH2PH9d6T8+M7hcT4Rn7V0Si6eVxyHslauchtQvxHbGNJpUo1Ja4+R5R8g0XTLWmWsp1iL18Q+6WPXuDfbjPCM/oZ0hQ1Mq19FJXarQ3L/OPQcq0eQo3/Z9ALWSWxVag1+6i5NhTLDk1yY6RyYIliJt6Ya0pIdJK165OMGzc7VWpNArJdQU8GccUpimbl35KLVYHXXXv1eA16O3gGwUZSd2Tr/8AtZN0tQ5vfu+cOLsGyX/KGqqSWhGp8wegpKSmpd7hHK4uM6OmE04W0KqNY3UKqyqUkEJkVCYfWNaNQyrV06YK1J5FY1eo0cA3JR2/mn4gT05BVq6QplLH0Vy81+/CIk4yzTZ0QlGjDNuqq1IkriC08LKUlUrh7Rp2qrWyx6+V0b4jCh0lbINhkxHM1i6mglVWCFKNcd014nBuw8oruefJOmpHUrtl4t7bvjY1VlWtdL2auAadS0FaBf7KSxGT09U+1inv39rcAlHEpGeUaNgfuNlKoJJVCS8kRK0mq8cCNkpVRXq9Ybkaq51JWp0RryFqjXqcaylSP2CVddr8EduH0DJo4SVSI6SqY5IBigkkrauktD0uAascjphTJ2sqpRzrGS4Cxjtw8+ENjjsfj5MtDlynSitqlUqC2RKqTa9fDX1iLqNPsWulxMUv5C6MZudzhMgPCWSJyWJUxbK9s/nGouqOSYXRumqtgR194b4uCvpeuI3hookkrN6Wjoi26O55WnmpEmFTZqBq7dU5cm9udUb96PWNWQYTVmk0W3SVVXSV0AUZt7eQE7ikEqBr/alguRWJDpYb5jw24QhC/fBiV1bBVImymq5O2maES+oTXcef/EfosldikVVyOjtA1FOakeyr4gpo121ftZTVVM5A5aIsP/VxDi9EpdJzm6ejdgUzsrL2a3qVa26X54doAI0cqkqTyVPLwjo10dAfajCyqT0LVI5tGMN2PNeHO1H7906IkwakxMtU5o1L+7Vhtxw7sbw5uRYyL8U81oYIs1c1oHPjcF4WvqJlKzUsRDXCDKPRp7E2UwQPif8ArqX63kjCEfWDHUUlaiSrWptEx8EfIGhTYk81s1xVqklUy8sap4QmuymrF1sWvsJfi6EYQhHzRhCMRvNOuKLoZKa6/wCpKtCJzR27257whSdOqUtZSCBDkjWKa/GJYcEdzr5g8pQWmbjzntdjRUKOSVdTUsg+Nr1DYaJbqpK2qpDkGt0gsqrT2xaLsGWRibRo7sYRjtQ5g8oegEkrV0kc/wD3RxuvCEsZLKVMfvaImy0kkteYZMxSVanSSy6oJbqJJWqSq5OIXb8kL4QXTXa/Zbo7BJrPe1axyEwVb+1WjDdD8fJl4DPjcezLI0LNsnWQcmN5cF+A5W6oD7Gp50wVyyX1Ui8oQ27Dn3Ou+Nub3T3bq10ppCV8SqRO/tYduML/AJRdTdGUpdQ1aun6rUj1kaukqVPDe3SmvbcI+oVfIoagIk/IJRSiqWaSxCB1RsVVVTqq1JHZvesL20FWtk/akTPx0jRqGj1xhf8AcGqZGuxf7rHUy+DyXr/uC/IXsyx2WUrZK1CYCn4OH3RCK61u1pShnTVqqfHSiXKvYcHnDVFBVWZNrn2qvVDbjHnCyn6VougWp1X+RXrFJVwmvYMENYB1EDbOSUS0VSVOkqqSoTEPX0Yw5xtdHrJNaiSSVfpYAjpRyk6VUpSi2shA567ghr2Nz3vzAit0lr9wSr6JT6Bb25wjUhoHQ5DB+kfjkLkVsmI1LwhxapUM1SVqT0HEFSE3b27eAZqfplqwXdNUiYhOLHbhDnv9Y1Yyj+6P7/SmWfIV4sOC9uCcYfYy6dIgrdAq6dSmqVTQrbpvIHNHPH6WaSIvxqxeDgFbaguxXJp7oNaGddCvgrESLuB2stC+44v9iaknLqmaUOwdYhyFgYhdw1/BehziJqAlKptfS3PyDK6Bq1SVQftXX3omgTBgjG/h3eoA0hTzp0lZNUE+Ntxjz4esUgnHQvLyKS/ZXBpsX7qkl7QpewmtTsHWJ2cEb+4ItFnVnspUlQ/ENuglfOkV6cCH72D1Bn8tiRk/JSd8/wBioNdAhPdwgaDh0krN6eUQ24DaSNRaSspVUnTq4cACO6a/+rPqcbBe9QGpd0HyFEpNVWy7mOBWxtiujpKq4n1+goeuVdi/dbA9fH6UAW0abKazUvb2/LhDKo+BlvuME3ySSUqVj1+N9AQam1e4TRMbzhUgxtTzXRCVPaFBmquys7w42EbpEVjeC7V0qeyqHy8rAbAAWVJKpf3SpyHJjV62VwQ8g8klKSXSSVqLnvY2u1fGaLo5WlFZTrEXP5jdQPSZLf7Di0zNspp1+nujBXDW0mtVx41ztMsK8pLI0616Aubov/8A2ksvpbom+nsO8ZfIp2K1VSm5HH9/n5gtfpyldlNVahyYtf5dQc3nWa2L+rnFT1Oi1UpU0h6+XUwVY7sI84aM5f8AQejLQEyepUokdqriLp+bWIXKSs06xDk69vr6hsFHMqGStWquPkZQBpkkpU81Uh6/Rw3huPlUXSsXk4vIqgdhvX1EYqqpZpXHr1skVKv0mqv9qTiYpRiD5qra7F7e1CBh0al3JKwq9s+1SqTyXznL9AHFNVK12KLEXbVK1SSOTFyOsFmOkrUSVVqdjSGi8f6Fc/LQArHfZR8fE5jdQHOo6x7LNhnFvyTrN6HXwijYjqadJJWvXyK3uwhnMWvIpUeSq6SVQhzmr16vqBLal1ZUr0i8wtjRs1U+ykiZdQ+LhwcEYfkFR2CrV1NSqd/b9wCWQ66vkOvtRXNJK1OjVwecYUpJ1Kzv/wCu+NdUjSlp91P3eu/fEiUi6StZR8gMB8cRx9oP1UrVKuTo4NYgxkrKVIqrXJjwxMO4FTWn/wD5SXBVxb3nhgwhv9tNVUuOT1jBfTeiymX1DKukEtM5cetfjh5uAa9S9HtUlfuqRyd6/AFUt9jOkiP0q5FCHyPPzwEjtFXSRNi1D7Vbh9YGlpCQerFyCL+VNS0PdHgF5FXXJZfkHo7Pa5rj5O4GjVwqqlKVSQOc9/Rw34/IChnTIsnMrjjYaNeJenkY1/8AYKJCWdlVNcOAWoJsFUrJ+Qh+LWyvONuXchN70bm3pmVvuOGjam+VV9oaAUjphXmqkqELoGvghu/VVSJKS7ONgN88HUB+jOGUbOjIU140Gt6a16hzhvSKvK49fIrB2wpDXXnGf2SVG8oP1eV0IA9B1NGoNnSXfD1orNGTNh4NkSWyBdFaymqhUiukl0OLw+UQWfpK15oHyDBf5BLlzN7gHvKq1OnjiprCaHLdslnR1cUCXJJpaA0aP7YZNW2QCUTpCRvmKNqPgkk47JRIMmjrxRUZTXcEDrShJTGw8hNfIFZ1RRBf4x6EbwDY9bL01bLNC4h5oDmb0JomAU8QuPgasiA+EZSQWIvEmu+68IEe0nZZ0Ollszn7SpFj1zlhGZKar+kZUWmi+/KSstMXic3uykLXSFla/QKHCAerlVV7mQAFW83ehJwKxdCdRCyskiY4XuWkr4hsZmlla6+UVbD19wg1iy1muoMbXuekDDNA2RYWs0VutOUJShlI6ItLbNFpeFrK/Ya+oir3OlggN2fN5teyqfXhCF4yVlZrSyRvakGM1I15dW1lK69QoVKlvXf/ADB7ltyquX0QvUSSv+z5N0P00Bt2DVpSvEEikspoydL0OkURMpKzQUsnlExEqWIqBlnKWaS/iK3TpUDkLNtfQxcoUtR2ZK2QUU8aBnDhXlReolrzgNdD+IZX9ieQVRVXEsgSjGVUV7oGiQZMt8g6nQ9WHlj4roCd+VXCzZ6ua1KI7JVFLI+2bPRDu1Ja/sOlXOPpXYwe8cfog9qQbtRFKyvVi/QBzjElPiO0NaclJEtQTGnRzBGnlUqgsNdOrvSoC5yS9I0dCVp2al0wre3QeNGkLU/435BS8uiSV9IF8mQ/+nSX7Nve3SSq9rXmeyFCl0trndHJGlOadVV14AsXpNWaE93dFv8ATYq2bwanVeV9LCAXV0nf9UPMNSi9V3qvZ3h5RTlcfsDZh9uMXobuqXVVrylQpO6m18jEFUDzegJFh8vcN2KqCj3IwIqqIqpA29K7ArVLZCMtlIi86KuPrEUxjudQKVjZa7QHq8lpja+gvRBMuRN1wglFMVQJ3BYlDXnAvI3xDCR13fOLSwFCU0EFjKqTQoIy+ytRPla5/cBVi9juA85bLNe0Bl/8QRBVC+ML2uAEwT/gKzQV7gkkZWb2BSsQN+AtGG4LiGtQMY3ihdOjwACweOiRtfIBVCe2CTGEYG/kBB4sLByJJAkpEhEqYLQQ/wBxZXVkcmdggZLE0PXDyj2/DxYeh8xkxZQ76fk8jUu5K9volDlcsRJKmiNXksQJRp66T349doevWvYxf2FlbrHixm9MMkZLRGBkuS7m6M38tLp6eATT/wCvuj0SA6s0TCafoCESZE0WRhKV4ml+QjWV1L7grMvo9H2BmEcj4deAYiTvkGSE8Vpgt4jLHKjECZf4ddwZj40ZNH9YhV/yVxjUSvxET8lNqVxKEOVEyQ8V3gqFfSQJHU5cIu16QrTshM+gqFZr0Zgor2B6BhiENfoJHL4oFhREV1Uux0q3yEyR5IQqzf4hXUWF9R6Kc2y/LB1iJCykvGdq+LCjMCcrXBoFNdyo2u5rAQOj36/si8yOXZV6ghJsun2hmNFsBco77l8TyARQnzDFayVlCpRFLfeP+wDQZpS0KV0rLoa4AMZPsBkqgr/1n6wConKsgrSkMn7aAFicl3uoBqEDQqMoUqpiZaKUlZVQkUkqZaqqpEOgQ8DGJ1RH2hcjSn2pQyb9JKoQ5IVC+QfE8YSleIcg714HfCQq6Va3OOlSE4ivyHh/zXB7sE/o97+I58eTA7Yk0dbK0McPkmKSSpGuXj44Afw2Alsp0rIIpeNwYPzE2Ttg1qKquiW/HN5oj4Xn4D6zi5H5GRbn0tlHdKqi1vR0p0poEEz0i1SSOrsoh6nSvwvi9CnaLYMNnulSHPVxUiYRDj9K5lffxDoppUWw2e6Sr8WuNWcPdlOj5eOfSw+QDOLpftl0SbXITRJuFBZGas3ZU0nYwawHrcfF7cKPPnyZMZNWqUoiW/n9kOVqBSYJEVSx9Mxjlyr8AHRqkpI7p0lUqZrpBXS90r+lN9qJ8UJJuXY0Yy8hSSs10SbX+QzdBcYwujot0wf1DkXJk8+4AaPg6Stcvthyen5W9en1CvFBeSHLGTej8/8Aw+eCj/gdKOmrBI5yHyMXc5ojily911KXEUpZY6Jz/eG57940B+m3hDuDovwg0C6VfpaETk2r/kH5xeFS5N1clTy7V0keRXOQmLe2o4B6fo+VSl7bJ8nDKUbOpURdTRdPJIP7nFcerapHvXyn29cA2hnTqVKVGDpLHJkG3Sx14B8l0XTVKUC/2ewdVKl7E43MO3XLXaNbrWE1JUiFIoY5y1r0TYNuA97jqGn2PD9R6fquJ3W5PwhUpQzr7Lfq19Ap9rBfweodgom6hJWQrNxx8r0ZTDV+lsV1XIvx+LHc8w2y5y611QLojClFa5FM0bjCjWrPOW3iz6CuippJVVi6m1Kh4Er80cA2Vq3lVHSWOSpX5hxtvS6tKNZTVI7ohyaJb/VHybY6NcI/dP6G+y36RyLtcU5N29uXua8EbiyiuKo2VRq1dJKOksviBU5o5VVKUqliYQ8atkkmoi3cJK2TrEqBWvLMps583pN1cu/2ArmFz4h+LzRHSaHik/STVGs3V0O1dJHSlTOJw39yPkCm5WmVWFehn9dFdr0Y2kOHnEfyOhdSN+f0WlNtdPJGuXWXMJOmB2uJj+XDwh/Rz5q6SJspXIEKQSm5rIFXUkJk4s5pQjtVJI9Fv/7pqfS0ibhoc0RtCOgroHygTS1xf2pUfpWDpAmKrt+eG7Ac9uiurujoGlP+LtWCC7pcmf0E4ca9w4I4PqIODhtloT910bvFC1mqqnPxfKL4JTUjtX6WJon3b+5CEOEanRlAXRqtSOqUutPXPopJlhAvnwjYqOoR/NI6+3p/QVR4OCMI+sFcsOzBLjnHsa7dsemaB2K1YKkOd8Q5yKn3uBdvBw4YCFCUWkqkRWlKZenXwHrkUvQ8kLw9dZF0/uoQauv/AFWsTlIU1/KNt+W8GbBlKS45z8faLDgC4KU+jsVTwScu4/Y0SwVV+60ouftmhEHtoumqudrkr5ZdvnwdQXMyNZVloZVUNlFkmqUrTyy1OC8DFyg9AlU+5zK7SkUqZuoO/SYE+5Xki4uUfdje4YbWHgDqiUnTpKa6SIcnGMFMUJtKPZuXsiJ/ONpbvtitSJSiY+uEBSzkN8NIJSg1/tUmqB+lg9QMjQ8pI8pU5Nvqv8wWMoyrVLT9waFdulalriYcU23gDqO9Ak9UzSrsKcpT/wD5xriVC26pOfaLf5wvou5+UkRVIM3NrdRSiSuPPvOEuxtXg3YmSzWRrtBXUpbClhDpI0eq6zXUDVF//npEX0SVtu/wi5WCTrNJY/QFWxptRLXAKQ44sn7jSo57SlHpP7qHrpXE2KVNIhTFv7eHALndCq7AdJJZdU5OfDC9f2w5WS2BdG6SdJZ9IiqR+NGGCMPJAGpRtZsqvixIbFEVBZbLqfTo5nc7RKWxdiuqk9qeqqWrh4b8d3DDCNqLQE1gSViVPKLboqBVaqkp5g1r1P7opCxxkt03XCGEPKOXapJEVVVIRCplGwQ5sMeYaqeLEy/JCJhRsqyVSJxyKnHPKZoVJhdk+auq66j284SPuVL1695Ijrr2k6BVdSkn7U5K2JUUhHrAF0dCMKUYEfpVNlNcdJWtC/e3YR5owFXBLsBuXc0VuSVmksetGpUDFunNS5Op0b0TeUa5If0y/wBlJKrskCGjVIQsL5r1+FaPNwB0jRzqV/8AzQ5z8bFjAvPGAi5qI6hkOEmiSrUk1qTI9EaXdcya0XUdNaUQQPoIGUhH1cIGu4uopmgWpKBYKoOl3V46qu1FOHBCEI4IxGt0LQqrpU7qlEsc+NlX/eKwn5JTgYR8ILqi1TzUq5Kka5imwYOsams7dXW0oelH6pzkyUkuTh+Y2K7ah9gUNN5dWBKm719QXUC2VlWSXZxd2G2L2CNR2a5dDHIoZJLpnOU2VzXty8C6JoRJK1aqkr6ROvc8oNuio501foP5VclSUr5Y37/kjgBDVHYCU2aS3v5PBgAFn07HMaNSSSIkqkS3yDn2r+118w1VWjkqLfnYK1CIL3zpHJtX90vk2xszd6lvuWfJxtwa3S9ItXSpEpWIRWJDH260QFUjRlWwdR6klXSSVnnJxC4PLzCGy3TW1SSqHOXE822IrbFaqnVSsO7ldQoWKq6VmzcQ46IKkLL5ABUPtlJRXHIuhf6zXvqBYMrLsX9Yh4/glQKWyklcsmOTdwDWz08q6V+6pEJruBY9x31RGNF0Y6VVIlKJumrn4NuIGpRd0r91SzBDxxy4awhsl1ZpTa/RB9Do7FpSVKrkdX+oseDyhm8Q0hEi3mqzZVc+E2UD005vEqEyCc4fvaGatVT2pKmCr84RAbY7VqqfLPxODrC5AxYKSjvup3UqwJlnqhIo4dY+gTzeobManXSTU7VLMHJalq38F/bhwRh7gc3oVg6SI6SSn18ipfjDnjfAfIDHLaNTbJK77X9LCGCMJudyO1e/cMH9FpK2qTUiFTLxsJhUk1VxJWPoDfiDf0VLtlUkpsrLvc1bnEIxlZ3EXTvHJ1w5xsTRJJJqfZ9dc5C2RNwu35QIxoxrTKREtlEIufFMXdw/mCmGSqIAamKUdJfenRydkeKvN305+LjB5SlwDpglNdPyEIcuuAL0isGCUpWudf1DNqSA+qgRBdWbZV65MsCnQVYKnVSSrkXPXPuxLHdiCyvd6lej6hN43f4iqWIQ9/gGU4xDhK9FDdk1fqkVYOlJ+UdI5b0b4xSLNX/30qh+OPFVV3pKofjkwA2jrpti/daUSnocerhvc4D/AKGNWcMlcdWUftCkjTWqOjrXM0XTLXZVDPybtRKsNTXTdJKylePxb+0FU5DaEKqaU3Nd8YgtK30PI0Ykq6tXRCaYrVoVrypz4uiUVXIvJN8akKIvpXrFatJzakpUXO6NS31U/oha9ZpJNT7Fyye0HjJy7COGqHCSjpJKUqrpVgI4V13QvQpBWlGpGqStuhimJWAR3irVW17gePIL7I6I7Va77X4hPkLIvElUrVLHC5BwkqqSV3xYc81W1DWJ7ajtlqzyakRLI820BTNHSqpPGX6/UInUV9sYK8y0ldYBVoZPAuXohWUe1+ogik/ay0mqtfpde4GJHaWa184mo031gqnXwYgWn4DnvsLKUfP0vurprUqJZRffEYRpdKUSViYuXxucNYqv5s101TP0at+F7giK16ISVS/sKh/V1g5MLUPIL9ofq+kQOakpWaxO2UUKUQ6Sr5YEMflfY2/ICpfYVxR8GxMqT2UlKVdEx7+SUGIUgq1SsvT3PMNWSVlAlJ343R94fEVR++xuLKn0lUjpP2pFD6JyYI3usMWVItcSUrU4pDGwdV/8hpLV9qXawA0lIZE1L6hvbUiUoKO0dMaO5UvT41T5xDJKnUkhy9C6B01Vsq9QOWt0KTrOpY/mj5OcBcSkQyZvproJvf6QuTfzanwjUmy7VVKakrUITI4A1Zu8jTBUKFk8tI3Vk5legGJaQSGnwpOV8ItRpNJK1mjKeIntm4QpHxpPRw+QY+07K9+IaoSlf11xKNITakr0+eA2YmMvBtJqSy/3rDKdIfzGspPptRIXT/jClINo2OLnIGYOAmKryqunDW8DCrygnUP8hkmbfdATOvKCqL1KUAV3iqu+h1C+4G8YjlxSllZAOuqqqdXQC1PxvpA1NdJLXcF/j8SNZDJCKSQzsu1/EFkX3JCRFvFeiW/hAzFcF4DlPYFZk+bsCmCtlx+kLoG5LLyA2SGfG+/gxEntixJt40ZT1+Yk4cpShJ9Q0HfcEeqSghcOAS/dfpqfUK4RyFVcTHj5g0F5DnloguffZQQv49vpE3POGz+HjQpOWVaq6enuBZlodIrXTss0Fiyc0PTJ+xfACqGv0Emi1ihyh+gL3hFd97IeHSAaqGXpgQg2FMQLE9AVwMGDpIUSVcQPBfY9/QLeyICKrZLO9EXqICC9lUBfV2BFvyKl80AF4zQY4Na2QoVjZBn8Q/EDhDXdKLYQshVBXelfZ+osSMDY0I7Dmx1UqkoNm77xQToRlfxBZFN99gQnyFvbj5HBaT9M4yak1ZXJhcdXXjCtRVXEAg5ApDFR9ZANR7ZAUx/nVFZ/1VxSnIktMtOrNj+oZJaw4ndyhWmWym6+QXNoKgrp7By+whKGXZaAsgkJoogspf8AsFUiHkXyBclDfRconvQ8WyVzuX0Rn2HW9EKu+jJy/wAhKCcrfR6qqkl2xB9QV0sXrQ3rQFdRLevyBcUxQZv2wrso+orJGbZa+QTglliRIylfxiyBFd6r67oyj1GvRaiTlQREgqbw16gWVPXi84PkCjopUSy+h7gGtpqpJA9RPetADmRss6A0HyLTEFZU1QWqnN44HJH9OMMajKMRfAs3NYmu4KErUEkSAYn9GIRVm67gsgSy/D8xgxhGvz+sCPUZaZamirmuIDSTQImfetD1ggpxeL0JKB16Bd945dD1XhmrajBTjyhks7xx2pSPFVEhiELwjGPjdD3iRpSuvnBaAvslEivKkGIGldsej4rQHiRsgfiZ2yRC8qJVpXT4m15hAymR+G8LY/GUK2HwVkjljKZku2JVtd0V35QUMflszEonCM0ehruiTdtNVsgOSeKyl2KR4/dl0kIxlDBFJtkklXP8xulB3AOqZSJNsCaRtb436jvBGwapElWh8vyj5n1P89jPHjR9P6f+D6FPlf8A8ONNaHfqpTdi+4TbUa/VrymuR1jux7hJqUrITJe0QwY3JMGu9Er9kcUf57mb2dv+ycGOSRwhK5OlFUtlbFqbYGjQT9JKbKPUyR3ekWEqylYgUKUQ1VS/DVFl/Pz+jnf8DCRxz7HfzU7I9ep6ucXxuefqpf2o6u0oHxSYsNRSqWaSFZfzjx2tk4/wMGczbXD0ormkqmJrgF3/APD6md6Sr93dHWGBVZua7lUbS0QapJTVWtQQ/wB85JB/2SCOBtvBtTyuda1KhBrNLUdSjV/sBJqoc5OjGI+nHSqSqR5Vca/R5KGSdLqv2uRvpi7vWN/vPJloP+zcaOCEo1/mtinIfsjMaKf4/wBwP3OEfQ6K9y7q12KTKqVqooe7F2eRq1aoEIfTqwGl/Ncn0N/svGz56ToilFf/AED9irrAQNQb/wD+KfJyeKPpiiaAoZgqdV1UPX6MAQ5ou5dWylIV+gWF8CP87y98Qf7Lx30uj5SPRDpK12Kfvc0ACtQ7pX/1T+4fSj64xqq6PZYmhihe4uJa5pJIOv56S/E0v4SMvyPneNAP87sU/rALmi3SStql7PvH082oFJg1OkqwIofQxb4VqXHMHSs1Vr3KopH+d+0Rf8K+yZ80KUY65I/ogi52m3Vy9MoUokkTEPpG3L+1zDvbq41rNUskyE7I4J4ZjNaGSUSYVCHqRFIfyXH6z/xyQP8AbeXg60z6FT/qRuDp6hkKGujSO1qFxlergjDa69sBM6JuIuyrq3L+EuogfGO32Rf9+GA/PRa6mlJspJ0fLjpR+o+mf6c/B/Q3hLoE+yqUdNaRQPGvUNobg8/+S9Fx8MM4Oj0/Qc0+V4TOgXQp3ZeDSe6oalD0pRxzZBzV6vVfA9zPhsdUp91ftV2q5z8978vINw//AIL3eXGtVHVA0oSl2pCwrIOr21Dg2wiceFC5xq12BT3g02Kcl8s0iN6N+HBfjgw848bj5YtN1f7PVfHo6PQFIKukpuXX4hsI3ag32ys6rUITKrbZh81JeFi5xVUiTBJdCvxjYS+aI6n4P1KUuy/sHVRDSV5+aO7EUknhcieCujsp6WVdVEmuP2PmMuWOxc6lUr9EVMmyVAtf7oh109I+3fAlIXTtUkrV+Q6/kvBY8bkuhGnyYdzyL9qkrncjjg1eCTpKakria7Y0kxX7pU8pqc883UHdGJKpfcJVvU42TzDYygInFu0NXjz/AMWdqwVJj9L1eUfOfhx8Fqt1FFrutikIdC/U4R0y6JjSlFvyP1XUgnFIa9AOmzpJ/RZFXSVgcuNuwASlxSXIgu5KrPzJuguZdUM6O1dJHJU4xeAIG71/Qyuymrqoch6+IPtfw++DWhqZYbPoZhj1NHmw7Q+MKZoxVg6Ok6rkqGiU5Dj6T0fqVzo4OXjqP7Oj3O+EBrTzUiSqpCUgTLJuKc8Ocbq3uiVVSIkroD5nUgqwV2UkrUUyiVPqOg3HXcJOqjClVajomQfjdY9aGONHhc/A8skfbXgu8IFF7AQaqpEIvUgXJh+fvG+L3T7AdEp6i8eRiKkrZRN3bwYB8i0JSWxUiP2Cvb69d0dQuPu3m1EnXpH2hN8f+Jzybh3PrC5i6Gi7o2pHTBUiiZ/OWO7CMOGAdK0U1Vrq6fr15h87ULdErQLr7ZoaudDBshvWwXuGEL+2O13LXbMKeakdJK4h/fwRw7gNapiW/BlzQOxa6s2vXGrXRXLOnX39rXnoY9TdNDdgOqJEauku8LismuaVSCvjGhyuzk9CU4kqkRJVLo1N2/DBeiNiSXSV/wBBK6W4tVgqelKLSIfTVJzcPNEajQt0FM0y6UatWpCEr+7yCDTgdEXn2N9TdKpJSkhy26K1uoXm49kT57XOOgoUFTO+0yQn/XCO2EF1tDbAplqrsqfsokSzdqJTw2sEPeJcnJkqH44YOwRtCakSVlk13QyTiqkPULRyso6W/i5sirsqUrXJ7gI8WXgdzNbpdnsWmWtPK5g6Wx1S+6PvDtgVJVL8fzB9LUc1fsDtVUsTCWvtYeGA1+inKqVei3WfQvY/GJuRDOMuISDc5UN0mMpWVNx8utxhsCCU1r06lTJ3eEL29qkSbU7m2GrRTYqpFdAGHUbkZpd2FDqsHRKZlYhySnG1i8BvIPJN0lWpJSvYG7UqglSiR0lah0FyxJ5IjRaNRVaul6GdZaBa6R+UJuYObdCzhgVjPJUGUcX710A4Vo+ba6AAaltczjh4ioklZKpCkNE52jVbpKG2LIp5rlss6XjJx2/NzihvSGylSKpVDkPjVxvZW6TpKUqkTHvk5jXxzmnqK/4GqebX+zjmiZucmGJYx2y9d/agBPjcVkhuLky6GbO3USSVmqho0dNf0mKOc0fTVMv81Qy5CZZDqqQhE3kvxiNuod/SmIq/oY/bIaEfPDBEaEwyg7M3YUE1VakujSSP9yPa1cMahsEY3ubbwDXE7prnGH/v/wDUQsTx8xYYPKNwupu52BQx2tFtSbNdFiXJhfLC9ejG9Hgwjndz9GJNUiSkqmNlbcTdfCBOk9G4rrGZtrW6ahnTU8qvxT10TQh64DmVKtEqZpmUkqf7LanxEsMCGPu897awR5x08hXSTU8pLLJiYuDDgGsXP0bNYWqWORU5TG54Gjg6wjeTVjqKgtHmVEJJJEVatSEqXq9UsIw1jzD11bSbcu9suApdyrjQv7Q2dqhKSsu98sAIds2rpgdq6yF0okyb2GMNvyRDPiy3YfcrpOfMqAS2KdVJIkwmSStgND6iCdz6uOrK9D6RD2gEEnSUrIUQPKOXnhgv+XbGzNaKVSVOkrU3Ko0IJ6E5J4/E4BdPRkq6gmykjkIdvAhKxdMu75Q4aUcwlSks3lm3MPBhG/8AhHuNSdUX9spKkI6ZHmpGNgga9tlNHnHKWyz+mXR1dlEaocUm3uX7/wAhuTp0LBuauxF4SyfeqIa4mSdU/VtQhe3MMAZQbZqk1IrKITGqkOfSjHb/AH2gvp9ql/yiUlOXkJELWObJibGj6owDujCf+rsWuTLMY+HqjDqFos01UQyNBJUo1Ok6SQJXxKm7e4YXxzO6ug39ziuxVai6C+aq9cNvngOzQI1VStcvRPVgOX3RUj9s3RnSlElsr6Ra/Dwxhh5g9RJJNf0aygxtfv8AXPtY/F1gByN0knS7BXHIf+34fLzh/BWylKq45MQ/Sjw9QXUyZqwYbPm45DQKQtbKjuwvcALX0KuT9AKSWxbJXQ0+L5oCk90FFtUl7Ik/RCJSnH790dXEqZNTXaGVGKSqs11UOepXrE9wYpgpACh3T9KaqrXIc+NwlAyNF5cpXIyNsPaPSS2fKxKi5eLkxh7w1WoyVXyKmhwm6wieMqH7oR0dR82urN7Z+KGzkjVqkTT9WEHtGSSXYq+QL6Safaj8krMoHq1eeAdsTF5CtSD+lHR1ZuR5eoFMaI311XrnxeDq2gfBpsVU6rXE0MfaBJE3WdtPkFXbYW9gJaOS31KoTj7fuDi5Vuq1fnSV/wD5cfG/x8ODgjzClCGykpX4RGkHf3A7VroHytqJo7V6/wAAnKHgPG8WH3QO6GSVOkwdT+Pi4Cw3MO6Ebd/yWRxqoVo2qXT0vpzgskZUual6PuFoQ+xHy/RapSKqX8RTJdJJHpRroY5/OLk0Ju9fUHkb/dV2CuQuSJfLewRDuH0CE9kKYO/dMCKunR19PdxcGAJLyu+8T1jeLl2KVPXOEtfvSFkcnPz+QLjXMKzTpZg9eqc4l8Vsti70SuaQoZVr9/z/AJoeUbI7ZsNgTUpFch6lWrDzjVHFFbFV2K1VrnwVhW9K6/tZp65ByS9NnLOLOmHqVDjwaPKUWkrXdTSKH4pOYJKba7FSIrKkEPxt88m2GySFKY6rXEqa4QO8Zqun5GtKK15BK5fLwDpUJw7si+SEnSQqotJ/KmpKnJXyUic+6IuqDp5L706ar45MU5tobpQK9FsFT7Pa1/Xg3Lwd0ndHRexZTVKoTLPXw/LAOCXquWPJUI2j0F6Xi9u72ceXotVLoVBYWKuJanxMXgjf13Rs1KPGDqy459AopJRiStlln9fMO6PIsbkjglxb6Ga8ou633HxgK5bbKS4g2xKg1VbJVLH9QTuaIVStdAl8uKMuZSdIPtySs0lej9gK7PSrkPpVNKF/zBmsdhSjWakkSeQmP0gY5bWtqEjZuq1plBgliILmFb8gj9AREZSs2brEEJnVV+AbJTdBqtVSJKpZd7H5ohMq32Krmsg8NEGHJGWxJw8SKVDK9zJr8YQOXfesXqt1Vd9r9AVLtVUtfOKOZJce2eSXtSccHovbUmyqm5jfsFJy5Hpk6Q8e1VDxFwNpM4SVVm+2Ta9QqUeSvVkaMBrjd9sD/QFpv2qvHIp6g6Yr48h5sxJVI9rj6PAFsWSU21qAdBdWaS1rofMOInYOmp7LH7W7ABpSDDo7ih/QbqVspqlXJ0ddwJliWspVI5PxDb2rJVVL7qr06pzYL217wtftEnVdJ0lIOTINtwCuEo9xnyQYiT2U11+gJTfqqpCf2Y6SSO6SxyVuv5itVPuHFYPJUTDUqXSzUrEBDalkkuhrthKi1VElk7K1yAV06BjCRtremUpUqbjhwyupSxMvE0usc+MlkWuvOMpwtZSTr2hSxHxxOz0dT7V0l96qH7GCIYLt0lbVrjp63744iV26a1FUnXaxhsFG3Sv0rVVU/FxDdQV1IjLjlHsdGO4VS7CflF6T7XjBNRl1qsr70lXQP0YXyhy2+xn6X3B/UPxDhHxfQkJ+GXbLyAei5yNParBI5I6ovOpH7e3WA/2tyWvPuibiGuo24r5LlRBSlRqBqSVV30EILKq1LX5B6BLkNlivN14AQkpNzvfChBRJIGbM33iB80oi0MTOJWaqCg7tXE1gAVqQ7ne18oiVbLta4GeSGwGJTb7+IEpLqpdvtBSRayF5FfGibYvttbG6K/odHh94ISV9AJYueVET0hvXE9rrDLvQW/A5NSkrsBfSLzxtQLFXuu4KYnm76cgrSiBLRdM2Vrrtjxj2U3iAeC6XoZQrUczeh+QDf0KoeTKq1lZJd2ru8ICOeyIkr8hgzkVqrzRFptnXBrEg4JZa3r31AakEpSivWX3cItVVC9Z3rzhsLBce5WvHegEqn+jq2xepG1m8cCOjb0H8gAXMZuaEIESE4km2WOQTiRJXoKBUVTAVC+N/YBOSyuIGTqMrthQ4V7g1jKxY4hagNWO+iTpa1AKqiso6SQI39kYm13PICky6+8DFTstdsMGhFcTTCSKQpaCSwvJCyBtcIhBXkhJM4QabLzKckl9RWqp7YrieV2xA5rXph4IRlxYfIQgrvsruiBo71xxklrUmiiQPiSSNNzWvnBaMeVzmvAKiw8UL81xxMD+w1OP+gKSVlAFI++6HyFkFt6FFMXDyGRIkI1dfoKILzfhEinGczYhBoa8wpPFX/YeiWyzosrcwmYHvfGKDp6l9wLiXfZuWK1CSgv5DxKL9lZCwpd9/F8h4u2JQjyoyA7iFJpzd6Prwg2XkWXzAbYs3sA5I/wDoBYSKyKW+683rC05fFBydBL8fljuBeuS1zXCG87AhWoXlecDnIl06mvzB7hLlQPe/0yQbXYLWyqKKuv5CxMgsjDxolGyjnQrRimJRivK5Opoiw8RWpyWIAqiITvzRY1VtZSoHKXfRmBf57QomLi5OzuBy67t4eLGyte6Iwhanssi9+wtiblcQehfg8SPYhGVuDxlPi19Qxe5X6DJj8l6dXXqCsC+J40JWvCMJm8aLBhMnjQRoxfkkSKSqU2UIxja9gSJex7L0BkmtfB790L2D8itIvK1xZGFrZc4kWHc7Q9U5XL6HAA/syWy1m1VdKkSSyzjrVxXg1lJEdP8AL7PCNY8GTGi/tSa/VInUxsc0L3rHdEaZoZJIiSTpH1D5X+d9Zy37UO3k+t/gvRcUV7s+4fRFztFpJESldvFD2DFqlUlJDXmtMMM7sonpQ+oaoU6kqlZVD4nGHzd6Poe7K6RgkkF6UEs6K3x1VVRRFebZDlfLTOqujZGkWOys1oBE9Z5CSWmH8qyzuOBFG0pLZWXUyBP8h02loZ0Nc81SYWompQLVXO5A1+ibo37p0dKUciBOjruhwo+dOlR2OsbOJqeRhdjsBUmxcjSxQwdUikk1skq56oSvabVa2SqRz90BtHjp0rmqhPl8wVKI+A5ZOUnVeyFLii2rqukqliAJtSmwHWxdi1+mDdmuu4Kt8dbJbsLoyiaBYJSXTVM+njlgDnFGUC6SmpVCHCR6sk6SlZC+X2glM9fpKkSSxyZA3tqtM0pNuhyvRaU0jVLHIGDa56i2qs1XHOcVUdoTQbFFLOqq6YEcN0ZQdbD4NGCVQCOmbWbZVBeRTfUgtR2Uq/PZVCBayYVUTBaPSm2Vp3QrWYfepU3LDhzFVgrapVE+0LmjBJ+rNCcaWQz6l+in/hbB+1lK5FQfM/8AUl4GmDVqu6auq5KkeDbgPraLeUlaq4hNcI5V4aaJoulKBXlKnXxI1x2cGfFJTRycslPR+VVMNdgUodLiG+Y+hv6Wro6U+2TpMFSEXq4xC6UOeA5H4TaLSYU8vK43zjhFHgx8ItM+Dm6MlMsMvJPwGhEfReo4P9Z6bE8z0/qF6fms/Tehro6e2KdJ0kclcuVzC2NztDU81OlSjBA6B8usmOA3Ef1gXJKtUEqepRNBfTKdOOLHd2h0H/8A2U8HNM/daLuyo5Bfxt5OHtXr4+Un/EeojPpR7a/keCjZaI8D/glSfruqUucI64s2/AifZhf2w7jdBcRcbUouhnSDVDiEwQHD7p/DGk6dbF/5QyX4hmqxYwvbl+9Hc9w1+kSqv0tlf8jZUifLKUihYeTbF4egnfW2Rn6yMtwPoCn7u6LplLYrBWof4ueACaGSSSJsqpj5Bt2+OHXP3Wpf2CTU7V0S+SsbDA0Ybt/cG73O0Hd5dHUfpSHrVDHxL8I+favdQ9GHp/bR57587yN9hSF0aqspqqdAnK7VUOaJo90wSPnFzn305o3wtYO3SX3ClFUECdI0I1fWG1IXaUXc4wP9lpEpdepCqatCEL8fPfvAPhc9k1y4grm5d/SiqiqquJ0jR+Ygsq1apfYyStTQyr/qhuDX2/hNujpSYk6ovYpOzAhPPHbGh3eXVv6LVIqwy1+Johp+njJUPHllejqNMUWkk1lbFIvtl58ODaHzl4YPAylTKR37BrIXqxPUl3q0Rs9AeEG6ihnX2pSj+uRPQVNGNbz7QeuPDbRdKJH+1KBOch7xMqGLz4cMQvD6SfFLPjHn63Lpkj4LuhoF1Rbo7V0kdOpiVtsa5GKqXc06w+j/AA5q0M/+9UXRcg/n4dsfPa6crOj3uCetnnzqW2b5cH4RNgVGFKV6mgetf8kR19hTCWI6aq10z4+IPl1OG+zdeob1cZdm6oaok6t2R8sm6WHDDdwC712Ofl4lyn1ncrdUkqlaq5fGMN2o6nH9zjolM0Xjo5a6BOCOGMYc4+dqLphqrIdUWrXQPe0oX+qI6dcxdZkJKq8BccI0/BwTi+KR9UXJ3eNaUaoOkla5MFfGyY7sI9Q3pnS6Strxx8pUZSytAq7PYY7Je8ZdImGr0oQHWrnbrUnTUkpWuTQN9Qt4jUpdjqVLKTaLe2u9R9w0W56jJTVB+1qEDNOldlJHSSVr1yxIKrklElWDqi//AGmp4lqbt4SnUxoN8RYq8fus1iVBW7opWlGFqrUWy0jn4YYYecNGKKrqukqlaa4BNwVVKyVanx/Z+gz40lsf3XI1G5imNlOl2rpKWugeUYvVu8I2szZJXev1eUandTc4q1dIXUUXXnkzpClvxUhDBubofXO04lSiRFZuhVysN+9h8olB4lEs9obHRSlf2pBqN0tBKuv/AClF/wB01xyE3FIbpfN6xvyVEKuks7UIF6cFWCp+3plDyWWhfi7RqFD0k6dMJuJiZfCWO7CPPAOmy81KUrkaIWUrRqtF0ovSjVI/2c9NWXKXaTUvZXVH1AlOlmtFpTVZEjjHNCGCPAIpOGmdDcZpUOqNbZas2v0ANSNzqT9XZTXEdEyTm4I7cI8wTkuzoGbKSVXXrnyEkTH90LwetbpGCStlM75Yw+QqsfIko+Uaa+ukdNX56GasJ70mmfAmXnjHngDaPUuoVV+/q0cTFxCEKa/578QE1WSfv3T9Xf1Tk80b0MPCHJaPVSVm4/bq4bwg8stFU4fkNKORpRJW1VIfoYYe8axd9S2z6UQobYtTYpIKql3K5r8L/kGwopqtbWafjDVHbJVW61dV+r/dNYVelV3IfkD7k8MWaEIZ2ZoxmriZA22i2CqTXO44AoiiN9lZGXuQD1M6udS9D6Ae2M5nPbpGiv8Ay0myqhCHZxIlX0owNhveSINQo/ISm/QMrs6IdOmqb9rn2RtkStuKkIZReHDwCLNRJVgR+17lTgiFSxYIvJBbGKqTW1yMn6Xglg3+xqZXaq/2NKGnpVttNTdh1RvXxsbUqrqpl9j8hbS1z/2y1O13+rXbm4qhcmPyjDgFnBUSXJUwJs2m1JSROmC6RohXNaB9Ld2t3gvBZQ9IpbFIkqrIXQvkVIfBVOXBHBz3g8a3XUNNlKqkXPgJiFieth5g/HjXUHkuXY1ClqN/4vSn2yql9yXJAi5i7RTlhixjDn2ox4QtVu7a7KlUW1O92jTSYhC+WO35AR4WrrNnyLl6LzB8Z1uR275S9V/b5hrtD0QriK5Z6lUpd0vBC9zQEpupdA0EsOsG8Jl2Lq6NJrc4kkdrvqtpCPVCN75hTQFDJJJWqVvpYuVHaDaNzKSt1q6SquOdIipa/Vhh5I7Y3Oirl7WyqHPp1CikevQKUV0nGaWoBL/lq82uSekmqTFyoQxY3uqMI+obNQtDUWqkdLHI66XBruDY/Cnca/VoZCnmFQi9F49WtnCRjjFhDqvXoDmdHuqUVrula5NvELo3t29zgqLjMW8kWXWLP6LdHotrUr1I4/Fh+Y52vRytFulFcdQhz4x+nHn5/kNmaqTXR379U5zr8Y2HBHBC/wAAJuiUapXOOlcTHySVoX7/AAwht3ocMBRbsW5xdI5+s/S2URKVPqZfRCumWX286lTahyFqlLuYMPnHmrNWadUSpNBVqkR+1SPiHrY2CtDdA6o9h7QhUo101zWOchqh8XK5xcRKbvVTSJi4TR4IjbFkPupKUSqfeiQP6sO5gAKDFLfVcTSxg0Hktgmq7Cs7R0qkg6SVIQ6B625ewcN7CJ/a2ylbVKpj1coEPIK47BrUt72MXbvcHMLqEoDla/v3QJLIEAw0GGxbLEXITjXwKwT2K/I/lV0FzQI46PBEMz0U6SddsmKerudQIjRMpqdJVKvXLj9Hdv8ANG+FrIdchK6Gi0t6SqY9fh9wXNqKdY6U3s1voHDa6P7gRg60MQ6u6p5/kDm9J0DsU6rVK3y9d2/1Bbl8Rp34dGv0g0dMGB1ZRycdXdvbUb3vFn/GEnVFkVSy6tcuLgN+4KpF/spqSUqRQh7+IUMvB4+S2V9gv9O8Zuarz4YeTgDTzWwQqWrNBRozepVQFpM2qVeaqc/d9Q6Ndrc0k1VIq1SsT6eC8WI1dVokkkRJJqSvxhbjnmc3KlBixIvJJVPeKHCW+zcjQ3Q+OnZSsT5gIySSqVrlnv5OH9xQWD+gCj3StDOvtRgkeQe9NS6t0bI9lU8ki/otWvP0eL1gMlD7FazXStSpo/X6ClrSLpJX7riE7ODCITebOraWwtvQj9KvZEQ2jTTmGYUTRcr706Oc+nVvY3l4AqXfulVTpKujnP5oFheFt9VJLT72AZcf/QnuYoZskaLSVztQnT2hpt0p/wD8oav94rysTa28EQ8XJNazUlcfSxoX/IElLIpOmp0pSlcmN5YDe00+5WHKpao2K665ZqlQKFMsFah8FYhefdgNHcQdYlqOj0Up9s3LoaeLk8WP5DUXbPYqua0sbr+g5+L9leZ9Ilin4oM2EeSS7wsK02VXyOOMlaKpVNi4h9AgtOGZzqdfEYoUoklZaZMXGAiZUlXWhU064BXPsCuq6qY/Ewe4VrvJqU3I6W56hzf6byjrh6lw+aKboW7VKya1MfimwjSbom6spqrj1yKw81+9eDx4RVVXTPxavyDGkKNm0MRKVb8Xdvw5+EdPDxqGmyPJytzU0M6SonZ9xrWmZtdcl4vPg4RqlVJXO458HBrEbDQNLquqBPQ0q04h9Ln8gRqtVWqv4yCHBFwVP7Keo5VJpoWOGaqVeakcmuADnZukt9PUP7I2ZEqSqUp1x4a+UQWZqyjpJZA6U8iP9mqOUchVVKuAyRtVNAPXFHOt9SOFjmj990w6n4C0L1i8r+QoVMklmvzBC0eSx/qB1Uks7pii5De35INjqpK9sN2jmVmlcjqjhCQyllx/wjySvjcfp4AVPqJuDZt7Z7yVfcrbnWMOHqUqUrxgma0ra+YNTG2UlnfQvCkeRyezn5IYouQi1StUrMnQww8w8+otV/apK4/k2vkFsmVmleliDKNIqpb1UPkcEfKKNR8ixbvRTXVS3qochMfFEF1LKU6DU9KWREpSB+mFpnDXNZCfGMW/AZJeA39gMWk3NK4mlwialEqypqSsxMFKM/8A4uOerHIwYOr5DKC0pKVkE6d8Eb/1AlKKdNWpFVa9RfIJtx6+YQIR+lvpyE4+u0NpYGaq511idD5CUDNVUjzUqnGPVAas3ufYmoumaUaq52v0dw2HdG1MaZ/+Ukch8rEwBUShbIjprkE+QisdWbNV9D5hn8jnUFJnRqOunsiJKpV0Onhje4deEee0ewdWtFqy9OoNBSdOkks6L2V1L9qra1MTjmvVgcq7kfaalo2K+q1qTcTpApKk0ku+IUZdWwfpbAfpYh/nwR3BJ1c3NtaGVn196Ma9EvVw8IDgHs6mEEpayF0KU8aNSUO6SV2K6rkOTo7sA0ZKpb7r1COJVr6HxXlr56vmwgsq1lnQmRNrWBUV0kkjjGScRps2UkLCvVfcEUXKSotK4y7UaCyGlyUOTvPG4+AeisqrvXzC8h0kvxE3evqFmzkuV+QMXRKswyMbIDnezeP09wCuaR8aQCbLyOmC8u4FDYbB1rWETqzbULzn5IVQW/gF77LViMlVNfkAl3f+gHWd/wAdd2IXLveS44dWBS8BqriUBoG32UK4LzfQGDxVDZCYlho2XwnMBljJb1licJXJVwOdZIJeQ0OotKblRQsdJKuBVHiXYCt+/lJAl1HZc7cBK6XVVzSoqcP8vI3NIUFWASxKKpOgZ4f4xSnnQUZLfelDmFiSFr0Buwb3REiNkC0oeNFyaNla1xFRP28QTalIzaiUFMrNILiTf9vkJRJ/+viiZE8vL6If4o0OplcYJK15ohf7gul9vziJk5VcPDYxQqX9AvSPvvoiuCfivnVGU4hXMyeT2GJeNBJYf/YKW5ZX6wWn/HFE2zaozBLUoriZLvky6guiXXcFS2u0MjS+JGEPG/UWkir0wPGOvNe4RJIyW9cSH7BmqJBqZ5v+/UJlPNqaxFJCzUgRCG6FvIpRGoqrx+mKjEtQUaFl3oAYxf1gEyB00v8ATr/YYLC1GT+xrtCZf8v0BQ4wbfAGSOgllkCdIqoZJxVzsrsDMneIYaCX4wudw/QGCkLyQCXTA/Y8RUpECHbKhkoTXcA0Cd8PEawapzi2CeRrASvfGJFMF+QlkDo76BzpzVbKp3wQsp42zFUYXgK8g8lVbmEyQEEyyuwL4RSGNE7NfVm2umPRTyx4xkpROIM1ZtqPT7I8C8o7MRLyucGYE7+N6hjfdfeMxKl2OKClkNCOywsB4pOSV9kYTiLJuXkfmAHzkRhC8JGNvoxf5qnr2hOB7IBjKcTEDj17lRivAYKbm7eKHUYondyL03CqWaxD8eteGmXZ3R3eNXX/AIt+vUG352pxCClwkkrnUq/ErDj5eCHL3R28Hq+Ti8mg0VTfhafq7K+1F8TjGwbfNwj6A8FPhUVatSMLrX8hcl4uOa9W4L0RzxAsrNYgppOiUqUzteYTHJU4R5vP/GR5VUaPU4f5Zw+Vn1b9tsH7VN0k6IfTyhQpSbVVKbN9ofLdGqXR0XmqZXqdI1/DHcGwNqZujdKkS+1KhNI3N1Dw/U/wU420z2OD+b45aZ3MlOJTc77Qc0ZdJReadDjbRaVZbPOuerli6Ld01/8AfqV+OYeQ/RvinTR6sfVR5Y3FnZElqLSdTUkiVKwKjSTCbKSqdgw4LC7P7LV2K6pSv3g4Z3V7K/tXVc4r7EoiLkydHYVKSYK1JqRBB0RqqlNajlDy7FWi0iKulT9PgBlHeF6gVUpUo9fjl2jCM/RT5NoovVwhpm8vFtipTc4cDsnCr+ymy+xtBLR/hCucdWSquXxxea6ygWqp5WIJy9Fy9y3H6iEhuuwf4gObMkkhqS/hGYSs6QnmFKHhGazZU0lTogS4ueP9B9zjs6IoxmpZ0ZTbJOktizcgae1uw2VvtTiBDTF279qrZOqhxuLjn9CcnLBR6TpqWymv3WbXAbu6N+wV/ta/SGiNvCMlibKdY/ZvAtHwnUXmn+R5B0Q4ppkJTVWP6Ruhf0zZSgzoemHTVL70lUqaQhc5dFcbSlqkqhicbBH8w0dlot/ZNVSHrij4q3QIyyJFuvoZJXYrp0TH0awbU5Q9DXR0XsVJJDHJllHLLqLgJr9N0krj1+Ngvdd8NFS0ywak2BSlSpeFIPDuT5FFnzv4cP6Q6efuj0pQKVevj1S7W6PmW6fwB3b3OWrqi10yE6ODr4R+mNCXVv1a6T91MqcbaA136lyVKUCuk6SQrnS4sL/nHoQ/kJ8XTqjkn6ZY5H5E0ixdMFZStch6wFK8VSzVcg6l4bKBasLo3SrWzJNPU845Sqla2o93glnBM86aLi0q/S/9o5O8NgobwjXR0NZNXWRxhqMYZvTHr8Nb4dwjLwCztNz/APUI6a2tKUWg6PXy8MPcOlUL/VeklZKz2qHFbmqQ8t7bHyZCHje78xaVVVLNBZenhIDs+7KC8MVy91DWyuoI1JhKabgj5L+ENbn6RoZV0dJhduQ+3ibY+D6JpFJq6Iq6rnTr5G75Bt6d26ST+VcvPa172PWw3/XtjmfpF9mjLE++UqGav2sr7UnnOXQNEKqSuLdJVHSrU66FXEKPlai7svC/c4rsrZ7qooWFTdh7h0a5v+pTwgsJatPNWtIkJonwHweQcfJwT/BnRxzx+RulLXPOn9f7quSofi7nUNehc8/aq2uRX16h0+hPCzRd29zh3TVqgydELUMQ16/fvcA5w/pGmaLfnf58mVU8o5oT5oNwkdC4+OfUMaT8GbClKGO6SYHOchcc9a/WHzF4Rbi1aLdH+6nQJX4uDrH2FcLdY1plU7VXiZG1h4Ai8JXgu+2Wp1ZtpjnqFw4AnD6mfp+Z+49FOX08Jw6D4XMjK/iCUSqpVNfINpuxuT+xnR7KoQg1QkZQ+i4+T3FkeXOOLNrudundUMr4hTLJueTqHX6Dp5J01QfsHVc9WBzl8w+f0T77kcQ+vCGtE3SOqGdTUldOGKfSh1B5yvsQcM12PrS5e661IkrjkPerl5hu7GmFaBV2ewV+5Lnxki7acevgiPnO5e6drTLXZTBWocmWTi+TnHUrk7s0v7B1j18TH2uq9whXDOOjhkpcUtn0BRl2TVVqRVJXQBdFXXJMLqGtKJKnkOvu7jFvwvaMcG7AcLudpRr/AMtIw2UcjJTHMUvDHc6r4+jLn21zn2WdhKJj6W1HzjmpwHvLZ0xqkklazcvHrk59oHuk0lUpSuOObXI3XJMHX/HKZVrnIf7urWwKEhtQv8MNodMQcpKy5WvMKwqaN5sBjR6WPZVCcbb9Q0amaBVuSfnplr/armtSE2yx263VHdHTTtd6AFMNEnTA7VVKuQ5YlP0r4WfGvBlybMUFT7V+wJ2fkLF2STpI8pUnzHNUjurkqU2AqrUQX/tf9cO7C+NrZPXSone6Z0P/AIjGFEbK+6yjnJ2cHlHPacuMapXUEVVryCFgYiBzRqX47t7yesdKY0s/SStamJfGpXUPklbo0HSqtgu3xMXdhGG35w3Io4CcdxmZK6apJSkmpMTTKW95AxoxzNspRD92GL8xGj6OmtbLtC9s2y7I5D8faHM0sTo9zezSKMaynVItVcQ6Do5vJGN+GAbug7SVouUqkTJGrXUNlaLpRO6NJKuTJdVNEm1A0Yc0b3kDGjZTpKbNrkXxi6/QLB4vYzefYZUYkkrne6FN1tCqq1H7VI+ymRq5d2sTbNCHyDSjYpNVc7XGxzUlf9xbFSRJScHZqVE0okq1I63hfK693q8ocIw31L+PBEaxSrf7BpSySqUc6VrmqbSZ44MMOCMRsKKqqVloZAEV9jv7QzITlcv1c8fyGkOqJ/4vSh2quO1enrIG3Cx3S+XbG2JK71N/YFUpRLCnqLOkrloY6R9qJY7d+Ad8eUSfuuDNcZmVSr6GPkgxF3KmKzf0+bANPev6ef0p9jNaiB2udcbdaG5V54w4QZR1y7BV1s+lFXTo5DZKqhoEv9RY3hOHJj0sdxy2KLsU2tM3RyksQiBIbKlGhCCkdGBr3BzbYZ0eeUqSVUQOS95oR8oB+zGqtM0olKkWpDFqX716rCMOvbjDyDZqOoNJ0lNSyyEASzHlLFUaPTFHzbrV3T9WuR0knKxcmJYRvh21odX/ANX2dsX0zcy/lbKm/emuOlW2jXtuHlgD6DUSdNSOksQ58vgLGGCODmjC8Co06ZptThoSU5RkpVrT0o5zssqptmTjC8bBu8I2KiTNZR3TBWuQ+MXq3L16F8NWbebZZafF43COc3Sr0pcbPoZqkdM5zfdVT4KpDRwwhzw2hRrHZKK0E+FOm1WtDEYNUsd0rAmVhvbsb3OOfUMzSVanVVSOQ4pukUVVftVXTo516kT1zmjHdjhBlEUiriJJY8w/F3Ih8sha0c3ef+LfrtX+J94Pk8EY34eQAUwmk/a2VchKml9BuHhAolJKlCOkss5KxyVcngGnmbP5uynWORDL6vyCbsrp0L27dq1StUuhX5ogr7N2UkRLQPf4cXhGyIsmqqU3OEqQq9QuIxotq1Oql2i1tGIbjkS5JY6ic9btn7BX/jiSVfGidI+5UjtX78ecbVQlxLCi/vVKKz1z5KRcgvkC9Bmq6pk6rXH7PNGG1EbfSzF1sUiqSWR57wXC3op7nT1CS6G59Jq6av0kiEITFOXoR6t2AcwuWapNZrVKvXJXxDXobV8CKMnVKMJU3IPAvk54humd01akoFWudchbA9XAYnBf6r4D6ewFKMlQkcN9gJSpVv0vVeCaml1f7BLi1lS+6A3hK5qmXVlSipEENE5zX43uAa8pQas2kWqVuogr5am5zg+7HsgcfFNSvwc/XaKq71UxskHM6KdStOvobgeRomyta5Dk45soHpMX6VRWaTdHRBZbQnLOns1pKj/FV6l/E5+G+Lioukqj9qlUXangchicMNyPMHxY77KPXyDixAyWIrK06n59QLjkJCezeitWF1tAoKpY5KkDHqaMd3zDn10VHbAr2WRkH3BsNxNK/ZdKHobH2K9NE5Ma9Cvulh1h5dZQKSqWhu5fuwjmi8Jl+SGcLRyEy3K8SNfohrc1QSuxT086/td64DX93aDGNx+ymq6ugQuLU1wjYaRo501uXapMMwRInmvQvwDc8vCD6eGjQqWXVdKn0K9/zBMVurKPKy6mvlBz9BXZVqqfK8g8inySvYF+OCjASc5WVNkUpU38Ik5dJJVEksj1818HNm0pU+ntee8JbD2VXSlekW9hBZNMWKJykrICO1UtnoTc3kVAxeF2LnUgvdpTbXLIMjJ4ju4ikEqLfuqLVxGTo9Zufn3S+UGXV3OpJZrHr4+LwRGpJJ7KSIkkrUOQ9cm5Asb9+H0HRrnY/bLU7WlHSCC5CwJ/kwbcOYQlxVLR0LmUlizn2wkpVklUOQVEaTc6r2OjzDbXFy+xX50knU+volLH37QmhQSSVqrUQJ0jX43+oFvEnCClLRpv2Qq/slUqhONVwC0tySuaSSn8TaveUbwaFDJJSps8/mAh6Ty0mrWoSvl7pRL3PotgvsQUdcmwob70/VqcUm3W4QJTTZqqr9wSxA3cFVVVmqq1xUdvZE2KlUqGx90NTFbxOfv6KVmzWqsg6Hm8ovoWKtPJHSVSt0L83pXo7cOsPqSTSx7XH4nMNVOurRb8j9riVzyleDCC0Onno9SDZ01VPZYnqFDdyqqrK0yFh3usbTS9HunTWblkqwxyDXTMstXEIcmsBrM7iHOzJOmBEpRCHIeNbFwmhuDWHZd6lWeh8xsTY2+64BW8RSVzSR8cBdxbyj+zU37LYtql8PCEizOba+xxeEb24ZTUjpKpVz+fWI19ZpK49cUHT0aodFXHSlEFJmqvJVA6XiqlZK6fRFZIJckH7bNHLsLYTUuOGDByql2Bce1V6AsOgliKysfic4dTQklkHIHaqjC9GpK5rEP6gsm77KqdjADkFVZVkrXJpcIpnkRwx7C9duq1rgSK2RNSxNMOnMrfUvTCxykqrapJTPwjJjrH8lssfOkps1qlITqwxK0b35RC9RwqrvpxhyRUVgp4je39DBNTuHyTgxBZ+1SJa4nngYKTRmpdjyBkycbFSlZz1jObrQlKqod0dSrWbxCadTnhuQDkjdq6zuRxt0aZE6U2ysz4cjaBTOl3TXO1xSPJ00RnxPwb0Wh2CqQV0tc1vqWX5xSwprffiDL7Zm53E7AOpErlFmpOWLprvVTFxRbRd0bpqrKVVOcnlD+ek6SOlsWuQ+Lj7fXAKjUQlj9oBtxGXX8jbm9M0DTKUp+laEJCofaP54bflGHVFKpJTaLdEddAuWW/w840YyuwFZXTDthSGxVSOkq5D8Ypt3hBT1sHJx/lAMJSLrNK4lTjcMNvnGTUvK4/5Bvs6hqUS+/tcfQVIXHvxhe8oTPLl6USrumCpFkOibHLDsgtJonCV6YUWklc7oAxKkRp8XCqSp0lVT97B6h6FI8kqIjKGTs3E1JpK+oVHpDxo1Ur7fZouK/m9/pDJ7Y/t/Y+i9yxnZgTFeckPQd67oFDKD8jJV7KFhXU3fQqKuqr3Bkivt8UFIWcPKGKp9eMKTRtbXQFKy/fFSq03fdesG/AIwCInspvHydYjETWtql3wCVflRg7qy6YA8oUGrOZSVlXCx49SSFCzqUlndII39ITc1jgoeEEloKd0lyQVuX/AI39wrXdqze3kYwqKWaC6odJ+AwzmbmvTFqJld9yMryihCP6yhg2S75OKMmbFkmpJtQMSN0vxeURQb/7ic5Xp1PWYOLeRmMbXXbFRVB4x+VS16xG/wA3tBXMdwRalEXkja2WsBWjK1wi9I2+hHUjKGJFQvsccVKQBB4Td6xxE0JVr+Ib4jAJvFCUzsYmQMm3zj6H7DyafK4mn5RmgXXgJIeyPa9vrBKMVVanEFCBEsfpgssNdoToeskSiQQP+CoLIFSFCkARJv6K1S8qMQNZdAQUmjEJqWd/IHqEaDSGF5T2vQAyMeVVyOiLavOMvkUl8QqMJVr3hUaHbF0Spdjta7QrWhK6fqAikIukHPAeRT114BOBR5KHphmCS8jBuWb0ONjBmkT/AFC1sXXnDFsYADReXaAqyW+4+4CYR33W+KoxVzodpRJ1KAoVgKoklb1iBkq28VwimDYArx9SsCiT0DjypQQdCaKVSa7gQCRQpFLfQMfOyhcraiqPitYg+Nj0iJoWvExBgp7XX1CJ4CxMnJY4BnDR2q/qTbExm/6HQESD0aPAi3+JMpRmEP0/sIQOkJmJ436AoOUicSzaiuvUMbll+QiSGpxkpe2Qb4mSMwj/ADGCHHqyepROGaskiBmwNHoEm/j6I8QkrsDMC6/UehHegG/obUdGDWQzGHJeiYTinZf7jJC2onIBQQnxC0pN6xxaVP4/3FkU8viYNEa8QsogWy6AnXS3pUYOTxowaPjQccu5vy0SRduklc6LKSpN06zqp8irWIaIEWVtbIYPGUqJP0vFN21s6Yer5uJUmJHdz6rpWaq/PlVqwZUW1dUX/auj+vaBJo8lliZSzc6Ffp+Hs0g/6vm/yZJ24dP/AO6dHACLJVr/AGquvnBhlJSuayxk0VdfWAvS8P0Z+r5PsrJspJL+6x/mPPVn7qp9/wAvimFpob6IGUsgP9JxS8BXrOePkUu2D9WyaujnPp7YMotR+wzqtfG414ExNZDxZQWXoeGWmikPX80d2OW107pJWUrXIT1gem6fSxFUklzn6ZgsKbv1BEyu9Shxz/iuHLpOiH8rzVsWP7pqUVVmpJKVMNUVEutpRWyVSrkDQxEtSiiEUks1kB/9t4Qf7pyruWtrrUmtkq6kcTGjCN8b1cvdfvv2yc59Ekzm1iOaLtGrpLNcIHSbbF/tVT/6jh5/4dv4M9Hh/moxj/5Dvq3hHplr/wC0Q5KuQcTQ8I7p+l/Yd8hr/qHAXtJP1UiSla/ewiKN0z9rZJJHxMrGwG5xxz/jOaOu51Q/leCTtn0KpdLNS+65ZBrVP3SKqsDza5D5HNe/McoR8ILqbpk894W0z4TElWuxVUq/S5xyL+P5o90dE/X8PL8GcL8NlIKun5+3H9xx85FcdUdnuuoxW6h0dVrx8j5wGk0h4O6ZSVlSq/v9Q+h9O1CCjI819TNIieUIwNNzXtjaP+BUyqrK2Kev0yxDVv4Jbo1bWV7MRWXJD7BizRDw15ojMJX4R0OHgbuy/wDgHU7sRc08B91rqv8AcDkqdGIWPPx/GzSVHNxJJVVJWakrU6e0OpO/AFdu1a7KVotep2dway78GF1rVWV9jL5cd7jwitxxJ5RCrm/CpT1Fqkav3WykCZE00Y+/bHVqKdXL3bsNlNX5EHvF+Q4JSlzVKMLJ01OTtljD3hnce4VSf7FaupB+PWvDn5PTqXXDTLR5fB3dlSFPXOOtn0W1IvUPDEVwwNeG7XM3Surt67WlNisj1sZIm2YJriqba7FQYXUJTyZBFUi++PANnpegKLayH9FqyK+kS9tjyuXk24Nb+zq44+UdKuKuDotg12VKOTp1r42dzRLXYtlj4kRxhG7O7dJLYFFvyHQJp7uDyicLobsmqWynSqjpc+QSrgL5B5nJ6dzlk2d0OS12NX8IPg3Sfuj2Wcv1fcOD3c+Dx1c4rmunu9Q+lYXVqsPv90dQh8vg2tzCOX+Ea7ShqeVPkZGIPV9EuSNLwcfqJcfbycBWmpZ0VGU8b7IZUoVJ0rNa5HmCxRHetSj3F2PNbcdILoa6SlLnHU1gr2y8bmHZ7mbt2FMpEdJKyFyXqxN2/ujgqie9C6j3Lpg6Iq1xDkBoSfHmtn1CyujdNaUQdJYnY4OGMR2e5i7tWUhNdd+terD5ZuSurSp5KUqrUXJo68I6VQlMSkiJKqnqZJN2r9As4ZHI4Y6PpuFKNaeYSklZa5LxiK1oV04w2ow+cBuFw136s37Bp5Wo9JeqHrXoLE40Ny/zDgFy9NKtVULXErQqjqCrNKnmCas2ouTGSVIbCnHbhe4eoR+JO6s+k6OfJP6is2udMnNtecbAmm1VSzRNeEfO/g38IDrZ/wBg0ziOiZJtqCkIYL8OGMdvAO4ULTiStl0RS40DEzdHciwuja7FxCbVU9XCnHcjCO2Oe0iambnH5KGVSnnwY5NKG5uDqMV5uaGo0pGbdRa8Qc3NFVZTgm8gJSg6efpIKqutioH4m2Arorj2uxSKpP1112p4HJtXjQ3dobYVzNVI10NL6i2FGpbKPKVP2TbQnKDlAu+RRNWuWUmqkV2Vo+/bgNveNElWtkNOdJK3OUz96Sl0cuaskfDZn24wjuYRtjakknSUpJUh9rJ5wV8TN5djXDsLU9lXIfLKbDDy39zhgNQXYK3G0pZK16LdGsvEnjtl5oX9qA6sQqTXO6Ypf0TRdMsF2qtSWfRq+vyDOFqxoTwezWaPSaq2oZwbSrWb0xq6BHVAv/sF/UroY6StbOJ8MIx3YcG2NoZqTUrJUKpeClqXYDdUalSiS6SubOWoYnF5/nDnCtosrRaWwKUVxEMRJwbSJDav8+5EbIg42K6tcg/sjXvCCs1+yyNeXVgXGwwvbfrDyipKycX1UAJXRbKVlUWwXdEIfGOS9U8/CHlFRujdK2rVqQlWOWpG/wBUcG2ElBrqpJSmtQiaF7Eq7g2ijnbpWuqql3BK5fZZqHY5zR+yklV3SuWuqevULwRjC91DZ6PTyFe/5eoKSsXTCnnVFq4iC54qt+o235ojYmTOVUSm5AyQJianqPdNX6F0bW0IQtVwkTaqX8EYc8NqIZUO4SdOiKtVahD+8PkS/wDq8caw4o5W5KlDq/8A9udGxDGLm4x3Ix2r0Q/xJqak6NwiebUmpYnGq4Br1NtGtDP9ntUqjJe9NqlxCqRhCF/mvx2+cN6NpCalna+Nkhk4IwVYfemtdDDXLzCmpRE7SNHjdpQ1Fv8AYtuo6JopFvxvc+5AaLdZdC6uoujJNa1EECVClMbDhw34xhgvx4BNAzDZ71VqlUrrnxdvBf3Y8HWAXKqTWmVFZWIe8fJCJ3pl2liU3WUFNaoP5Sf3UmNVLoR2/N8wE1SaypSWIepCr8huqKjV+lKVSz98nkvYRz2kSv6LfnYTcSviK7picwaaxaaJcay0AUmns+lDqqpV6l4lX6boEXo6VXaqtcsuN1cHrDBoymus6clQ0dLCNgi22VUsscmLXq7kQYLLuBpwXc5tRTVWi356LlHJpJHPfqVI7nXCOAErMFaZf7AYJY5L1ZUpY1Cw692MeAb3T9z7VWhvvSWOQ8SExo3yiqgqMVYMEGDVLEyq/wBQr4pQlSHTuPUazc/c+lQ1KHYKq4+VWOXKJGGHB13g/pSjkpU3HxOKXAYNaWoNV1UVa4j1DHIetuQhG+WPXC+K0XOz0pqqWWWJDk2oFvYA0U4S2Z4SQm+zktgbKlVNutuQNDhATA6qsx0r3cbDU5g4pNyqlRa7VWofFjUxr/qCejGqqrUnHq6RcoHkd6RPjh3ZerTk1KViHqcbSCBs/Sa3WzZVQj2+Q1bavw4LwaKE/wDlZeWTF4NsL6XbpKtSOmtSu1PBWr5drzDOGuwYcs4sPpmhdny1UkiH4+4EziVKskj+7a4B0ijkGtKUWR+1SrkXLX8u7D8hqlOsEklTpZBDg8QnqOP8jV6OIq6SPN0zaIMVaJJJTVdesDHU2LX2KriYObXqBdBslbqKU+xmteplrnLglk2tvhiKznjtg4+OU3+gqgqNSp5LNVCIKw+8E275eLEbFSdJUCk1Ik/rulyX86a/W64X7w2NdqwuXoYjBglUImSoX6x5xz+k09lKndK1Kghi+V5ss37KpGP+QNX/AN1SaEIQ/Rh1YBs9ypmrpge5d+rkEsuGXuR8mAc7Vop0kqRVKoQnr6/IGTI1KNVSP2tdNdA1YnAYm6Xq3esO+JUHj9RmZu0uPVYOs1UJxyGjjc0Bra7SUrKSa/Ud7ShRd1tAzWtevUxyVb0uN69GEd3b3Yjlt0lB/ZbqVkaXl5gOJ4vFi8utmrNVZSua7WvCA1nCuypqSSlQ58f69QZropJb1+rrA8Ut6SrnPxSlvxL5IDoonCMn2F71wljpYgVrHVlWSVfoDemVwdMums1Wiz97B+waUbcSkwrqupGJeJlXwsXGJnGaRoNG0PKYHpR0lU8VxocwJUpRJqkSUkTEJi7tWHBfGyXWKJMHTJVJUh0CGgkuQl6FWEd0E03cVsphs9gliVKxi4N3dhwhJ8nVQ3HDFX5NMUpt+qrNSVqE4mvWMRK/dKzZuJVr8Eb/AFjLllsVXNTKmLjF4Ny9AEQVm2SuJidXVDqvDLjyYHKcCtNtNtehDnw7uEExRS6eP5hJtKzXE09zyBjBiq6SzuIf3AYRB+xWuzSStcjjk2wIaP3qUliE12g7Kz8bp1QGdulso8qz0eEZxsrCWRqlKNEseVz4/XEIVmqStdqql7vcN2pJorNsscmhWwBRSbRXOykyd3JiMlQ1/QBRa7pKpQzrTzRuNDgjzhfTDJVq6zXoF8426iqLa0olsVVWQflT/LgDmFAJJJEYP7dSpXSXrX61/h54CUuNxfSPkp9zlaDSUrmlAwNR1qha8Fco3Kkbj3TWvKr4+MTFCslByq6quIcmhuB1/wDpJypiQ1GpKqzUsQmmesEyjOaqeyr4uL9RuhkciUrjn0dy/wBYXHo5VKyVSqHw+4NQzZoK9D8rx/UAlqLVSzWR2dwb64YqyrXE9eAALNJSsrLIfR5+ATm3EtD9Gjsm01VeyyOPoi5dDehuhaB2UkfYqS6ZyEyNeAKnFytMzf7A+JxyxCqaGcK2aqoTYvTAsF5Ss3Qr6A2VS5ilElT2WOAnlAumudS79YdCYk/7F53nfJhxTFwiUDNVUpU2Wfi4AWSgdlJTZtc48WgGuJanr6W1CIeBGSj3FkaKVVVsksQmPlASLC1lDZj0A6xNiv8A0vleiMOaJpRKoriL8c+D3bYrIORrR0FeSxCYmTuiMEFehxKg2IyyuaVanqE+YgdJqr0O0XgCoVS8idMyqVTIODCFVSV4/HJuA1Si0lUjq7Kx8GLuGvDKZVZVllgNFLs8mjspKyxD+rAMqGVSslcsWN2yqvQ7t4GQSS/9rHJg5o+sMvsg8bFpVlf/AJQJTf5CSv8AKHAM0g0YTSSq6fe4dsCFbMJtrXxMbgrdQL5GD28noPXaNXStribRsrdAq0diqnV0O0BzJJb06x8vH18gudtHSrVBLYvbPWwX9wacwwTjp9i9u7spqSoJQph+kqSVXJtaURrLhR0wrpa4BsNERSVYbKdKnIvgqJVb0DQ4YxBz0Z8SHx02tKWVMpVD5eyCbfNDqCU9zCuOrsomIfExsqAYr0i1VSIlj1yECfZas2ydVMfGIb5gJpklBxPL3O3Rtf8A1Z6fHJh2+r6AKaqkrKdJVKnH0fOHaFOv0lc7X0gxTphq/mbPa19PHLfGrLY7lOjVyvux6Qs2UlrfxhsStz1zj9L7qrIP5/ZiEzu4+lGv9rUdVOSwR80fkGoOZSVzqQSVWV5X2cIVniq1rpK10zk0d0TI47/TrB0hWg+aqMQXVmnS/EAIu/GikyvJCckZQkMIufGgF0/y5QEXdf7fULF1vbGgsSpN1SivK1wmUeKqqykhcoQUwRlWsroCgtYkE01fQ84PblEE7LeqmuEMGxEvTAooiTdvvqoZNk5VrkVxTDNC9E36OiEaAmWKRGCJK53ui8kOxj67Y8onaksu+DegNAipfbxODzdcMIFMa1lelWDJw31/IBmSChSJoG3rH7m0DUoWQgzbA4qO9Sq5ONzhWHZQSKqtcRMaVxPmC4l8UKFYJY80b5C3UsQaMOwfsCJIcqJVJuayCa4BlOFlKlZBwWOXIH/h7vOLiG9PT+goKbkseuCShVoxJMuRK9u+K1IC6MO4BznV5XEGJz0VmIPRNvXeEoeh9REsPiGNB6LyF338wTW7HeFRUxZGEpIg0RmXFMIKGGCx5IZhG8MYhCF8WQL+kYgmqr/pudYsJGVrh8nMGbA08S9uDoKfrASR1UhdF140KJQeU4xfSApHE0WJqys7xw/c162X1BOoMJRSzvsbYtNH0D/IJLvYYStUwMzflQMshqf6hopADnJZdMUghG3FiYzfL1h1AZUuu4HKyW9cS+Fy6fivoA0PFsAlpJV/KIoEVVBMU/bGUkNaoQdzs7PGKX4RgVwLZf7iScOVHpxPn4mU/YEFIJDNfL9ioMFLrViC/wBhUt0TgYSOPEshmM2V+oBMb+zJopCUIWXT+QgSHihmEe5XIMKspFhIjAymJQIFbo1aPJG7AvKZJKyFUDJJKjxl9fmAk5DPtZMev+2IQU3yaKzKjNG7aJHiryVcRiYRVGU9sYzi+yMeNSxxIxUhVD0BNK119wZi/IyWbN18wiWb3MI9CN4STIFNFPZmBhI0P1ikhhk2noBqHT1snAu9CssctL2BiKu9ZYhFXxVT8woKrueVNkfsPHikKlDTRTFfIGkN9lkHHK6fF4Bg6oogeV/qB1VrUC0CqQZA/jdecUHX9gCKO5vfvChRWV2O0AOGOHQHUWy+IBVFQMo8Vm64oDBGOT2Xqr+NA6y81IDOHOtUCxecqBcaHgsXQSq4mgBeUrnalT1ipy9lK2WP9AMo7E3s6IRZGKKWys1LEzPNi2vcrbYXrPvQA6jpKVr5AkuOMn2Lwm4+RkndC6mkmtSHx/UNoomlklVZrWoRfibhhzpVxr+QFjSLpJWakrU72H9hy8no4TOrj9Q49z6ZoC7JJgrsWlGBO1VGxOaTYOq6rVrXOTGxPmPlejbvaUaurVWf0D7WDrG3UV4cFWDq1a5eXtDzeX0E4SUuM7fT+ojJNciPoahLqmrqo1Vak6RFS4RuD2hKGpRqSUwQr4NGG1AfNh/Cxc46+9JKyFyB8z8PbBKRsV/jk0PqOq54bRyy4oZaZvFPeDS4ilHR/tmhiKHOSPDD3D518J3gSasK9KXOJHIQhomq8W9Hawj6IYeEOi7o1SK4h+j+Y1y7ekZSuasD3znS3PKFjz7o3tOB8+XDXev6LV+xqeakqVoY5y3h19SmWqtFyrA6Z8ipwAt94EaG8I1y6j+hkiEpEmNibXN5b+G8ObuaMuo8GldhSjDZpPPV/a8Fm+Lm79zojnDaNsoykFVX+xaG9A+AdDopOlGCU2lEiEOS91dY4vc5Trp0rs9q1XTdaG5V5huTqnbrbo0tizTkPVgTc9fkHm+o4rnXg7eDlxWyfhDpai6eV2K6Sr9nbGom8DzV+12ekkeQQvGDuiEKLavz/aitc5OMNwd3dsFWpKGotqQhOyNHknw9EEMoQ5dvucHuj8HSVFpElJEx8jqHNaXoB0w9KPeH1BdSWhkqGmq1+9gw83COJ03QL+nq7pqlUQ6WAer6X1Epq5HD6jhwZy5ZLxQhAvAHL6jlWqtqlUC+Od8478/o5Y78k2C6rVWakrUPojq1xd3KTr7hSmIfRPtDliKeQCyRVS6GvuAi/sD4/Pg+nKIpxVqrKyyVoYu3C9f2x2W4y6xJVIiU3E0OAfHlxt3GwKjWlK50MBSH4vBHq4R2Gg6cdJWrVXEPrfhhBeJx4NSdn0q6ZJUo1Iq1VqPUMduqTbLGG51RG43DXc7K+4UorIpFC8RVI+CtuVocMIw3RxG5K7TImq1+nW943RVBKmaj9grUeoYyRy7fZjhwwjwDna8i3kfQiV0NkRULadp5qlSjKlM3jSleqO17xzW5a7TZX3B/YLkNUOU/yGyuj/ajBdrl4lkbin3BNyvuHCnZ1ps3a4ivH0t0FqoyuOfujQ7ibonSrD7Lfq1KRo68RUla/WhtwjCO7fgOhtHKSqRN894dOLiGaAHtDtaUYHaukq5D8f5c45ops+4ilCNX9c7I6sCJL1cm/omjuR4L466o83pLLCmlqLSp5qowdNSHJrh64BJQvYeN4sBo+lWr9IkpUh8WAuXIkkrnSExOoc7RSpS42lDsH+Yr10Fdy9wdcNobaWkEn6RFd8wBU/s6HHInStBpU8kTZVSehjpHLtljwdQ0elqWujoGlCUC1YEXdLlrTa2IWGHDH6DozPOzdDijS6TWV/5kvNS3pOUbmwwC8kMl0m43i6C2VBunVT7UpQ5znvVit8G3ucOATutuZotrQxFWCS6i7VUhpqqkTxvbuCODBwjY6IJKSOq6SxNGqCytEn6p0pVgclU5D8EQi4qXcf3I/RplE0akl960D+6IfIs1UqkpqfHAMWCtAvz0M6ryD3zNVa0IwMTi80YesNmjh1KUtcgFdOpAfULbqbnlaUYJumqsh61x0j88NHqjtBXcvSmz86lUXQvkcJHLeiU+7fh6+qI21mqqqr96SrkwhHdbQaSSv29QyRyPSFtUtqcTdv8APDhFHHyhYa0xqkik6/QDV7mGtM0WuwdOs4Ty6w3BrVD0kkq1I6SdZd6sTdLHdhHq2hs9H0hZWStTthk4UCacfic5pCCtxqR0n9ewzStXPcXyx2hk9M08/YES2UmyJUjkJwOfa40dq/fB3hQppJVggwmoHOdeFeqa/VgXCEFDFmqkm5ioEfekMuqNs1ygjJbKXSVxzkyj8aO6G9P3P7PYbPa1J6Ba5OlCG3DzbgT06xSoG6g+xVTyHVqkarw7cOuA3GgoTUuh0+END6YJ+GanQ1JpKtbXP63r3UNepw+z6UI1m5BMbFDa6Jn/AMXp46v/AKro1cnRv7cObav+UU0aqwpmnjqtceolDqNwhn1aC0u5Q+oZVJqR+13guN0ofkGtzyOz0punVxODB8xtBWaWa3ipkVeYarFH7BpQ8pU+wjmr8xY7sI4MAbDB2Szc+k9dQtmEsuurAp8XJDa56gknSUpWpj6XF/MRNRH28/m4hECErpHracNo17dhfDSi05qR0lcR0S/Wq4K17ShzRB9zdga1QseURsVWyVOepeyxrd0VDK0W/UpRJL7rVrOCE2y85R0gtHzUpqqVf6jXbuTbFoY6s3EwEq8a/uBmlJWIm4zNHom5hKlFftR+qeQfNJVr3ljHbHti7Ff/AGXpp5rpEiL6PpRVVKyxCELkbl8U021VxKZapHnssftQ3YeaMbw5cH8jrjUiL6h3SSWypVfF08PWNQMbZT+1xCaRC7XlHSk6QSf0CR/oHLXP9BrlD3LfalKEpl01+6omjKSNgmR4Y80BRT0SlxbGlydGumFf7LdYhzzSpK5HBgDNwdq6dbFpRhLr4uIW/DzwAdJUyql91apVNHJh54Bc1ppVq/JNr4++7dX1jJSnsOuz2Qpq5JrbqtUiVCFrY97yBncRQrW5Ki9lOkibKdWpzm9XkvDbWlHtaeoF1NqHXq1iGIW9ta7ondBcoq6uXaqpZdUnXg2w3Nxy1YeHkW6Oav6cSpR0dXLJWq+UJ6TQapKyuP0sA2VC57YFkklXr3+7HdAryg5rollkFFofHElyScnRq52vsAtqpKSONlb0Q12KdKVUOAY0OraWRDhn0iQao9QlLq0W62UwVJb3ppDGvQU/MbLSKFF0yw2ViEUq49fBVvdY09WjFUlSKpaHHLkjaaHOrTyX2Wq1rkISsfybQjyceMMy/HL8TRmtxFKXR0odVrYNSGqGcHvXzQht1Yera3BudG0Fc5cakdVJrXXPiKqnNXrc4xSjt/RdRq1SqE06n1/May6K/dOjpTTnr3jbu2JceU1spyPDsHU3dK6mrpJVCE+XkGoKu3+dVVrk7W59cI2FGj5tebjnEqVoxqklapaHyHTHiickuZmlOCJOkpSuPPNUxtrBuDafBzTSWyv+JUoriESsDG2r3Fv+4IUaO8VUJ0gE5YuknU1LElmrpG4sYYRuTiUloPp+bqdm9XTXGJMFdlNUp5D6HFjh4Bz87ZVJX70kcm3o7g7PcLdhQ10bX7LpSoR6S8WruKQ40Ou8K7rbiWqqU1JrU0sS+OeEt7OicHLZypozSV6HEr7V76ho1YKpZrHr+z1CSzJJJWVKPiafOGhCWRFUlaiZ9AWIKsqFqqcpK1Sy+IXdgEjpFJVWall67Y24tHcrj18nowArlpKqKpJezg5usYd4mmrtFVVT2tepk9GIEcN7KUqlXPWGyuWCs07rj9EBuqPVVSm5FfzhsHQPcRp52uxbJVU5OIGbN9Ksla56mIUELsEnSs3LqYnmAGxldlWSR+5tFwXrwTFmtSOl3NLOlWB5rCeTj7dUEu7kGFKNdAhzmyQguLpz7GVlK18c2QfnHXWdDNaeovZVDYi/FA9py2gvkUdSOIU3carQ1fYqWQNOeIv5p5qv1HfboGX3Bdqq1tyYhibuDdvDQmVxjqnnVliE45sAkp4fMqll27HPmdDqqqkayq65/mNvojwUWv2pSlmQl45CVuAb23uWYXLpEdSq731eQJ6eukVVVOkkrU7fyEeSEuUqmoUUUq8ucotWV9lkOepAhj1b20ETqNDUy6lJKnQr+YoBfOVXXcEmjlql/dNccmQb9hKXo5wV2zq4/VcfaSQupy4J1NmtVZ9cuUNIpm5d+kkpNr9kdMXeb61f1OhxvOBVDJUolNVS7YfiXPxve0Dl/wBPJ9ByWiaNV2KulpoYp9wJqUS8bj/QdjuXoJJ0/pRLEyK5eG+OfXU0Wq1fnstOOOO/jnkzj5Fjo1Ezt01qBlR1M5CToAvmqqqoGKhqQVUyWBuaEWqtriH6BxhxRzBW1Sa+iNWbuHSWarhihTLpqKZa2QwlGWg01D0Wr+CoKoXKJTZrV1U6BhNKm0pVq19AFoPmud9g/AG6QS9wm3ozesjEyavrC2DKbXm8ePqwB4m4m2rXEPhxeMPUWyVdJL2WPxOLfC8nbRXh7dRrb1NLvhM7aqq5rm730GxPqM2LXy6gXF2J7xFL6K46Ep4a84vbrq70qDjtEnWaqEOfJC9dGUrZflzjdXYMaloOQWSxFX7Uh/qGCcWqtlkfh5giUUVGdlq68IV35MoUNtgzVT2uRpVsoLaUK12V91r1Knr3cPWLEnSuIlpg0qjVWyVS4awAV+wJNBWUd1KPZ5R9wRQeKpBrsealKaq4nE2sPUAXlGqtd6x+OGvE1LsWpUgqkrmtLKByFPK76r38ISxLyuOMzUkhR8laFfGbQolRb/8Aukq9fS3S+XdCh9ck6SSOrRas8iehp3urdFKLlVJW1Vr8fq4A2Y0rKVztQUhPwyL45Qdo0pZGVZSjkqaG1Et/hFFZXeh0p62oamUpT9rUPouCYD+XciNOpy5l1Q1rKntdBUvqrQ3IhyinlqXcRGL+oDqESF51cub3BQdfIsgyiGfTQOoX9e4K4RSzXEFih/GiBo/yGaFfc8ioCE1QLGG9CSUbXsAIaDGKUQWQ3tgFCIITjqcJID+w8sEkvxC9M2vNuAFEoLJN9DoibHT1ZJXT6ZAGXX8gS4grKzXvgKIm8VmxlYLCW8VQxKAG63t4+ODEz9jWGAIwLkrsWQIBVzC81r/IDnlBotUZsqjD2NHja8w9e143WLTE5IeKkD8gpxs8gVLXaF0SK/qEUoyun0wZCN8I9GW7Byl5XI9YrOkCjJjBv0ggryDRL/ESgThEy2VcSIW1OAxqRIkRaSOu35RRAvcriyJVQUhWYPujKUN9HoRvD1fxIahbx7Ey6egLIQ31LmKKq3UL0oa7g1By+z0CjJI71NFkE/G4gqina2QCeIuSMkgrqUFpo2XTFRCKpb73NznGK0rNaGP+QZTDJhqZhbBYDlU1NoiRFJVrrwesaQiQVBTkh6Je4KiZ3ticSd8aOzNbKVuVC50WVrwhkonKSOAHBbLT7NXzjeQr9ARoTVZQuSJZDxIpTRYmW14gzQ1HVo/yGb3bGTm75zjB/wDFoDvR4eO+o8nCUMqbQjGEpLpn6QnCM21VB2CL2Sr84iQoyYeKf4RgS+RO9yo9E4wTxqtcTjDXbA/IrE8YRgp7Y9A1kfWIwWOu6DZNzJmjvQhCP+oiWNrKStCesePEasewyqtlhSK71ziMzOWWvWIROJGNyv8AEB3oNLTJJmm2Q9GGRxBAplf1jxi2o0e4bokZLffR6xmPtiNay8wzf/WFvQi6XaMHh/IeLyqSojW9jSEIqANUP+yUDSkhiCnzxhXE+9JCiKu9cfWIe0J+QQZXt9rnFKhpv6/qImcpZrTAii2XhxNdoLEdwc0XwU3rE9QGO47eJrg4ANFTlUhSqtZdMLlINdBcotvs0+5ia7YpVV33ie19QMZdKaBJvx4gxRK0GKr2XE+vVtAdVyBVXdkAl3G9Jc3mAsMofQeq6m53jgZV0rmvQACzlXNJfEBjugH2KQ4sUFuHcrpkOBFnOtYLzrTQKu7V/iJlFAOWdgJw89MBmd2Wt8AKvks18QZD4MYKue/icaIEXc8r8W4AFX2WF6jnxtf1xC3i9je3jVDQ77U+2A1nwBVcigy2XrAKyiVoOVe667gEcOVeVy7+lgAsXE2ZNFJzckqA3DyNQdB2rvXeENka9QCga1zuP8hAyncE31DVWjZ6BuypSi3RFUnS9Qh8iZeh5h0Fx4ZElUiTUlF8WqbdHF4KCJVVd6xxN8EJtNjRm0fRfg38PTqgaeIk1r7FXNCaXi7nDwDqV11LUXSiRH7VVBdB7llq36sd3b2o9Q+M6GpVWi3U1JKvtV/IOxXPwou6ihjyqUUarkxpUzc5r8Rz83AruJ0Q5Ps6BRVzqrp191SISpxC7g2U9z2wEpqSuP8APhGgXLGuoouurQzqfoyj34xNAH0hdHdaqrKdUMcnbvjx+Xj5J8nfR6XFycWHbZO62hPup3SUccmPWJ1bX5jl6t3NMzZSTA9heyNIdooF46fsDtXVQnFxcrzgN/cq1Sarv8Q56+QQsIbUBbj5ow1Mhg5vOznFGHp67x0TZ6p0EEM0kc2D8hv7W5BJrQ33/H0cXaCCi05rrZSXGqVNzB1DeT08wYJE+2UpaGjwX9zyCnNydsP/AIHjgpJuZw+6y5lJ06PoSyeXyjmTyilWqp0h3m7kqr+lNn0W1UO1qaJb/nvDn1J3Kv3SuylUsQ+hVyeod3Hy4x6jicFejR4GlesXqxSxOmGry5u1sksjRDCibiX9KVGrBJSufQwxFc8VmzQf4mtKqpJWqvoc3WNquSu9VoZ0RJ1XXZHxT+L54dQXXT3B09QKv3pgvUJ0Y3hrRCqpJHSyOJXBzyVoSUFLVH07c7TrVVIj+hnU9A5ufF5ow2oRHVLkLqlUlbVXgHxZcjdZTNy7rZTVXtJHyDQ+Q71cVdtRd0aRJSqDJ6TLQOa/FSPCXmGcvs5pencUfUhUGFPJEfpKyFyFxFSXr/P19QPuXpJ+/fr0DsrEQyla2FSA5Xc/dSqklsVWuTFq9q9uh7cHS8p06V063qCciz+InH02dwd0VsCpSlA1yOiXq5K2BYm7CPPwX9obtcndQ1fpEVSxD5CpOLHdHI6JuldTbVXT0Ac5UftXX29Qytc5M+huKQ2/JHBASpxDd9zv8pJW1SVxzgpu3lKzRoFxN2jWmWpFcg+CukY2EsfoN9TfJOrJIXjUkSlGga6K5BhdGwOkrUycQ+6U/DCP0HNNgK0C/wBgUpXrkxSK7hocPWOzpqWXYGq+Elm1dXLrqysfBj7pfLzheTjvZockoOvBrOymqqRNiq1z8Um2FNOUHTOymt0f2WciDXFXr7dSO1HqhENrlk2tFsEFZRznqQrnMN3RpPZ9FqJKpEOguSKRy80YDnTlVHQ+5rFEu5qUpJKvtDYEWiW9afk8g1qi/wDxb89DP8+Q9kc+CYTbwdQ3mCaSrVAUg9AaNcp+5b7Zos6SqtRcmOkcuWWMN2HD1DT2L9+1V+xqUSOR0TRw40ONC/tjqaxpXc44T3S0IldQlKyHSBY7HV4sfpzAcnHq0NDka6TU0l3U0iSSvCGcXKStRJ1XOFbF2q1dHYP0rcmX0r27DmiHaEUnVr6O0NxhmIaauaSa/wDlKG7aqB9pTdjGENq/DzR29sazQTl/dRXfqqnQa16hUtqtejejfHQnruUwXmqkyI1doaBcvmmqSSuJWjW662EacNm4paYVd5QTVKgSOmrUhJB4GOchdyO3fAdxTdqqlKVVl6OPtDdaRZpOmuwJWIvfIevh2935jQms2gaUPQyu8HrV6t6sSO1H13hrUe4E8kxrdfcls+izylai6Bonbn6cNuHUbc4BrFyFKWuwHSVRSvUOQ/Duww7sB1Rq4SVSJNSxOLu3xzfwhUArRb//AJGwSxKsNkEJwwjlYNrnD15gLf4hl1NEMH9Fukn+RKichqt+rGEMF7gHJ7mXiTB17GTe2uEb67utav6BXSy1zpVKpMNXn6gIwuYaqsEFdikOfia7oHkZLCzZ6FWaukuJiQ56wMe0W12K9mpExyxyi5Ubw0luo6oF/sB1iEOSyPxoX8nrhD1DpLJNg/ovO5ZdYiq6iT+0aHce4yJuPo4nANjpWjlVVSP2GfITELxocAWXFUelspdhNyFYkyecbqZkkklKyz6B90oMIZaNOexPR7zZ6UpXEr5ZNqrHgvQCa7ijZtFuklValQsTF6UYbUA5pBgq1dIUowSOc5/7gnGALJ79sq7PdJVKholKU3Ng2gZr2jRxns0ahWCWxZqtSpVyScO7fgBHdkkeVz16+0bmvDb3FHtaLfnlY6Chq5euO2Kl6ISVSOqqlX0sUoSHVsMu2jnrOD9VUlAtVbBa1V3apOAbocyqSSFFtamIXy8A1RoVVrT1IqtUj1K8CeqHmG20JRarpWarXIQ+Uf6BMMp67FeSfQhanRKU06SqR1D1KmVwgVChUknXHJxTjcXFFpJOiSq/Z41/nEFaKlWvHHZCJwznoKuKKkwdEaut/vlMUmGF6O0N4o9tKVPQyqRDk3qvwRGo3LtNlUpa6BMXyDoBW6thSiqRySMvpE4OsUlDJUaEsdmjv7i9iqnVSSxNPFv9Y19/c0qkrNSzFbQ27w7qtRs1LZ6Vc6By6PONcpGiEpR0lcTiCMf2VZyFaiPFVyccZQo1LNJJJ18ir+Y3l5QMpLQOQAu6MlSJTWp3cIfHKNmSxNBpeg1Wqs1VLEqDaLgLmJqq6srRgXyc4NVoTZT8mnMvV6+0UdKuYudapJHlV6+AJyRygNBqzmF1FzmXZZF8aeWh0la8rE4w7XdLROfmpdPzbg0ElBulVV5SWJX1gJ8a8DzRpCVCyleOc/ELABUtRSs0mnrwDeosbUkpK0AFMM1dlElJH/1F8SNvsc/e0HKSm6HZvDXqVo1WUSUqOoPKGVlfHi/IIH9zys0YT4yNGo9JVg6QdJKkQOhk4t/BwRvcPAO83KUy1uyoYiqVRSpZKl4p71+9H8hyWkqI2KrmqkzKrg+46mVbl3+ymCWIe8RVKtlQv7fXe3Rz8nC/lA64cuXQzYbq7kZU9VJKpje8aYqjKVJ26lSrGMPePoEy1F3UMCKtah65YYm6XmjzjRLrbjVWtq1SPUPj5O6JQY0+PyaER4kq6QSyNut0QaZqkrmsc4Fc0Iqk62Vpk6OUPX1dlTUq9T5i+iSh9kXNFJSumfQ3AudUUqklKS9EbGmqkqrKV4mJw8F8G0czVaupqqU8hCxxTB08hJRXc0NWiJVRVJJOvp4sMUKV6EdKzJStdSrX823CI6KtRGylZqSVQh9AvAF66STVJf7rp1RRQhRJtnPkmKs3fOyN5uduhpm5yQrjkJocGAKjElK5rWI2y4ihHVPOiMJRzkw4tW/5rwMPlozqS2bZdS5oa7Ki0HTCohSmQYyRcqG7fCGqlcukRKUnaF9f1GxFuKa0DTx0muORAlVXFyT7sL3WNe8IJElaiSSuOTHxRxcyz5ux2cd8UNGnU7SyrqvNVxznxC4RqLlvspXNH9KN4uvmDt596SlSsf13+EYMRXfcQ/ZDKGyfuZdzX3KPisjFrGLlc9/dA50JqpLLLy6uvrGxropSjqqq5HGAZzMJU2z43ALqFdyE5AK1HNUuJUJl1hYiq1S+6/AFjulrWUljk4+DzCps4dbKzvZE8cmdHHHGik6/2DdRNVVxHRI1qmjDcFN01z+WqklXTPjVusMnzNJ+ku1Vos5z1LJUvHjHbv8AyC5ClX7VrsCmUj4mIQ5i3qxOe+Fwx7FHyZM5w9ueVmnlawC9WilUt6y9MdPJsV+qdJrUx+JeEvsRJ0qRKUdTu4L4plA1ts5alR2Xod0RizV5IdXWuMVlEVSSqcc1UKnVzMqyVSOQLmgpHPFGivJe4RKQbc4oNVrmuJxQtjRCu+pE74OfkFAKJ1c76OMDmlMKtVZs2oc+gJHY71reAKqMretMVg9EqlY/dHa0olNSSJX0+HzjU31H7Fr2R93E+d8Z2QqkrNS0OkMOX2yrJVWpXEXcWdMO1sSlV5JWpUPW83AJQc2Wa7Iy/Z8locXSALc+u4NZnD6CTyla+sfoKPwecXQj7eluCxVrvoOpGTA4ut9V4sMcmDCCm7vkvbAa6G9KjEISrL2xhr8DIj61ssQNE6SVzTpKuQa7mkjqi9JZVVKUr6YQGI8SapOuJ3NrWApVZZdrjk12wGgsryvZDRkva+bR9YwcvAjhNzXWCEV9eoOlmKSqR1VcsLjoSg6fkVVImR2qqqS16X5B6xpNXfUiHJ6vLCOCI1uCavJYgYN4KzVEtPXaB92Qr41IouhuKSf13VDVCLky0ty9txq8/UOdrw2LXSVSOQ5MXGHYWDF0rZJV/dr1BPdfchs9JdVJIhHpMeoQuVe3L3D9YC8OXPRFqcNT/wCjl4mXO/gKKVpqSp0lUqh+IfBEe2SkrvvaxcIs2NCmthXjUvbGU0/T/MCQVVlC1E2vMA0N0oYENlpY4JS/j+YWkiGLdWVUlJBcAftDKJgUina2usPqBG681XNaAYJlm9Pa9QivpjPeypeHjcf5AAwZuDe2F650seblgPpDGOSMlLlgxI1lKC9AwMbnmq2SQVoR9PcILa9AgyaCX4cUTITxolLBgZ/oHqKq77iaIsTJruXuEWS++M1Vc1r1B1YIomUnJY+uuEExLZd8UJ2QnflWWWJ1YxEQPEWm5JJUQqwCvuGjF6ImUsrXhEYRvjMScAe9BfxPQLyQlE4iSbmpozW9AAU8YYgsPGUFdfn9YNmZeU+Qr0+LgFhY/wAPfhA5YWua7gtLG1zX6QF3ZnH6Cimm/g14RM8PTIKSTegLok5X+QZvLYjWRiELWb0I4m3WiJQhkDMIdziCs0eVGX0ZfROtNtfxCwsZqvxfIUkLK/3/ACFpLJXtjWH8QlNO10wcRt43E1vClEoLTLr1AKYCpVDlfqFqkN9VxNfmGu9Zr2gO4SlBqZP/AJCs6CWam/t1is6XsHB6iSQwZIUXSb3MjoJzq71rfFh0tawjGy19Qj8HlHVfSePRZe5LiafCMQj6fqEoG8V+3uGDR8b7O5wcGAZPVMDVPRMpvbEiKWoqLyupvMMmhKGSGayLLX0xIsOS+ggVSyEoxS7Y3UaLxZ6Zz68AzGVuiEDb18F6AzfhqUFAwuRJSOX8YwfdEYfz/YZMXxoIXvsRLG1zWvPASjBXHS14RiEZXb6V4YL43jhVbGRZ/lGCqZevrECH8UMx1rjdgWYND9eKMRNl2uXiDBzisi2uAA0pY6R6J0khE63isQVHMkl6icPlEFFZqpJoJofRYodIDmV5XX6CuJtd3yik7jX5+QB96A9MydffdAgpUX5W0IKTn5LQFJzhWVwfksVcAVZUUnNK7eu6BTqfyAbHLVFbXoAcyyXYFB1gEdRJJWarXAbHgi6LnXmAC6/jT+kMuFgKqrKzqXohUW9tfZJRylKsgKs6/UKDu1cfsw8wFXcpTdfeBchoklnADOra8cUrLzd9qE9fl5wAq68b3wrH7BLl4ql+vaMAF3QqUcJSpQCXWATxKUXGcgQ7nlRAy01XoAc61ra6+WIVvewlx3O+pVDiuC/Y7oFn+gJwMkFm5Fkr7E4qzRTFQRv2udsxEynzA/sFqy+J/Q1wCanp8X5+YDFNruecTKbktAFoLJEMMQJ6HHE6s0eMWV0w3gVOjxY77jg6h6TdMHRFUlcg0MQAGhN44jeV8YAaqZ9Q+DLwhUWq1JkEek0ONe4B0al7pmrpImymBMe/Vql4R8W0RS7qi3RHSSpyVOLwDfmvhOdTUHSqp8S9ibcPMPL5/R5SzR18XMonbaXM1oZIj9V1I0qh8A5pdl4Q37BWVRb8hyL3q/lCyl6apTwl0o1apOqiGDJvbQ2dTwU0DQyRFX7qvUJWyo67YguFcXzdls/oMudpBL7LQlJV1z4x/LthjdSR1SjUmhU0T+oaI+pVrcursqi35D1DZGAK1btrqKedE0EOzAWfFm1ISPJSpnS7nLtWty6sqmWtcmAqu1HBzA2mWtDXR2tApHUIcuRxeeA1V3Qjp+kTZSpD1yw9cN28CKBdurl56Sr+QfDVIXDW5gsuNN3ewrkjHT7BsLg1WCRFZR1DnPxb/k6+YdA8HNB7FfklMCEr50xy4ShLch4TaLf1KBp5WQvPrJHMXK4MPCOnUQjsV/spLMLkr1ybXNrABym4tMn030h119y1DP6LO1dJErnxMmF+9HbhtDSaZ/pmuNfsCP2CpyHJl/lg8g6KeKVKOk0sdSpjk3IYOHhGwtUlUqBteP8APagOf3JRiPWz5Fus/pdplJqd/Q1c5CFrkKfbNDdj5Byd/c3T1yToirpqu1XIapWww9fB5R+gNKu1cRJLEJUyN29zw3eqA1u6S4ei7t3SDB1RZCMkDV1T1b0TYMN40PdfwB+P1U1qfYL4vKPnnwZeGBJ+qnQN0apCYlRJc+CtHgv7kY4B3ChDpTSKpaeLicHu8o5d4RP6YlWuzaZuI/tSHjUSOa+oWEIX4R3b4T3D+EG6PwfPyUNduwdbCOWBEjGLGujh29q+YvDfv3hefL54yK4c27R9UUai6G30a4spXpDntyl0FF0owI/oZ+RdDjlNf8kYbkRvFCuklc13614aHqMtSI8vpP8AEewaKsFftSi8vfScaA3a5W61J1azegYm6WPONSZO0pUr9hF5Rbpgr9qUXUr76QmlDmvborCddSOenHTO1taeSdJWQ9TDhJ1QzpJXTJHF59wc8udp9J+lZYhyZZTbd/giNni5VlC+cZonycbixbQ6av2Wgqlj6J/INqat5qU1LE6A0+gHf2XTLqi1che+qlW9cB0e5+KSqVrUxAIYyGbNPp2hlaeaysw6QzCu1G/Dc6og+5GkFVUtgOlai6GdIbbvw3Yc0RtLqjewEVMUDspLZTCwekvSldqtzG5ucLJYsy5B/AiSqtr8IysxS3oahRl1jpJ0drTKVQ5Msm15eobEwp1JXsfXhDQkpDYSIPrlGtKJJqq4i+gr9eGA0h3Q1M/bJ6GxEJBKx1UjZUI8w6YR8kNSfUikldQuqqkeouWHevYPkDKMMRYzkmF0XQzBJrK2KQ6hOPhrR8o53dPQ32XTx1WuIRc2yEi7m3hhgHZqHi1fpTUkscLLtLl0qUos+xWv3prjpGJ54wEnx6tFfcxNZo56lSjUisqocLrsLlvtlqR+1/vWpI1KmlCG3CPvgBbkH33o7VWuSoeNYhy3sI3JOGxbXjgqmhZKmc4ucppXNJJHPUxTkNtliNve0ck/anmpYlTGL5NoJrpLnlaLf/8AI6LSPUP/AHSRMPeh84Bu0utoF01m7KqYmN+cA8OliN/RxiNCJNXVKJNUiZZylN8uYPrlVPusriX8YRSNsqlKRSa5hdePmv4RSmkrQLrTkL6VXAWPB1RG1HsM5ZDamrnkqeYSsg6GMSptlPw/kBbmY7AYbFdVyHQxVaxvcNgo4yWxZqWPXNzBddS0SSakpTIPWgQ1XaNCO1f58G3thmslaJ34FaUXTC6PZSVciC+OXrG4JOdlWuJj6QpTZtX9DESVy8shy4KsddwUUY72Kr9lv8SofFxcqHDf2usaGUe47xcf2ME42R0kkteEc+oh6qk6dMOIqfrwxHR00bWalp4vkiNHpCi/sa7KbKxHV43MaO6KS6iUFjdh6lCJP2spWuQ+iFSx3TV1sBWpYF6q3BHqG/LopKteJxOAw0O6dmqkqR0ljyMU/UNJYq0GD+zV6JYqq0zSiSqXAcnmgN7otSU1QSSS7fkCCjoyqUdOkqlRdKGP5BtVzbHZVqrp4wXhjsfkXkPbUe1VV2UrnND6ANwyVVVOrKxBsT1BVJKyyCABN1spqdJX8/UOquk5a2AMm2wFdlZChMjyjaaLeOlktiuqlQ/z3QnooirpI6WIoTLJX0QyURdSuwEtxKdMom93Pm2B/wCBdZB8dA/VudYrpmiUlVc0F9Bv/tlgRqriPWpoHKbnhz8425uf7USOkqkQjomKYvPww5gXDLsCE/DOeP2jDNKpY4AhRiSudyPmN1XoCarapWgAPRaTXO+huAJ0sR2axRlBbKVzpMobpQrbYqTqVoaYooNuk6dH0CVA+ooyWxXWnjVQzWgR+Rp1Ns5szp8Qaq2ohVJU8rTyR0d2iklXsssI4rtUq6UoRgUmzRUaCV2etsrIw1AE6YJTT6xG0ulcseSYJKpWqWWTKDWJs0pKjVVVe7kgGl6ISa5pLH0yVfcN+NR3JaAT0mwm2qvZG7givs5fSlCzUpqo1ZdrsVWUl8I6qtReWqqNepKiUlc0kQa5B+MjU6Muof0Crspgr3dw3WOt3NXe0Nda1QYP7B7kmIa9ev8AMOXurnJVrrfC8jd0wqOmqWQfn1vifJx/4l4cv2dzpW4Bg6SmpYh+IOcUr4PNiqzcfohhcdd9SiSsp1bk6ZsJfKOis6boanrJVKovxD4ImEuqHcp0s4U5ofYFeyx/hFjdzvStf3bY7NStwrV1XVSS9oc2uquZ2KrZYm0KQmpHPyJlFFoJcrkAOn21rmsjzG4L4AbuHTVU6XxB0s/msCNVanb3R0QZCRrlDUKq/fkaq1CErQLjcA+vvAxcrcxcRQz2nnLBM8gpLerA8S8N6HPHBfgPlZqSUqS1xyH8o+j6MQdOriCJMFVz10oTTEv3r8b8b3BgFIxvsbLCjn90Lv7UpSl7o0kqhKRdKKkJVwFhWjehHyXhx66KkZro6SqUzbLk4R009JOkmB2quWS/idWAc0paCSro6qXfHFx/Js7ZLpNcToy1TVV4+sRS/LantT67gfNzq76Et1bxJgkdXj3zebmFtHJJS8CilXKTVrspVUmRpGhwDnz+lFX6p9ipYmHG3PPgFl0dMunVRrNPUyj1eCP1GtuLrGtFpbF4mhtw8oanIdYxVeRmgVXfcQnmGX13LVrLatVSEqExT1fV13xyi6S7OlFXSiSrqoRPNblaEeALKBuoasFZr9Kft6WC/uesXjx0jQvk7nYmvhVdMFf7qv0KobH8KlA0ylKftSHOfEyYXx8/vaf2U/OqliEPxNHmEU6cm9wU9qJpzx7H0XRVE0M/SO6YYhz5NU2T5BsFx6aSTrYr/LrYlbS5/wAh87UJdZSjV0RVJ0cm1iVsA7BcjdK1ujSI1dKkI60TYYRwDn5/T+YhhyvtM7qS5NJ0lZKkqVIZARUrcklyVepfqG3DfQCXO3bOqLVJRb/IyK/Nzj6C8FNHeD6mX5P+ZP2pGRyZUy9h4L441x5f2UU8as+ZXtwTpWpKa4+hVLhCak7gHSSVq1qcXFhfv84+z7vEfBA1SOlcROpCkcJS1CxiQt69hiaOC8OR0/cq6pRUn2o6qdBLB54guPtaGjPN2fMS9yVKb0lXJ5I+QBurhLo9izUmBzkJp1R9BOrmKGotI6WxVD42Qc0efnCZ7SCTWuk1dHJ0NuHmvREVyS7D4+T5YpBB01VOkriVL9ev6gocJq4jqUfE06vMOz3X3PpOlTupRD40D4nMNAppg/asF6LSSrkOetk4Q6nkU0zXGy+ykhRFnazZQqZFVSfylUqmu2HaidkHCnWgCLWy19wwSKuvCL5yTWokrpnFiiaUr2vODQwHG1rzcsnmEYtuASiRLE44lH0ABAUzbeuPo9QvI3la+sFIo76JHTBQWsQKJJWaFyM3EtcQES++LStd66tLh4OcMwVGi9B6qklZZAsMi1VSmpZfqA8S+Kzfm9YmkZL08QakK1iSk5AZM29rN4hfKBWyE2ym8Iy0cKtVc739urEI4BTNhSpB/RaR5SWfxCV9G/tx6x6/ZTVVa6hz4x+eH14QMZ8k6kTVa+P5DDK51emn2+AasdIXUu5pfhBubSfpHplgljoEtcXchgwc98c0OT/r13R3Eq0rO5B9Ec2uwue+xn51WqVdBfHIbi38N4d3E7iTXTpmsEjvSugJwJKzWmMytawnFMUobuXIRldAHNVbULibQYIk30JJ0Z/oaNlcgOUVLLp+oJ2B/lllwfuG5DSuwIvuOo9AO6VVC91Gba4gOc2oWLwldj5gNZBSaJtzSgchHkucAoR/VwAtE4neIjjk7GDY4vLEDImS/wBwWlAUhiCfSVGIJQLai8hBEiVrxO0GZOC+zMErUZEiamFSsJuuETaUSiqJCEOSqDJIcrpjBYC0hArQa+jMCf6DFlwi9NMWwQ16wy2gOwIsLUZMT2AXFHfYpCs6aQzB4oCIQZhEEmQ9Dsis4HyN8dEZX+MWIp3lZQgWAMIXIC/kNZJKOvuF1T9eNgHoJyrKVl9QvRbewHQtlEU/b8owZKb3MoXwRV9rSGDJeK7WsAYonZSQs0WES8UJpJfw4vVzjNqM4mhIublBacL2aAaP+XL9mIMRLyQ2AJPwW3suakKlSAoqSqozEsrNJCkf/wBJN4gMURiXZdsHRIryWPpY31GCJBmsxP67G2GjliNaylK+mPQjvvSHlVe+OmvBwP8ARiBvGiUe5r9RGX2/OMLF9s9XK3Bl0gUKLox7hx4oxWlCMTKgN2w1RZBPsa8wmU8pK1FRSiUTA/0ZdO0ThHxVeX1Xx6Ef8nb+t7dHi9/pD0Syleh2QA07sgqnkdv1D1b0xmJvjGasAzQKyIG8bjj17ksvAJmj7HzEDGSmhfkMv2SLtjET+2IGiKpqoXEZOLbMqHlWQpNruRKJKbZxXX8V7Xy3QVLETDPZiJwIovvU39I8qqqlXA5jgPbsfDEkZSyPagdZRUVKq/5PkKVlbIY0I2iwyvK+iBDqiuclK06/SFChwG9DIy4WS6e4AVlOSyOJW9w84X3r8gKsruTQi0qZaKvt2PKuFfGVAIsorNJxBE66vKgYyoFlI0yThZIBLOZW+/PzjLhaV+HFC46uXxwIhoko430AruElVen+Q8deVmleEBHU1INXkooJo84X3oBKOOSyBhwvN33sgE6s2y4gSysIGFl0hUo6VlCK5vTAkTK68AzYyLK++iETzUpun6r3OIlVEYx/gEd+R1DIkSOQloCRiJY9r3BTCE0SKN8hl0now7hBiEEvcPQNN7en1DMIb1pjUZ6JX4i4pJXEFUC2XbFhCgiluazotglZCBIpa4f2HjGV7gZLWhWt7MRsldd0VRN40TOdLXh3BTvoRoZMkQtl5u7zxEyn3oURha/EMzEwoe+hvQtPP6GV2UwVqLkD2kvCRdHSjWUq6y8oaWY00SIeUA+NS8G8jpo531+6syHDF1dIklUSYYnevYOYavOVx8gYvzQHBMY31jdS/lf35z96OL1DZk7oEn7AiWOd0TKMcw4+RTYuaB9GXTumDqbK6J+oJ7GTM5fZvtNPVWsl1NqLkNA2VlRH0r4H7oft65dqk/r5MCVtsfH1MP8AZSU1JWZX6Q+lv6aKSS+yyJTa9S9icXnEeeH/AI9lOOWzvqTZgwfoJJJH9IbYRGUwIl3yFNf8kfINWKg6VVIrp6BeaMcHuDtOlVUkkEla5MePmgPNmukulcjVqXeJbKOqrXJUvEJ4y/uQ5g3o+DpX7qkrUr3ssubhHg5xS/opLZWyptdA5656mGqDkk0klSfej1DmgQ5pccXdviP42WVmw0dc1KzrrEIXHxcJvoKPCL4Nbl7rbkl1aZoFB1i1SuEk4RVT4IEjucI3lrR7V0wTSauq5NPpYIX9YCl4qwotrsVJrXJVrZUb1/h6xzyluy6jo+GqX8HfhG8EFKHujuSVXfUQe+fY9WJ4VOBQl6OHn3B0nwd+FWi7rUibAfkavSErrslcQ5YwjCEb3GhfjgwX8I+gLmHsp+9+6kr4SWpb5DQvbUYbQ4b4WP6cUqedL3UXJOvs6m5sVaiRaiSm3G8WEL1WO7fhuXxX3V57iYvxs6tQt0aSudxD4OYbbR9J8qPkC5PwtUzcvSh7kvCqwOyXQPKK/qxxr26aEYXr17dhG9w3h3+gKeSVSJKdEXanyT1oRgaG5hhEdfFzVpnJ6j0+XVE6SrR6s37UouoRdPGq7il7h6w0YXXJSpTrEX4u71QGvULTaWam2ekKXbpJWniK6GD1cOAXlOl0HJhJ6Y/cNqZp50hSjWYTYR6xeE0OAdDuTugav2pHSOXkKk4sd0IqPugYSiJYn5hVSZlaGdEpmhsg/wDdJE0ocaEOGG2KcbxIteDs6R5qU0YPRySqvQGoXN3TtX7UiqSv7w28A3RqukqlndEdkHGZCUHERXWXEpUy1I6a4j0mQrxocERrFz6ySSx2rpKouQ9U5Oravcw6impvQ1m6y51J1XplrYLoFifF2lIQw3ohZ8X5oaPK0qZWojNSslahBqtIPEmtMtbKfUNEivAWEeEbBcs0Vplhsp+rp5A2VCiGGxTtUkiY5Kp/rtBFIJG5ppsVU8rIPo7g2JREarRjhVg62ArloH9JPahEbizW2UlmhfjqQH1HIvCNcp9jOiXR0NkHPUdJbhulASoqkUn6REugOprsGrqu1dJVyHxTFHL6aubVuNpQ6qSRzsVzROlu1Y7d6PBuiU4YOxlPwGqpTWp0kleHEqjjtN0NsC6iUklUIe8rV4seaA62m/aqtZs230hz+6Y6St0bXpkj74DNZoF0IzJKtaZtcQh6nevwve+ERtVJ0Q1VoY6XHLA5Auuno1XYpKUSSryC4/UD6Ae7PYESm6FQNBY6YLNaopZ01dbAdY9T2uCIZ3S0cqrc4eUkfEVIfFNwR2wXTtEzUibFSPPQNXxNs0N2AcoOWDqgSJNc+ctWp778A1YizfZgNyaKrqiyWWhldQKf0NspLpkyeseudO6otXYGJXIfH3K0OYbaVo1dJTcg/EDw6l1Cys0qiT2p2rvLIeNbG80QPdowS2Kg6lVzoGrFPu3t28NppGh5quykkqi5CaOle3IjX3lL7Pf7FVSqHa3ymSPwic7iNF5dzDJ0lSjAkrEP2QFFilNlOtPzXh48FaGzSR5Bz+jGPyB7s02hl1VeSrkN+YbjnrZpLq0aasw2LT1kliLl4o3ihqO2A17Y1GlVFUmDJ1xMU/lwwG8UFSWymCCquRgxAke5Tkh0llIlVSa9sg1muqkqdLQUHQHTBJ01mzdbw1l1RaWypQ7LxRyfiAUYnKV4g2BJFXHmpBam0lKylbPidYfqrqpNbXQJDHGdAQFRtI/Zb8ntDfIKbKVJSjXLwV+lwjQ0kdlKzQ/o6lnTCollkCwGas3iBUn7WakqEFIN1RH7StdlUXl76lWyobuAbCwM1p5rNSxFNIp8ESgUVzs1qiEUmqp1ZWWHdHoJJNV+mePrBv2ZKSssvsjFGNFVWp0lcvCM5axMu9iF6g1m2qvc5hrjlslNPp40RuNKUVeCtRjKtVc3xeKFSNNmp7ASdK5qoCFmVkG0lJVWy0BhJNKadIHEGRrxkpXHCx41y0lUsTtDbnDKyOqNbcTZWaqY4DYyRrjujkuSqEONcfsvvRJSWQN5OlN/usfbqgF/RSW9V5hAocTSn7RKVa16/wAhrzmjld69Dm4esbu6SywqVTVzs3o684enQLNI2E6SVlJBgyfOklSbKVP0DbuDcDd2zlOrX+QXvE0pRxkvsEzfKBu1VlbFdKz0OV3S/kGFM0M1p5rNSV7Jhyei3yrVW1x+3tDfaNPSjBhspqrXIfetuBueHAJcnFGPXEpxyy0zRKeod0wdHsq9To4fOFpTKqqkSm6fow5x06nG/wBssLVI5DjmrxB01dSkklD1AIcqDPiZZsZVK16eXtDr3gw8PCty9Fr0MrQJKRJhqGrVMPBHhgORmO/lESlHx+juB0uya0NRc1Kv6OHCG5OfajAHHx+Z+CF0DumaZp50/SkNUHSp1ZBNot/DeGpUo7dMHRNnsD1K8SVyYYeWG4CEKXdOlbJWunXxOjw4N0PVHU2i/v6VfEiU+7uCai+5d8kTWKVeymE1LIPj1yjj12d0EqvNVPulLwmG10vSmwKUPQ1psU5axKuGXEcbu6pJJq6XlKz6l+qc/DEVhDLuRyFVP3TykpTVWuerjm2sMdoc8pQzpW1VdVKnS3dv1jFLUzspU+9kJf0hq7ikpqsr4h1U4qjR43dl7+kZuuEUwKriKzcQRQo9V0rN6VSpVGwMLi6ZdZpKoQnHLeDRyvRmsO7EkYSqgykXXXdG8LXBv1UiJJJEOcLn9xD9glapH7hYht3sRyh3QlMvKV0xsNA0+6YKkdJYlTpBLBlKVlaYKaxsiJaAe/Bmq6mfRVxF1zCnmsp/nyF41+OAbzRZprpBrNPIIaGPW3L8B8u3P0n9lupqStRMfRtzz77ZoZB0wVt0LxzE8gTm4s4ZQIQ5MJpS7eD6qoQ1FtWBEmqRD4sMerh2t0C0ixaulc7jjRfB5dEq/oaVNxyXic+Ab4k32UkRXiDg43kuruXksHo1ylrkVZU2VX41XSHPKfuQVa17KoPodol91Ja4gEpC59rSiU1JIlf6gNRHj1dz4/pyh1Wo0Wl2lrmsQfT91VxSqSp5qQ5HT9yiuyj2Wl5LwSlEaNnFX1GJY6uxSV+Pu+QL1EEtfmOj0pcyqlx/9RrdKUOqlUlJdsZMunrfc09cs2yVSyOjwCZGTr0y+oOU07WUqliDOyZSqjVLHITT5hZVIlnKLNdWZK71p+8QMxdJZ1I9Q/EGwKoTc1p5WML00rXXFCYmfI2hE2Rm2Sowu2VD4yfiv1CUCza81qQ4XGURlyfZrxkfTEUiqyv1B+Wj0lbXYtQVqUKlyoY2SuwBE6U21yK8Azpllc59lkdUM/Od7XqGbnTvQqcMIheo0VStdAgiSKUqbKPX44YPyemL5LrlanYwYOcHM2CU0k1X2r+2CDlSxAY2apezlgJiqSiENqOa+hkfkDVVlVc6kTt7pue8F0TK2dqSpUiWuIxM6S7nH13QlDNkHDLkuYwhSFGtaZYHYOkschY1DH27/WMwdukt6x9DogtCkUlbJ0l3sN8VgsRJPM4y/o1Vg6O1dYhyYnm3RUnFIdOutoFKmUjumteeQtbJyobt/nHMFUVUlZSqVSobHHUnkBWy6XagpFLlfQ+gXEiGTZQBh72NWSe9ZYaQSClie10yBymsEfUUg6BV4BW5NZfpDV4rr18AWrF13QlDZZAaMJXf6W5wBg2Ll/vgAkCcIMT58cK0BMPKZUGgNOOtYFkU8VrzBYMk05BBI684iMRjkDBzJTewHf8AxBTieiYRimJGOKjk8aEGJ1ojMYK70JETSxLUXFStdMb8jZkkIzaiQNTazc6lrtipFDkkvqHDdKy4mKNBYiNuQCdtZfg6gOslvsrQDoyO+4lQCLoWut4ZoCuLE6sLL8AFw8kGCySuP+4FULa+0ClQzebK20NavOD0Sa7gEhHvgxuayCNDJhiQJTbgZM3iiAkhwUhG90Vqo9gRqalBpko8l0/yGatr0z+4XSJT6WCRT1qiUEks7KBknescVxS3rL/CHokUppq/pqg5Avp/DAVkSlAtElrN/CE6gpliCXoE6WuARMX/AHBO9Z0Rgn7HmGj8jciKpYoVjZfhFykd6A8zX8wwrao2OJbL2xIsN9yBG/vQyc/K5A6qODMyQYKdJKvZVNrvDI8c3igTW+xOqkpajJTJb1aVxVDkpQnAkregKFRKEZSvn0uEYjD+XG8o9fSzqQkW1zXohYjv9Hq/t3hi/vX7814YhG+qM51XO4+V5gWLFIkaGRnO6b63x4xd9SEL01LTy8TcrfkPJxV12gayGbpnjfzETCRj8qkKywCxF+WvsgobkscQUm68A9EqWOrN+hdeEVxUsvMBL9BrwRPFXuAc6voa7Y9MtVJuJ2NoDnMrnQCkF9ElD684DUiJKKgVZTxveApj3ZhRYDHVGTH9ACLHmq9DzgjUTVPNr/uAlDclxxNQ+9JaADUUVzU0TsOJFwsl6ADVVE3VlagJU8pLXFB+Q8bjoidfetbwFXWS9oSv5cdf2Aap9at4K/0VgiKzq16BNMALKe2MuD2Wut8CKxAGS/yMKqfMBKrcr7O2MrLyvV8wE6cfF8gpVR+ipQ3jalQCqKTa4ktADnNl6YnPuUTPS5trkCqKioieI8WO+g1qx0jxlEs6PFjZCMSjJjjUG6R6tAYqxGIR8VliwoWsTV9nolGR4xhitzAvp2B7PRil3BksZVkIGOMX/YAizNBKRxcpKV7YAIf2xcWKQZ3Ey6SZ9v4xgkfYFZPYEixAvLuabMGJ40YiXfRIiiXJDMY7sQGGCPFh40TUiIKQtZXTGDFDRFMm+gkXxQiolKtR4kEvY9Y1YjJmYmEjpD0FEtcA9GGRl9MCw5FJCKpb6PqD+kh5NdbFxD1zQL7oj5thD0MHWPov+lx9RbB0dXf6+J5ofMc/L8GgQls+u9iyqZteNCruQvQjHXbBhGiTqlPvWQRI5yblXghz8IBcmSdbFtTz6ldXr4BfAiWIrjnXJfrl29v6QHkSTaO/j6RvRFCbKtWtQ5KuJt3zR3fMGVztGP5q7pVqQiB70o2ng84Mueutucucov7UdYkhKsqY+0WG1fhf2grc+E5+wSdKsLkl3TI5K7J1WLUNGOGGC/fhDqgPO5+SXaJ6HFBdzcjf+GanfqqkqVOa8Xz8O7tgBFl9qK7PVVqEITJ3DRjtX+C8OZ3O0PTNMqoU9da/dUihNirsc6kU0kT7cCETheiaEMGGP1HWmr1q/azUkqmPUqVobd7awe7bCRg4b8gm8hIyoJJq6Okq/Iude1qkvxl+UCOaVlUpsB+kcidTLq5W1uhwzO1YKrqq58/Gv3r3BtfMYSYquq+ymtfbqbeLfFYPJ7MulaNQ8JPgruXu8YbFfsK9clcjhItong3I/ltbd8fOS9wfhQ8Bld+wSXpu5qtGe33UybpoYYRLG95OYfZbUqWxTtVcipUINNc0kwm/Zbp0ReoaUdufDt7W3DaiB7mConWTOTXCeEhhdGw2VQzrHr46B86jewRrQ4OeEB0KFK7KlqzfQGgeEX+n6aqpdv4Klfsim0CRVM1IaMpa9hjgjgvxhfvwjtjV7jfDDNdf8Xu3a/ZFNkPKtS1E3EYQ3NurGO3t3heHPLwSlxQs+hUXs1IiqSpw7omn1Zsp1jjmtFXRSqiU3EPkG+gdtKT/AJDt4OXP5HBy8WJvcSuqLdfbNDJf5W+4pDdiXDgj5xvdyd27V+lNS71fBEvN5Bzeh6WV31X6Cblu6YOlKZoavXy1UtxSG7e3IRHTCeDs52suln0CzpBJW1/ECXaiSqR0uOSJPPAcruQuya0okSUr20j7ZY8ERtsKX8aOv3NHLLjwdMsoCKqTCVxDRLijY0zWRBo9HUnsCmTsJuI6xim590b8xhNS7gMDNAdMtFXTUj9rU2Uhkl40N2EQXc3TKTpLiHJinLxY7ov2KkkFFMUQ6aq/bNDZwmdS3FIQ4OcbHCVrsbI3ZBuk6tVQPTlDtaUYHYOkphDl1jf278Auubp9J+1+InFjwDYtkpKpZ3HFl1Cs4JSVzz+hqe+y9lHO1UJNIfdvcHXDqAt0lzrBqwQftUjnOQ+OfdvRG8eEwmxXTJ+l00jgGLRKlKBO1VVxDk9d7AIY4sZvRrjGKTqi81oawHPiOf8AjlMnm19irmxeAp+DmgNyoZ7KnsFcsh4l8wT0xQ6VKbKSVSxDlrkNxYw2ogvaBHTHzBTZX3pJXgyQGqg1ou6Oa1SyyQxNy/G/fjCAR3I0yqkqei3+famqdqENqPVEO6cLKdNX+hmq/PgvfMbwZm3mopKlEiSsR0THKf8AD1RGWTqU/lOkpCyF+uT5w5gZc0tNSJp4ovukZpOqiqWI6JkdLmj1ilXtC3vZSf8AuiK6A5/dAbYt1rp1Kz5oGrjfWjxJ+1zVR0gaoYvFjtR8gR3c0Mqq1QfpJZGKqfobcI+eIEtoMNOwRNNJ01Xsq5Dkqm6I16kSumDVRgqrXQPelGLhqwvwjeGw0Y3SlESVVywBdQkqlRbpJXLJjJHIXgjCPuvgy3DRvjIROpStFna8cmXxb20CvBxSs1X7Gfq46F4ht3qj1RAKEUn6U3jk0eHdC96zVYPyUywVPPQysbApwwiFpVaGz8M7sszYbFPay+J5hptJwV2V8JgdQd0X28wQVSVJXOSuasaF/qvcIxSLeyPND5ZE6EUVFdlfeu6bXdDhu5VVSla3goUQf76lkZBgxoGbjpOsevknDGr7GdEtlZVkHMWU1LpgVo32KrNSyAemdWbNSCoKJ0JR/wB6GzUdRv3o6s3EJxBrRF3TV0SyPUU0yjdqASVdNTq9MUUg4DBF01SAqrhJJ1spLI0gppdJ0lmgsZPnU2Uqr6QKayM04m4uGrV+lNSGtPk0kq6SqXY6QZMXqrVWUrmD+yGDuiUnVqkC0A0QrdJLtiuKCSqv4g0e0e6SdZoZRQ30AQVPmySSQSuGaW9JDa4qzd6AsGyWPZCTVjxNUg0ss0B3LNJX0ao2ZZJJKuFyZJtdL2wBzn9JULKmSvTGsPGspXO4g6pTjFKVmhz2lG0qvZDRF+SNTpJRXO+iEDiFrN0/hGxuElVa4Fo65ilKedSkkqhK9qruFh8w05qPcKjkxfRVCP6ZfkatUq5D5Z+KOvtGLWgWBGuXUJpi2gaBou5dhZZ7TOa/fMEt0LtV1Xtcv3Dkl1s6o1xI9Sl1LBrZJVMfX1gBu/ucdJHmtSVz3q/WNYeMJtl3i/mKk6PVS7YeHDQJ8puytD0MqwmtcsnlGu3cN9i0Xa64A2oAj9JrKVSOclaGt8KfCMRWVa+2F5FjyUPHqgaLc+zSmkV9AoeUyjZHSSxCHAFzMLX8YYU+b7rmsfzDt44Hnckuo4vdCr9gunT9VKuSUcpsXJwbcB8z3VUwqqqvNVr48R9P3dk//HKX45EvfEfJF1Ssqulp6fXzAwRfjqTNOpJ3anV7p/mCLmqCdUy/I1SSr17wCMSbxx0mh5VwdyR6elE+0XRarfhLz+sU+TDOeKxfcMVcXL+D6yVS2bSlTIwVE48+AafSN39PUoqvKdSCcVLBD5RGuLOnT90u6dK4698/DG/GIy3LvWvlHQliR+C2P6Pusp5rapUovX6Zr43SgvCPSmapSo6r5WLh4MGG96hoCLTla4225uhVX7qUkliYPMHRJ01bNxa3HJXRpLv6LSqHqxMYu6NZf3Ov2Gda+zeH29/TT/Sk6u2uc/5a2TXggvZWqkIQvwhC/C9t7sPOE3hy8BDW41L+1Og9IaOyG5jX4VL2LGEY7d/hhthembpBhKcO/Y+KoNJWvuHTfBDdWqwf7AVVxD4hsbhwDTLqWCTB+dJLIwnJ8/XgC+inirV0g6xK5D163UCmrpdjNWmfePgjotL7ZXotJLPkmpdKPF8sNodCpWDpqlsVJKQcmUOBeC27RVVJlTLB19+amhUOTyX/AFD6bfzaUYEf4k9ckDHPV4R5/PBQnSOniuaV/RrdEXQK/wBq6G4NipZ1JXRGkxYpJOjysQmn1jaqCVmpKJe2JfIy70Xv6La0olapaGvCOcXSeD9LHVSxyDqyTpJLp8cSWIk6stA/7ibgU+J8r09cWqlnfSINMpK5G1sktEfWlPXFJOs0liDnN0dwiqVqkl2anzCPRVNSZ8v0nQErehrNF0Wls9dK0yx3C6qg9ipL7KSx8NQadQdyLqUd0q1OSeEzx0WaNPdUIlvWIFBzys0OmP6JS/6CZQ1akqHlJHVyCcUUjPFnO456NYI9tbX5gnZiSua74IXoyUkeUkADNJVcVXIZ8Rco5V6AxE3yAlfepWWMJm3pLE2/yGyyMuP6GCas1L70lXC94gqla5ZPkDEIq67XmBqbeUl4v4hSl2FXS9CUh5qWhrEGsjtf/aVqdInq3IgnYSXJdgZLRaXs4wXEN5bFayNqpKVIcnrHilVzqSvc43WGZWiqX/WYeilfSzQKRnNdhdBRWIk3hNV18uAGGo+y6Yimgr7MQLlkCsSBD/IJLq7mEqZSO6a4johY4hMFaHB5RsMU99lVNcHzFxEOV09bwplgS/I4Qu02KrKVxD/MFowVHTbpbkGtKfemqX3ohcfxkOaHCNNhRMqulKP8yit5F7XkFZJ8qHBZQw3ayt60MoSgVXXgCsX+mVrfABVi8krXODDm+fdAxyb7x/cNh5C3vQMblekC28P+wDxh4oXpQCuAYhFaIIIvvWQcgGIb+ImUgSsQZ7dBMVsvoCV+IgUwkS1/EAgs8WG58e0LSlm/6CRUt69gXpJq+4ZfbA6rZNCAKIT0BUidXuesFlKlKBddyTsmmXxuJ6wcmSyAaKQLKdIBySGTCCk5LIAjg29Jd4XHWzkoVRhNStQYBabWgFdK1tfyAkUweunyQpil6egHavRNPHYEVHfe4L0E9SiUW6XuFiSPieAK4ORnyFyCCXpg1FDsCDduGBUO/iBewy+yJIzdfeJSOVFxU7LtiUYZAsiM0wWrNEol9vJFxSa7XvFcM6fTFBNy7mZXbxMTy/QX3vY4gjne3oCRJuu0EkG/CJnh8veILrDyp9esBKH7/TKFW2M060ZUWAS7gVu3dlrfCdd5a67o2Ug6j/Z0yVrW9wlV75BGpN19wnDNSscdjPMzVUzB4+gf3DycRApOSE4R16t3yjIWCyZIyoyYwrrTVZub6AshHescO1S0BPbTM1+4MQheESwEiJpK9wLHpC5XpmYHgrX9HmvDxOV9oehEZhCVX/1+QDMk3tEjbYhE2tURLHepXCYSMXXXdBfToMZuXcgc3y7oqVV13BlU3jbTJyRUY/Jd78gvgbj0YUU7GPlgc50uVqbRebqGVo5as3sAZQvt9EbQ1u3RhSOvPD5AZY0rNCxU8oDHUCuxaILmyP8AXh2wEc+WCDnSzvoANzDXCBl9lH9EDH8aBVTf7+UYifUooXMrmkkjhJrdopBuS0ZVOrj5FcgCcKC06ntkxwGeIRMtFL/sqVUlfyvgZePJKiawDOoqrnQWHfZlRjARwpZCbpfue4AnW14o1FVS0Uqrehx93a2gKsskrmhJybuEAasUkq9qBIZWtaKHMdwCqqeKGV1ZuvABJvJZfqAZZI9E6udFCi2WJxNwiqoJNZSC2YhGbaiRS7s0Zh/ISKl7AzfgPcpMaUJRTss70xM0Eh6OuKD9IK8uRREvcE0iJZ0ZTgPQgMGPYlXSEDF113B6ENfkKzemMZrySJuDJ4jxj+h8xDBmhhSZDJYglVtRXVgLDqgMKMVrXW8LE4CAzCO4FCyUI+KyxkhNTishOVGSnVlDARkkBI20IwgqkMVuYZhdUZv71aCRj2ohA4ynCbruB33Er6LL2++yPVuYVicIpBB8fJOBt97hiDr/AIAaX+y7qCNZVch/ZvRHICl5XuDqPgCb7KuyzpCVGqh8ba3I4OePWNNZQAunufcZHauxUKUSlkIe9Xrbe6GVDTftkk3Iyjkw3jbeELLlGrWmbnD7KrkkJYtTBG/ewX/LgvgpByq1YWtch6sCEOfDE2368N7yDxHVs7Y9SRttLUHRb9L/AMokTYR8shsMDEv370YQ3IxBSL9hNXlJIbCa3iJFIXAWEIYMAJORX7BQVlYi7eUevgrRju3o7QFohg1apSppKlW33cHDzxgOLkcTrgpTVDagpVKJHdJNaiBz4m5E0eG9uBmwoD7GVPpoLnm1K0YxmbV/gvQDi5tqwasCbFSrkqVyGPt3uHc8wEpsz9+l/wCBdIVyHx9PBDchCEduIgn9lX0lSSKqU+yJ0cW/h64hYSlaZSrqpVF5ejWvebagCqMXpl+wdbKyz4pKhakU4w279+MYxvjV2lIpKul0nSS51ECQJlXiX7+Hbhhjg94dceQHyYo2qjXKrp/spVqdAhyY5D6XVzChZjRc07pKoRevk1YY17hjevgagiSkjunTrEw4nF5oQvxF1Ft0nVd01anJjb6b5BGg5uhnEqTVrNVqEr6e1Avn3BxTw+eBSgfCNRf2ywkNaRQv1HRb2NHDev1cq/Hd3B1K6dNV+w2LNqIb6TdUhCN+9GO3CGDcCSnqCSSoY6qSp8iBEktqXC9tQw7XkDQl7UrBKGaPhpl4Q7t/BK/Pc5dak9dNUFYkJXUx04QjlENHbLe5x3O43wrUNTzUj9hSk8mCsQ9+unGML+GF4G+FPwVNfCDQLJJ191ekv1VTlv4b27wwjwXx8d0owuj8Gl0a6SSp2rpqrGobDCCkIR4I3oRhGGHDAepCEOaNw7nDNuEsZdj9AaEuyaurKbX7JhuVF3Ub0r3B8Q3D+HlJ0kRKmWuxXp8pVLNmjwxwYB2653wkUXSki1JXqYhyKX4GgHucNTROfHGfxO5uJrV/9qUMrj76lWvQUhu7W7zjc7nLsUqUSPlk45DbZYjj1CXVtVak1XgxjhjT1ItWDX7Uaq1DnNAvMaHPtecWzSVo5GuqmdMp6kFXSpFaLx3TU0FSVTcHyiOo3H3QpUowQdJKkrnxTlrYSn3YRHJrhn7DYCCqsuucmPugp4/dXJPz0zQ1uyXPboF2+1CF7zhuObJzgkfQNeakQFt05o0W5O7NhTLUiqSpDkOWvzl5ojdWzmaO5PLZHEQU5Q7qhnR6Zob/AL25No0OGEOHdDGhLoEnSRLXo+X6h0S1Gn3R3NqsFT0zQ2Ji11W+4bhj1+QB9O12MXeENHZ9Arq6aB4GL8xrlzBtlUXZK6HyBNGuVbo2E1/iIH0Aloc32DTLqhlbMmGr0iR2hNSylaBKGhJdPQTpWfTNF59DLIXfIQ+YWUFSqVMpWuIfJPw34bg6e0QSm8euOb3dXOq3OUp/yOi/7Vc0J5SbSceN1cIzDD6YDT1zTqb9s0XUnoY5yYbQnziCqPU/5akRqlXQqXq1Yt6NeG1C9wQvRDSjaS2U1m5eLAB0MsklTzpLInngbyRv3vmDig0zZrkXOxfuDrPoGqn+vVEbgdik66ag1BWi1XTo7pqrUdEJicBuaPWHNA08qqrsV1YOiHqHIf1R3MEdyIrGWOiPy2Tp6iVUpb9hnyYpicpDb6r+DbiCqKVa0ow+9VD4mOU/PgvXuYPCpJOqg1y6+g9gNT0ywdSF8BTk0DX43vJEUaXcKb7GuUa3SaqrsFUrOb93V24XocAKpGhtnpSuPifkNjbUW1dUXsX2y7ZY8MArTirRauxX/dV3DX+HnEjOjmVL3NOrnFTukktlMtMpNtPh9+4GlDUD9qJWWITLrHL8huF0yKX2WeVjz7xfXfEKLaymsoLWL0NWrZqFI3Lv7kkj0zQys8hLxl0qvrL1cAY0dT6VMtbJUnT3YjZWrxJKydVO9wDnl2lFOrl1T3UUMkodrX+9JJFyYcaEIbnCGcMdmhJdmbGRearKm+ntXgxbNZVSUNToSnGtPMCOmquP0OsbHRRrXO9Aa8tmofJm3pVUHpF5LjhW2Sy0svpgojvYtloCxPI2ZkjNStRstyhfup/8oSUOpNYElcUPrmf7U6WnXiCh4LLZZSbVIa25YJTRtNIoqjXXc1IZocg3jNSlKhnRz/YqpGrrN70f5RCxIySoJOnNSlK90wIg8WZpKhI8ohVIGUTSaqSuwH+c0D7hoB2ciSqQNA+RpJmUpIC2XCNnpVuklmhrrhC1E2jULF0Jtca25mtVTyht508sa++o9WUdXiBR7NbdP0t9VrjXXTRV/XlZGmDqYPanSS0MoF0KyVVSIw5e8dUIliCX6E9G3LbPVOkqkQiBMo+6YbDVouhkpTBJMgdPyJNUpSSWQNYfE5ITfU9lIJRiLqSpGakeaNWMqqrapJHD5fNHstMU7AspqQKWIXOxEVJKbNldweWbzQ5i0SVSJKywI6Q2LvX6hZR8kf8As6hcJdDc4l4OaXot+kjPQvnKarCMTRwRLe4L0Ybd8cR8JDzZSWu1eGxXPL/ejtZpCTCRr1trXAEd3jFVVhNS7IhyLrSOnjlcNml0ASVahpTkpVrncf6hPRJlUrJXjeUN6VTmpWWIOyLxjo5J9zkfhNlNbkqU455fxQHx1dib0x9xeEOjZvg+p6alXIRKByVNst4xYj4Wu1gqqqfLxDDQZWCa2I6DT2U/Qa5ddX5+8bL4R6SmvyUXvDUkCFJWvYd3AE9xZP8AzLXtjF2Zv/yN1N5WPqDw6pm5O9iUqYLbwtZQEIYFoR7hB0omqkbJRxUnSSaWmS8OqeDui5T9DZToiBDnyt3yDjTJSVmlccbhRj9/KQdTahK2VtVYhiHJrR+w/wDTZ4UfB/Q9xLG45WkEWrpAp1axiwLBTa24w2jXobUdy8OE/wBWnhiuXp66heiqPy00oYxi3oqVcHnjuX9wfHVxfhLpSi1TuvtQ5D14GKatGMb8NqIBu9u2pm6imdnv3U9Q5MvBCN/cD+xDj61dhXqPeXtms3XPdlOl5uJXPH8r3BDmGlHjKV/VENKVeKqq2qvaNxQicLfeuh8Q5nKK35OqMLWJ9B/09Ptn0oSi5vS8o+z7m6YdKsEGDpLILUr9Q/PvwEv1Wt2TVVPQV5ty8PuK4ykXTqmV0t4wGN5RyepeTRXivZvytGpSjqpZYWEcuqLSssevlFHQKIY0W6azVVdDm2/OBKRoBg/rpNfYEbxFbNfYUkk6Dpvay1UsgahCg39AuuOhW9EbIxfJShLNFB2rGyCx/wDZbpqdLEni8yySTU6s0aw0ZOqepkiUrEJpCXJLAbigmaDdJcYrTzrNWBD8/wBNrmCqlrm9gNZSSRMToj6GhQLVq1le15Bot1VEpK2UoRhCUpWzq5GuyPnd3QUpXNfQaxS9CK5qVXr39HzDs1K0Dan2KlkZQ1mk6KVVtdMV6osg+nZySFz8qYqqll+fy/kFryg0sRJX4R0xzRYFNQWykuPUyRswxOTqUNZZrHJf8wBjQyqW9e8dRWoFXNKpcHX1Cs9zvz5xlK9gejmB6OdJK9AWlNvXUN8XufziXeIFTm5p0layq4spsWUMtilIu9K69QZNopJb0Q+j2obggajVUuPx/qCmDNWbr9cArCa8k5LHSIKJJTf7XEOPHoSbmu4bc8obps5u9eyGTVBVJWVoCr7WhEkaXCj5Sua74rizS3rnHRy0Ywf2StQndh8ggpOhFWGa1w8AGOOwqfg0xwlZa7gHjFXEyA2fQlWUolmF0VElVbL8vIEbN+VhCCWRoASl7n2D+1a1CL4a+5W58G6C01rIElN2A0J+DTUu5z1ejJSsriYuSA12qXT7Y6W6o1KlErXP6Bi/P6jVaQoxVrZKpez64cIuicOn5GqmaAZVDkq+IHSjdXXB5wK5RVGZVPyhMYouKXISy6+vkBJiyhNJvZH0yCeY3ydlJSSv8nyF5URMidl2BbBMZifsiVP/AEF6BUteESbp2pAVFKyzWnxRIazEpITi2+Xm5uAWEL4rXhBEDWoGzS7A1WVh11gJpx1/cTKSbXtfZFMdOy9IUSFsvSWy7UgsSOlyv6QGnFWVxAQkS1mgNI1oJJHfdTCwxptQYbQ12wWmgl0O8Eo1IBOj+sVnLNDA0N6y8YDqpi0RLQMVLlfqCEk9aokVvvuvMLSpykjytY8IZkG8S1omDyQAqM1VJP4gSmQIy0Z70TIQYMRLNCZoio3+UZOUe5v+iCikpUYgb0BBYqXb9woMokKIipbsKMsPGdZAAVPZWSvcA53fsa4AGrRssWGLuvh426AF3iXK6AAWpHkgpWfTd99rB5An9l43INdvcu1yAjcuRWu6Sm8QArrb0GKKqqjvkIzd9Eam+jxY+mJxNKqJd8/SHaeIRNoStb4mhDlfyHokHr3scQL/AECKxdmYI+xij15blROFr0Pf1iJbLXXbDfILgYMXevTHilFqEN949/8AYRKaalZdsCzOD7sxCF9URvq/rFpxBSGWA9yMU1VZpxOBrUZiey+DGydeAVHNvvHxAWwrtREyuvGAqpt916wVE9rx6gGcH9Or8wkXs2P0ULFsv1CmKombbFCh1fQGaKIqV5WaKDqemLDp+mcULwS1MC3qgqOihyflfQARzegCFIARVQTZSCfYoPHua7oEUOqrXlfQEqx5LEP8gI5jvSQ1+CieLKVYzUumAl4i9U6oDVjruhV0jZFaisrxgXrGsrJXIBS8ZQCUNKzXon2gL+xwRaM38YDXUVx/ICFjJJd8L1VQbKLjxKnKnigBFQWqHtfOA1DzdeAJKW6GqVkDLJY4Gja9AWKZ0RgmAXfxIwJKqJD0S2XYv4w8cgIgmlvSuIEehfkD1FVUhm9K9ASgrvUoRNHegbd0Y9CN4Qv+mMx5LXbGd+G0N3MRMlyQrNAeqzd9GShUvIsTxSemQYPH/wCwZhHcGYFAZRvKJUMGsldeAWwgkl6MRSY6uJ+MAFYkhmEbwwaPJCAf5AJRgr3B6JR4p5SRBm/vvKBaGzJw1riJj/qGD7ojDbGtxCtlkDWo9CN6uPGUGFY8lpgGPFKJlNliMPgEa/MMIyRIb6LTbQqjtC0sQ1G2Srd/H+Q6B4GFlf8AmTJqllurL1QwDn2tatkjaPB29dUXdbRzpqraEdEP5zQvjP4mpn6F3NRVa3LoJOlbfAQ9U2V1jZGKSTpIk1LMadXmjhHPUV1VaLQSm25Dwta3DC/fj7hvFylN/wDgfvTW3rx6jQ4fePC51jtHdxvVG3sCJP6LQVdKnXkY2Ng3dq9DgE1qK+1JGxXR2SFasrKLfwQ0Yww9YGo5Nqk1mpKqHQekierWyau5eBDVTYtKESot1/dX8Wrf29qPmHHM6YcmLNgb52U6dEI1lVUiEy1PJtQBRHjCi0tisGuJxilw347o1lRpsqe/pmwIgaJUsa9WjCPNuRGwsyJK1EpSlulNyfVfiOWsjozrchSna0yTLyIqnMc16GHBDriKKcuZVfq7Ka1EJ94pj7vVDrDakWqTVqd1xC+jHn6hXST+awQy66F7HKXdvbceCG4KJ7BJRl2Jo3PpNaLI1f6F4mKbKw7cQweRSotJNJrUJxa3DuBYV6/dNc7b/mDaeQV+xv7Uh18THrXqvOAlIE6S0HItmrr+6SqVy6Rd3hhzBdTlDMFWpMvc15hS3eUyqqRqroXiKq7hoXsF7m3Ac5WVVsktA9TH9YE4JsWE8jmt06KqSWxUkqh2riGNzcMBzXw+eD2i7rbiHr/Yv/lGSEV0lSFhXUjDDVjg3YDqd0L1JhTJ2r+uchy4htw0dwLronDXYBMuouSoqkTBgvbY6eGftyTRGfGpwZ+ajxuq1VOkriH9Zb35hrc/dk/oF0T70eoTLLWvYOYN/C7R32NdvSjVJKoSbXKTbwR2ow6xz+fa2uWPqI48sVf0eTWEuk+k7jPCjsrNUp/1KmvR6ocI601u1+2WH2WqrUr5HXwD4bRcOmtRVJU6ZyY5OsdAuY8K79gqRrTKtclXEVq45euO6IS9KnuAs5n2ncddylsXYuyrdA8o5T83AOk0Zda6lWuOQ4+NqEupVVVQpRg6IdDSxoY3XzwHX7lvCDvTrIwVDCOEo9xp8kJI7rRr1/QKv29c5joH/umVbcv34mJDcjt4N0djuK8IlF0y1Iq1dE3K2NhLHdLGG3DywHzzQd0iWIqkrl5QYKFVSdfbNzish1lKkJm1r25HgjHhgHj0kO/c+vqPpRJVLOix2ea1XS45Il88BwS4DwqbPS2K6sHRM6kY2Ev5cER1BrdGkqlaqiymhGjWqLeOmqWxZv8AaqxS8wldZRyr9qnSjD+9ZFxy7qhNuMOvBgCuk10mF0Z5SuJSN9UnRUhlQ8u4NpZrbKakVSCJGjMCuQp5rSiXT0y8XmjzwDymKOSdNTpKpVyHLUMTmGnU7Qzq5x1/yOgUrCtXety7V7jQh9OAbJQl0rWlGpFUla9cvVreFIL7CzmS8HVxD/YDr+yXv7HV3L23VNuQjDcgFStIOkqUJTzVL7qQ0Cqm8sL0erDEdfpOiWFMpHYP2pDoH4+3f4b45tQREqLVe3Lv0q5EDHSPW2zEjtRv9W0JTTy0Ono6FcxSCT9WbiY5K+VfB9O0Mk/+9JWDpDIVJ7o8w51QzlW5KlCNVVTnarmsDG2r3FjzwHUWz5J+lNSVr7VcXj1EQG526FVJX7Lf4i5C8+NDhgNiugQ+1KBXSSz9WuXrhhhAa9TNAbPSmta6D1DNK/KPNEFXMU8q6S2K/s1yYpymLe2tdsM/oGXkXXM0vNsvS690bKZkk/SlK5Hw88Bp10aCVy9PEftf7V1lF4p+HqiNxot3spqRVJUbjn+LNNdNmrU4VWi2q1Fusj/13HuhHnFlzDpKlKLTV0yExuuGC/gDimEknSR0nSUzj/MaTc45Sucp5ehptgvjpdV/5AyWLAp5RoPfsElXSk2vicXbA66yqv3XjkqY+0aHBHrG1O0LI6qSWPrhGuPYeNqAtAi2clumot14NKZ+2aBSOuyXxnDcpcCe7WLww4Ybg3m5O6ui6eapumqpDnqQOcta9hiGzpFJ+lKdVKmT9fUOUXa3IUzcQ6PdHcalXZHNE7hqTDVvQyi/QTXSUyvud8ZxSlTUtPLEItJtrxBy64PwmtaeSJakIvgxDaXCOhsn6rquGT8iuDNvubUlJDaLm3KWyl0hpVAkVzs3EDyiXCqVPSuOlW9e2KIZdJuLhcJ6TR30HKqJKgE0FVVZQEh2JEiSgwTJZdMReNZQsRshoiUTO1SdJSlcvQBlHUkql91dZZPaFKQ85bJOrVLLIGyFoYPLUJKQbg5o+3p1l+o3OJvEJvYCyGZqbo2+gFwea1Olxyg6mkFVa8oJSous0qJ2gqBq6tETXRwyufZSlV1e4HjWiP8A2hZRTayXstOIDXTkZO50K36WWrKGvKtvTG4P7VKUNeekSSqSssKh2jWXzKVvWOAUm2X2BszsmykrULCJJNa/E6ZRTES9CfYspKbNAb9aala44ZLJqqq/dUsQmmFaqPzB8UHESxUtbLE0ckU0qd0rRZ2qvE4sdsM1mvih0+4XweUDd5ck9SmnJS7U+KcpsF7DehGHBHaviU1fYbj70fMZrJWVKxwSZ0rvuQH9J3Nq/bJ2qqR0DtVYpKkOWMKsYRvR2+oGEuXapfela5z/ACiNGfhiOFypGj3QsZtA0o1dYhHTU+X1X4euA+E7t6P2K6Xy6lf5QhEffnhGVm0XsVq1PXqcUfGHhaoB01dLpKpVCHLWJXwVcENzb2xZNVruNx5xns5FRH/i6ZQdJZFesGXhLZ/+emyrN0WCpDbmGATRdbFV2KroHqjfXFHpXb3L/dcd7Rxa3OZPg8geE8WNywcnkcsSIDCKehrfvCRaKVSr6Hm+YHKS1+LaxR1J+SOLyGqJ7XifUN2dIqypWhxBrpVAckqqkG13Jz47NsbPUppFZv06hVS1Lqq5pXX8xrv2hKFKi01XxYWU9G4oYypDFy9lJASKs2pNyBTM14vWMom33XrgJTOrsdK8ExFWtMkdSq9TL14R9j+DJCnn/wD5RhXIgfENW0ufyD5f8DVDJKpHVV3+8TJw38F69wD7juFo1JhRbJqklvQ4+Xqlozlj2N6ubZyms1VU5zjaSrykpqSQTUUgrvo2IrdKVKA9teQZCEzhJWydJdoDmubaqqzWquXxNoMqTaJJb0A0V1WqvQ4oi+JFYcmXcV0hRj+i0tlb2NjuOotVgw2Uqljr3vMKyOftlUjDLITGMTqG1pQ2Kw7gj85FfgrFFLxm9gaxSSCSqUpJL0g8cKKqqilyySFXUUJnkaO7oFLetPLGnXRXLJe/R9Q6wtREpU6s2vXCx9Q83OpBcWUicPfXP/dc1U7oBZ0TK3o/ojrlI0El3NEKFKG2KkJhbo506ombX44ENRKvQG+LUZNr2QF+y0ks7ZgfEOjQ1qF/XVCh9QqvbIOjmojetA+uECnoqVX8orBCNeUczPc9ruilOhEt9+Eb/GiVVRQrRKSX8R0QRNmoJUcr3MAMix9MP4sEkt6AbpHtjqjTIS7CVZKVahQ+fZc3n58HUGzvNDXKQVSx/wAIVmh+xDSdrapc3WNfOnah86TmpKSlfah7wmi0dZr2jDnaLaqyCJks1K7wNJFIXEo+yJZHxxMpZQA95GIQlWuh8twecFSftdiuu4fdKPGil6egYURWmq5oPGZKfahE8odVrXsq/uCZw231XH+g3lZ0k6Sla4RrVJs1UlbLI1wC7aJrpNVOkqr0BJNLL6YKWIrvQmk3V7/H3Bn+hkVkQ3pLt814SjDXdBEElf4iNSym63wk0G8TECytfmCESpZ2Vj1er1YRTAiqoJIWVZShJoynkXoJ8rliyMEs0MJkVzqQlLVVtQYBcvBSclr2BGKeu4LoJen9ICUCKh2vo55A2vALSm9PW8JxSm2QtST8Vj8YGUDJhDcmWCmyUrpjzdDXcBhCpBYj1lsEKgljqqiCqXitesGwIl2/eIqQSlfq9wwrXhgMCf6Ai96HHIMR2xI3is2Kiduxg0fFC1JTffTrgeBlUrXHGTK+gNKgJZFp1tSCC6iXYxscULOt9ALhxvV7TiEot+IWuqlyuvlAirqV6ABcupSp7XgClzS38Q15aRJQ+xu5eBW6pCyPKVrhe7fWVqqFS9IeN7QN0Uw8hq1I2trEBrPEvQ8wVOaRsput4CmdTd9Ax8l+O12Gjh4KTLcl7Wt8CFVm9MWkNZa7Qm9F01H5H0YpH5849EyvY80RYUvp63xCEUpQ9A+aqicTzc1veu7ARLDLsu8MXsj09YCcCTbXXzDJm+R5OKW+iyEJX6xipAZ/yqjXYbomSbK74ioYSNCyPliBYfANIzk+x5SPfOIqFsvMM7pBg8FZoFAVmDzUkps0QU9PjVROMO53hCJfT0ekDIdIEULrtYOfqFH4NI+16r4uXPK330hQYm9cfK3BPa2NxoGEInSlTUsTj9YyqoqlmtAVGMrvWnlgP5DeaKljihe1SFpyJJVwNey4gND5AioHVJ6GnugpS17gEXNKV0zhMWNFWUmNyWvMF6xAaeGXZdva2wCtH/sBKYAxwE7NlpK9kgNPDffZACxUlUgGVf0AqqSkgIseV6HogxYqUrX9wuWU74SwtbBlFAAqeV064vUiBFFLXicUoNP7LXYMeM3essULoSuILlDK6+4URLK1whafdFIdRXEgiWA8b/KImLyWsAvUFO9EIWWuuAeifuDMYK9v6CJCAPfcZL/6TTN4quMLRlD1VLXAMVdeYBvdmSIGOMZpWygMmNvQjGHKhrGMxN2LT3jBijMS8kIRKrrtBfiIlizN+AxX5IZqwHjJgh7diV/2xXGNqPDyigFDOjFaAzAkpIezgmaIJiEYfwETG12oCw8fbEIF9sH8Rf7MRNvWgT3jNWA8YYibXmEzbPRLZa3xKtZCN6IxBSylcQH8g0ejAThDcgImMJQJwhmw4lokVPL0BXf7gylADbDRdCPfJ8wxoxSU6QV0yGgat1RCwxgWwmzSWXZAYmkfohcwx2Vck1pR1UqOmpD7mLGENsF3GUo6auj0Mrj1z1q27e4AD4LEFX9wbVV+rXQI1gSoW/GGCGsBfcsm1+3jqtWpyVNHrHi8ryk0dvG6So6uxcNVfurXEOQsTZOC9Hbvc8RlOj6UYP0H8qwPk7gWqrqtVSKpZGTzm2r0AbTT1LYBNn5BDVsqN/a2oXhyThs6LoZRcP3VPIJJWbIhYmVJVr1oxhiwhGO1hwx4fIHaabr7ZQdTT5ESFLWjULuxjGEMEY8EYjXXLpJrRbVVJ1jrkhkcOC9Hc4Q7uWdylT0W6dVzktZpzQhgNfwc4530lU8ohz9Rqqk6VxzkOSJK5Nu/evRwiLM7V1QJ2rWoeulApK5sF+HPhwg07VJVqvsXiV+bzc4XUURq/oZfYGJt1D1b2Hh84nEcUnQSSdNWGWvxcMIV4bcMN6+BbqKTdNaUIk6Vy0sYuhehtbX0DBdi/lIKqqtdnEOS13b27G9f28AWXQIzXU1XP5otcuVCO1GHMOmHJuznmrQfQFIKv3R2qSVRCpAhcaMTljCF+/tXr0evyBzSRtgVPJ5xqFCmVaq50510D1SFJgrQ0o8GDbG40iSal0yKwywnK+q4h4uxo13jZJ0kg/lVJB4zerbvXvzCilYpfYx37pWoSVVQJVv1r4f+ESk9isCJbFxF76R9rajpQ4Lw19cqTqhtizTnqFsquHcwXvKBF62M13o+Hf6gmiqV2S6vLpEMTq2hyRcm+8QfQ39TBZT+jknTWoeqe1q3jmhCN6EOqA4Cuj3+2PqPS9XEmeNNOM3QNOsrLErkGEzexeFcfFDMDdwdDbitC/PTHNE3Sv6GdTWqunk827fhzjrFyPhPaupaTpWQvx9y/wA0b/vgOF15SU3TOMouFcTQODal3EUN6Ps+5rwgOmtS1OdDtX4DrVzF3LV1ZTeDg3R+fNzN31KUMrZK10MNkc2DBEdkuO8JjV/apK1FyXrIxr37iL4voSap7Ps5RNq/qUpRbqRSJMg24aHFjCHDtXxtFyfhFtfsulLB0S9XIbS4Ksd2F68Pmu5jwoKpVNlK6Xlveodeop9c5dkwJNdVF08lUmWXgvCeGIjeJ1S6p/s+i5rV0ci6B4GSP04bnVHaDq4i69KlGpFVcQ58RUnJn3YeccUuRp//API3VF3Rv65GR6resbKhuRjzjdaUpBrQz/7eov8AtT/3qRebaPC9gwQ28G0FU9hqOJ3Jm4m2SuOTzwNfGjXU0a6uSdHpmhkjno4/9035OPGLu3r+3eBlzF1DV01IqkrXIcmKet6xsSrlJVI81KuQ+WXbhejtw6hb5CPp7CuhbqmtKNSKpK/XaGk3eHVou6NlTyWYdWTjrhevefrBN0Vzz+5x0enrnEjrsj59qTDEvCYvN1BPSt0LW62iz0MwxznvHrG204w2r/BHcCcj1QY/o2hBFrTzU7V1kHJide2WMI7cIwiKaIp9/cu/+y6UzeS3ccpDchHaw8PvGuXB0wqkr9lv8RdqepUPt4I3t0dCpeh2tMsLXHJl85Y8MI7gaLBibvQdKJP2s2blgCm7ntn/AHpg62E9JkKl2jcxobsBzahaZf3JPyMKUVsFMRJXagaG5CN/aj770R1ajqQSdJTUvqHvIWqNcucOrTKrprdGkQ65DHQNwYIbnAGLJwrck62BSitdkuf7u4q4OYsY7kYbQQU48+wbqJuQm6vKk4L8MEfKN1TcNaZYbFdJT0FyaW11w4IhIjXrEOdNUnSU1LHGkXWXMOlaj+i7N0hjl4DcJY3geeFM3JK507qiznhj6aMNyEeGHPuDY6NdtaUSIqkqQ5KugLpp9yb433QruUpRrTLWUriLoYqpN0sYbYouloHLlJYgxTlBuqGf/wDI6GSqH/8AYQJtLE4b3DAbFRtKMLo2E1LL0iH2yx4I8AQocyQbK46WRUyBgx1f7VXfOvGh5Rt9OUbK3rTyxr1IUY6VVTVm5Ay6RXvXk45dt4NVWr//AJHcb91dEPXVQrWanVCGCEecM7hfCqk6VJRb9I7V6gaUqkrt3+GA3x5R9rmj1+LVvjXLofA0ldbLf2jJ0TIcJYFMG1fhuw6wk+9opDLydJoe6dJrZKq4n1GzHeSqUaqpaZI4/Ntj5xXc3UeD5+RrdalPa1oESeEwkNtXq0dGPnHY6Iuha0pRdHP0lbPB64BuKdaYZw8o66yjNakVE1o2s0AUW5S2LnQSd0OihbK1iKqjMW8pIWxWSEElZoVoyZ6BbIDrqKpAg5RBy2mpCbRQguRJ+1m5B+OLqGO/dJHm5GRX+YXKzWqRxsFCEmsCKgZAhEhChWu+iRKJYJb0T0RN4m6SAUXSvTGqIzDCUUw5IgXvrm0s6wxD8XcFDt46SVEmVLKzbUHVUA1S6KjVWFrK7Q1dSaqOvPTNX7U6SqRMfojntP3KOmtqwzYlTiwWJ0m6XcC+m2iUqyyDiS6qrWyGFnqSqUoWUkRp3ZrakFWqVkF6yarpWb8IeRa7Kr5B6gCOjKVtcQKUT0JHiQbeD67dW5Kntn49TIVJxibd7rhuBc+dpY41V84lV9D6BG8RofI3HwiU5Rd0d1rqnqLSUatViQxTlhCJo3r0YxvRjD1hM5pdJJrKSqCK0JtFkVy6hBrqSk2uJ8PU3ZXlqOhJTlLqqupSSXSxxqvhV8E7Xwg3Gr3R0Wkgd1RaVdVLdUJHghew3hulKsUlakrLqekI3MUwrc4/mq25KsUlUjYYGgbbhEdXGsH/AGc05n5t3U3JOmrpd0klUqGjXL1c23ruBZcpdW/ucfzUleiYpdLmjf3Ij6j/AKkvBbsClF7o6G//AJXSN81Ul6zjHDeje3B8lUnRqrB1a16h75A76TphyXDZvdJ3Ptbo0j0ywxK+OqkXbLHdvQ4Bobhqq1dHSVSP7gzounXTBUirV1UITQrYRuzWnbl7o2v/AJ5gSuQlWuW9CPXG8Dxzx0yck1s5jE03NaHSwi8rl1vVnUG4xoK4hWvsV+fsVcnyigze5Jqlpr1OlegKuQnfwa0kV063r2b0BKKn+gPpCn0lfurBKomT3RCss39PMFuI8FjphJFN6DSh6P2e/QSSyznh5gvaIb1KIc46b4MLlnT9+RXYuITKPtbWEJyTxiPX2fQ/gR8H6spqlsXHJeMqfyQvD6sudo9KUTjk1wDU/BvQTBK5xq6a5a5IV9ob9RVk6tUhx8bs3J06NgRLvWRUBrY4XkWlKykgSjHfQ7JJYmXvjQidmlKh65XSzWnxAkcxy1ZQA8dFNBvdi0yhNyF75fLuDoT5412BZJY45G+XVSVIqliVBsrSmFVUkLWvi9Y5rxmdDXSO0bVXNa8IvK375AtaO7UgZGeb0KNE4EZCU21ALhnNVPKSBzmE3NcwyqiqlmuIAh/KNUpCjeVSxNdoLlWVlmssbu4QsrUKXLMCpBfUaA4o5XHCV41mqkSVSHR1aOSCpxRGWFoBqZaPsgKuzm70NucMwJsObvQe0ajTXlGys0FijMb66Z2QSuGM2vZCsH9GiaU5LK/EEtKOWrVrNVVJ0Bs9PMFWtrp1MkcruhM6VrzcgmQQVz0TfG5i2k6VmqnteyEq8eSx9b4AeuVZp/TxPoCKObqulT+TL4RLLLQYxUYhDRqq674ONQQcUNRs3O1BsKFF70LQgSbNJSopVKyxO+A3FFJTbVL6De1aK8V3voF7pqFnx0rDCZpilFpZpIK1Gkqvx+yN2WaJTZvHCl619P1BMQy6maW9JK19wXleq9wPX6fitbw110ha9vpBzfEgdnNqSsviDEEJSRJoGTXlK9gHtHSSudy9HpXxRPyI2VLIJAeUqkrKDZJDXbEDI5fHBaFT+hVBur7Xq6gSil2wTBtvvdKL0kJua5gk+rYFJ+SsiO+i6Db+HOL0UUscWQR+ITS8jZgsSKpb1oQFJyBpVlWUrL9kUHSFYE3YIVP2wQ3Rla67gxBG14nTBSMd6Vrh5WheP5Eil8UDIypRALDO9jT3ReQwRotExUSxPLzCoxxFRS1FR3E0ZdIjqZEqnz949MFChxUZwKWTxkXnXtZoGO47AHUdZetUKnNJBcsiiyGCrxJKvx+0Fb2kOV1jwgFy/COkqUV7gRdTor8Rk8pXxoSr0p40LHtJzd9Ctw65JXIFKxNUpDRzSc2vr5sIDUfBUq6FicZtT2gt0OoBsVMu14MUSJGb2BBGFrmuAFEIlmg3VQ+/BMhdeMMxUS5WvXveoXRta/Yq/sAs1ZCS6rsbkPpw5bUmu3tiMDyq9ljid6Gt8Sgnrzj0L1s+bUDxS67ggSFrxCDxk/Q6HCJR8arrCIVBbLCGzgkQQgUZNDI/2A6SkK/InXyEtDL+YsiTxv0ETFzc3HEom12w17FSRDn9kY4k0ZMRXXqwCvxvsBZMoRNHetDo4RQopa53XcFqllmu/wBQFVPyoyMukgtBLvnv8/m84EUILlDzegB1TTf5Bba0PG/BSe1A5pXt1ecSOb0BQqoraSvhAGXUVrrTdcIpMbxXSE1Ypa8IHPpzcTE1gMFLErUU9PT6wKsqqlvujjYv1F6h7KbNr9PnAUTWQVsYpXWm1MsDHUBKx96VS16wIoeVxMfEqgFF0gpzzQCttAtc+X+wCW01Zow0UBODcqAjl7fQBTiNrNlAOMZonM6ILqFqp7XpgNY8rphg7h6euELF4Zc30+MA9htXRUc4Emq8iQWFU1+QHViqFvFluxIx/wDYRgqqrvtT6CN6b/IeiWyJkaxvDJm7mBdvUr9xRGG9CRlUvwjPqMukkYgjA/YEYmEDH/QAG67FlfehE2amjHxiRTqgy7IEXtmIwHow3oSgXfRCEN9SywrG+R6JhIsVRKJfjGSmBiCyMSiqXvQuNncCQgaA1YhvyQhHehGG2J3khCBQEbwevq3/AMYkPEEb6QzM+x4sBmELw9CKQzWSSqeXLATNeiJSfAMF+Ysq70MRhuRBfYJTfm5oWTMgRjDksQeicZGSLCnFpY2s3rFBzjM6PACFui4sUgbR5vvRO3D1AFFEFN07WV3QqFo+8vAhS6qVy8pJUiiC5YFq7hcF8btcss6Vp7YuxahNkEKQ+5e2zRj5IDiXgKpLYrBklNxF0uutewdUPKPoW5Wh0mF0a6qrqfXPBUhimvQwwwwLDm3R5Pq1TZ0cGzcPsZg/dEdbKOQ5F69WtgvR4fIKbsnjBqk62VkIE0dvBhvw5wwSbqulfuuWS/pZV7B6gspVglSjV6k6dVDkvVdqFbcvYR5ze7O+rVCOMVaUqOnVeQRvA6RKt6rCJa0IxDmmEnWxWr/Z9SWlBUlQsMa9ewc9/gCotONUktiq1yZDU9bSvRhCEdrBg6hsCNGtXT9rQySpK+FKsbaLf2r0IxvRjG/twCckdhgbVRDhXYqD+bXQXSrkITXcFJ6USa7KVx6hCxq7fy5wYpQjqhqLa0WwSnroXi4+lhvxj1QEHKTBVI6Ss86+TwQLHBtQ3fKJlYtCSgoOro0kHWRt5Jcq9ewRvhtTTeakRVVLHJiJSi34l548wVXMUuqkku1SanIdBWNdUxcF6/wcPUNxK8oZ/LSSdEJX0t2/HrDuM/olVpmuwg1YOmtqmdDDwRPXjCN+GAO3iaU3NZeMWvw4AA6ubSVVmtUq9Q3Ghtwjude2HjkiTpUiWmQkP2DSVxoWJpN1VF7KSOkq10oYnFwe4a0gTYDWarU+6nqGxcmG3g4RuVIO36Sq6VMpYh8VKUXCXgGq0iiklRa811Mrn8t7nhDgEorVMM2/B8rf1U3OK0zIuta15CeKqQ9+EC347Y+Y1kEu4Prj+qZpSitzjXYs/YpDwrJENhUvwwRje24Q5hxz+n64Wi/CDd4e5ylEiJ16NdnSIY161IS+W/zbvkHv+i5seKn4PM5ks2chMlvvE0RQolvqSQa0qygwpR01VSx2rhRI9XDkmjCOHrgFpySq6vw8A9JdiN+CipvvsARb+YLP4oUrwDBrEohtgtB1yVcnevACJUuVBBfjDoDWRuVzHhFpShqmyldlI1NI3ujwjttw/hXtSOqLfkOfAcyFa8csB8x3ksQTZu3TVXZTVU6ZyZBy4Pn7wrWXc558Z9m0ld8kq/QpRJXHUxFSnv8AyHQKEuxfqpEVYOkzkOTHSMbc3YcI+KqE8JysrYtMpV8TPk273PD6DqFyF2aqSRNiusTAbnwbXP5BJ8f+Iv4n1Hc54Qn9ziv3XHZVrVvWx2/DEt/KhzdY7rcl4Q6Lp5qSU6IpXHxSzu2SdKkVdYi+nwG/IbLQ1Pv2rr7UoF1UOTGVb1sRTnhDhCU4vYqPuNlTCSXY+Q0DwhUa1oalCXR0MlUI6xHVTBhhtR68MRotw/hjSplIjV0rUXJiHIc2EsRur2lmtKMF2CuORcnkLz9YE0BvAQ0mqq6kXR0Ml96a3tkJF3wm3HvQHQrgrtWFPMCJTSV9Pr5xx6i6TdUNSh6Lfq4hD4nCaF+9CIavmDqi1f8AlFzmXlOGu4pCG3EsNyN7c3YhU62b9HZqVo1g/artXSVch9b8I7kYbkRr1C00/uIfkoulFZ7XIbr8aG5A3BGENsU3D+EFhdQ1lTSEXJlpVYwiWPBHqG0uKOYP2p2D9Ii6B8sn57kYcMA/y2L2Yxpto1utouVkLkx0FeKeG15IhfcFdIqkqei3+IuhiHIfbwbt7gGuvPt64NLZTV0d7RdfTNaIxj74YYBwS5xWmUiU8wVkUpVgfmUwZMddu8C3XYKgdQgVJ0lx65MnmGqvmytyTrZ7BJQ7KvapbqfPDmGLi7pZv3B/YOkD1VSmwRv83DDgG30g1SdJWWt8UdNaB8CNCU21pRIjpKoevjYmuABU1c462V9qXOKyXWCsXe1PJw8415SiKUoZU7qgc3hOq3rZXOW/u8wb0bdol/aukjoOskpDljjR82ELmNWQupK6F01S2LTzBdBevVKcpb5DR3MPOHFA0Iq/SI6dV6h79QvMDKYuZ/5HRZ5qp558dIm4WMOYBXOUwql9wdYi6GIYm7tXvXzAX1BxQ4cUYwSS4h/IFcDJJKnV9kbAq22Ula44XvaL5IUcAGsXRqUNSlDL0W/YEdILYp65db0eCI4y4uZuouDSm3Lq7NoEhq5mrhS1bwhhxTaUIcEYX8A7q7otJJK1GtUg2azTpZZDkqn4Lwm42bII8HnhEa0zRaCuyiHPVya0NuG4N1JTrVW11vj53pvwaK0Mrs/wcvztT16+xVTX0DH278L+Esb/AJAsb+FW6O5J1Ku8otdkevUmkx0jc9aG15YB/cGUEfV7SkEnQLSVSSHGrlPChRdKJJ7FfkPXJXG4trp0nSvHDZxkD4nRGxZo86jsVLNBPRdKWRFZoYHe7KSlKjDRB3UElUpob3Om+4EChFPLS9AMrmISmp0uIePvCMohwvtAFVokqGUYXwKsWWHNPWxQ6bBeZOUHihACu2mhBLEiyqqQki/SdWQKfMhryyKqSs3I7ITqDiFvrlaLf2qqVTpEGoXQ3EP2FqwVIuTobY2tKk1VUgArS6qSvHIMJRzNeKrVW1SqBY8Wm98dopK5ihro2s3Nrn0y4MMeYc/pG4F/Rbq1x0OMTDAN1GTx7mpRozZVlphPSVzbpVWVKHSUKISm2WOcN0bm1VUpqqQR0Fp+DkjWjVWqWwHVfoDVKZbqsH9r6Y7VTlHsM0rnyZBufn5holNsGtM10sSuQQTxkWxziaOi5SmyhVS9Gb6l6AyvR6rVWVNqC1sdXNKq1zjthPRyz48XZrqbdg6ar0XTLWe1XvlqGLk88OofKXht8CLqgXX2o1anXo498xDkLGMC4dLgH19StFWU1IK4XOOqUYLtVUtlIYa5TFhHBwYdwHsGvJ+bDyjFWCtqlXJhr7YEiqklXla4B9ZeEvwL0CrPVoFXYTqtD7qqWFTbw3oj57pe4KlGCp9lMDkqHxj1cGDaw7UfIH15LQ5MzUknW9XxKCk1Wb7HOGMbm3SSp0pWOS/5h5GiFc1p8QbNSKyutC8hJomizVmh81uedKqklJHP3YjpdwfghpSlHRJrA8jzRvhc1HQIvy/Ap8FHgspm7elCJNUqhMBznPtXucfY1HeC1hQNDEoai2s91pKlveWMOv5CzweXBpUDRZNitSNSVYEPxzc/DtjqNF0bKSII05kZ8iJeD6gaUuXakSdJHOyP5Yp8/UOgot0nVRVK0IfIBdxjjIaukq5D4u5HANyp24qi2FDEpSgXNtWrmQ3MPAF5OJx6oG4+TPXL3NMVaqpdMRnSs6Cq9PZpWi6/TJeEHCv/AMpqcndE839FcYgajtJXtkAbxzyQvMWbmkhaahlc7K9wKcpB6UJTt5qR0lUgI1W+y1diq9wbIaiVdTBVTtzyqqU1LLJkAOEjZoKMsriKhm2cTVc0NXo13vSuWT3h2g4lKzQy6jNNDxJ1KqdsEKKzc0FSCk0HJFAa6QKeMi48JqoHcIWuaBZTTRI4BRCrYsQK5aJckHCqABcFm5oGsgWIVGXoClWj+SGxtaNm2UoEtqOSmyle/wAIOH2BT6jTkaFVdK5rE7IupGgmtFpTctc+SX5jpR2lDNamxa9TBWrFGs3T0ekrShFUseygHWEI2u4NynRyOnqD2UkdV1pjj91lCTUj2Wbv9Y+h6eT8UOdU9Q02ZZCUfkV9xR6UfOalCzXU3U0Q5o6ilc1kDoRrmEpv9qLS0FKVzXYFYIg9sBoqhkkkg2gzlA1q0lJC8yKso9kOpAsRP229BC+YTc0NrWSC1VpNVGdG/Zqh2lra63gJSNHTUrL8ijalqPmgB21+fB5hCarYIdRzmlaJ9jR3PONYfUf4r0R1F/RiudGs0iw9P1Xgl4sLeWjmz5gAE1ZVl6Jj7V4bq7o3L1gNbdsZVcZsIwbKJKpJyu+JxIqFDRVVqqQPq6Stqlln0dsWjLJEX0lEEZQsI3+WTtFFxCTRbFCy/wBQW/BNdRBFIEpt/TFZCcqCyKyq6XRCMp+IPx+hkVNICH3QYpDxWXjFNW3Ofg8oogS10A0Ccv8AEogl8+cE35QqvyrL2hJRS1ldAUYE6R6Jsv2OoYieV2BBY+9ATZFlahH2DHvRcqbfQKq4spXV5xSsvZAFZ2lvWsOAInloZxyRc4dAZWkLLO+jw8AWvKQ5KzCh3SG9fiDLsNFJoZOKT1rBK9pTxoWu6Uy0vbCN1SX8Q0SsYMZPqVV5X9gqe0jNr9gLHtJWoBi43obXgdQ+w1V8krvWPV4woIor+kUEiJpFtRmymHSEFS1Jh9YNbFSA6RJqvQq9UQc3lJJBLAk6CiFyO3AGnR30CwL6ALKfXdD5AiurZiGvUKVipdjji05P19IDnjZd4Yb8j6XXm4mhUP6QmUehFLtiBTJdOvl1NwdT6kfOP7JkL+keOWy7ZfRGKys3ziRy2pOmBjiboJlh7AkWAgU1l2xKFkM1iM2Zjf8A9x6MUuxrwDBU+5XL6vqMFzvHAew/9Ejx8aIfj183uGYRSm/pFZ1LXW/e4AV1Adoic1rNxAKsrytToC4+nZV9rKAzn09dYAZDvRTBRXtgdY3cIL729ZHS3QIpHvgaGulorUAzg9qLTxAzowH5UNl4B1D8qlruRFKx5Wdr/mJKHm2QqUj4quMUxdFSqyXocQDHWSVzWvMJqKclp+a+BjRtdCvpBekeKa7lCkctWaQDrHleh6/qLlyTe5oVgKpHLAHooVNNAisUv0i9dOy7fkAykUpUpXL13QraHjHEXRNZHACx/bDFcmvGC9eKXJDOu5ZMEVVVzqvcALmE0GrSgMtnBNtyQzSiL1CihRP4Qwjmj/iABygUNloojBKAhhzotVLKSFUS/qATRVdSMRN7YwaAmPFj7YzlsVLwRvemMKREo7QxBPX8xm0Z/ozDaGSm+IYLHehkPryKo+TJzK/o3BkegWakJeKV0MsJ4DFfZEkZosJnR6r4rsjFZTgGi29ILgeidLfcsVqmHjGyxCBxpAMRhuRHoR3YD0Yb6MFGClZOEJut4egTfdP5CxOAkAmGUaBjwtRI0NaouUFZv+wZPI1fRCEd2AxGFqPQjfGIbY1gy+iJv8QyJxjuxEoFsrIEYhBMZUgr0B4sBKMe/wBsYxaiQHNU966Xu+oARLNzuh7QNbnmq/qvDRFvwfVXgOucf0zQLX7LVqLtSza1a9VhCMcH5Dv9yJti0yRXHryo1S1o5d7DGEBw7+lKmUtgHotWoSulUPu1Yxv3vOPoO5lLYtKEVVqLnwl4MG7EeP6y1N2dnpzfqFebF+9SrRAlcheNWhhvgd6ySpSiyK0olUOckFcXRjf2oxwbYAWeOklSKtbchyVCpBjNVf0NNyF0FZSpTbzC9evfMecjssSRoZg6pT7U2ATHPj1+GEIYYQ8kBQhTDWhlSUy/qEOdWNRJU1+rejgNuxjg3LwdvYOkthNWGP8Ad69bqjC/AB0pQ7WnrXYqCByX9HDzx5gnKnHaG4q2mdEd3UJP2rJVg/Od1KhXVq4Sxjhje5r2DCBmcHTp0u/V9u97vWFlxrqi3SWhiXyc2CF7zho4ug2KrsVJKvUPpFwYdoTyyKqC7Iwnc0krSi6Uo67I5SGJjRJG/tmvxhG/HqCu6y5pWi1ZrBX7lgrpVozK+5G/t4eaIav6V2BTLVVXEnkq5Uan7gG7BvTyqrV0wf1yYZqG6pf2owjDcgOhcm0jlnHFMJuQK6SarpKqnxL1Wub1hqycKpT9lP0Kmj29yF+9fvxEaAbpMGpEnT85znLXNXNDFv4IwCZVz/5k/Jza1TBGBtwM+7oEJUhzTbJJ01IqqllljW4Sx+Q5nTdGqpOk5Sp8QscU/N7746hF1Narqqq4hNDi8w1intiq52ogc5cTrHPRVa2cN8NdH7KuNXftWB3T1qlWSSw4169A0MG3G9tYBxb+nSglaU8NKDqlKlEE2A5VqVscuJCF6MIbuG/5B9UuKC2UwXVdY5DliTd4L+3wxHyv4B21KUN/U2gq6YOkGq7h63rqpxvVIwNCEMOC9G9AdfFyNcUkc04xzs4DdaVJK6OlJWORN65IU5C4DQgqa9G9zwGvwMNg8IRti3ZU81lVP/KPCc2BY0PMNcmR5Ie9wzyiv2efyLqKzWWt+Iga16BBec1r+PigYsMvfPpwjo+IFLf6KD/HkYokjCal28n6C0xBmMJSXYDAeyNQURUlAmJ/0CiMfT+QyYzhkVJG30MqJpp/RboirBU5OhWvw8wWHtd6GETK44FAcbVM6xRPhYSVSIlSjXHr4xye+9w/kOgUHdjNtaLdT+OWteiWA+cIQV9gGNHb9grspqqdPsm+QZpS0c/sLLR9bNLrUnSpHTVXYr1O9j8a96o+UdFuT8Myqv3ClMRcmTi4DbWGER8jUB4RVcRKmWs/xpcESje6Mpxq/SmsFSOkyZZTmvHLwCHtCtOPyPqW6G6D7UakfpKkOuhjkqbd7g6t0bj4PrrWtPMNgOlSVyXyZWG+PlhldE6YNdlNX9epvTg16JdzBwh/QV2aVDOkKZaq49b7wlWvdcQlCH0BdHc7SlAv/wDkdy6sh1xa14ikN2BuuENsbp4PfCs1uj+4OrB6gTHSPgw7WDh6xrlyV29DXZUMh96JXOTJrQjwwvRGsU/cs62fs+i1di0igeyNuG4CxjDcj6gfj2B5o+hni6VKUW6otXfyVfdeveYLrlrpVUrJXEUTsj9Zdb45jcR4S1VVfsanrB6hlkMbK7N/bGwUw6VYOvt5qrXanvbIKXR4Dwhu84Fjr6OpPGX2yrs9g62LSKeQrgxuY3DCINoq7uUqSi6eS2K64m4puXyx3Ybo1O5qn2r9Iis0mOXLrbnMNgpZg1plrKdJV+Icm2WPDCO5e4A9eYk8cns3UjtJXNAC6iM1Jq/lf2SsDnOTbvRweqMYDnKV0FKXGuiNaZVOuyPiJOqsd3BePwR9Q3lhTbWlGsqaQ5Dk5o1r4OjfE2yiaUmtSWoFugoXZVR+wxHqeSfcU5jDSI0yrcu/Ik6/tTmqEV3MO1f4BvjGkNlJEVSVrkPe0r4C7jpmLn7pdlJHYP0pDomIchvlww5xsOwZqQ1ulKHSpSoqliLkyVS7f5wBVE0+6YfcKUxD6KugaHDzR5g97oCLF2Kso6Q1SmqOlWUodFrJOgspOiEnQLQGc1XS2K1skgjpCjGr+ypRqRdCpkGLCMOq9G/Ab8+oTud0aw+oelErWbX6PMFr7FvyjldK+CNq1VPSlyTo9EOj4xSJYUjXtyJY4IQjzXgEjdxdlcR91ujos52pMh0hjkN17pfKOn1H6SUqbiVcvy373nED0Kq/stikP2sMPKJuKsspMruN8K7WlKkpXEP0h0lK6dKzlK4nzHHKS8EjBVLZTB19nPcop0sBL/PCG5fGov7oLvPB8r/56izumRD/AN0lWOS9hyoQwwhg9YTJx7jKj69oqkUn7XOg6g3KSTpdKbpD598H/hgoamZEp+TH0a2T1jqdB09sqlF5SpMcsDVyGF4OMhXqR1JM9/APK4Qjo+ld6VDUq00MPleipSIHWSFq22K79lfC0LYMpajX6Tbcw2LNAZ6SaAE1E0ZQXqI76HdIMbWaAXRfuoxObxFS9PqtZaSQIo+6iakdJXHPhxD7V8JXSWylc0J0I0m0oRJXIw+cI3IMcZdxrRiSTCvZZZ61YC0vSiuOkkqHlJIyrJKuNaeMVc6qEplLNcpQrpVUazSlGKpWqWX2srrG3vSqyj8cIF01UlbVWuQHAaM3E1Bygk/slUqjomuAa64aKpOj5fQHR6UoVJ/apKkTXJkGIUIHzRJVIiTpI9cmkQuAwVL2jOfuaZqyM10rsX0uobhGgEqBoY7pLHnl+Qhc1RTXZWylRt8W2z0jqysQl+oKZ6J42z5vuguYlOjunSVc5zVsfDAvNeCV5c3Rb9I+ymqB9vLThw8A6xdQ2SdOj8mEkLn99SS9MUUemxXybqjg1PeCii6UV/8A5MgSvpJFjDCB2v8AT7Q2Iqk1OQ+lXMO9xoZVKy4mMCaMaTc6l7ITCQ3unLbkPApQzV+RLYqBK+Jjlrx9Y6/4NPBz9ltXSSqRJ5FY6OUSMcEYYA2oNk1SdEV6tEdRoxFq1SJSjXH4xBuSHQn5sXj5NtfZz41CKtVZUqoNqomjElUpSqWINqpCiGFKVHSSRK/z4BSxYSlZWmK8fImhOTjxYZc7RaSSpLIbPSdIK4jBqllky6ozR1G7FazVQWmjKtVe6ByOlXkPH1uxEkq6aq8f1Bg1ctX6sp01IIuDWtr3wtUWSSVmpCcOkpOCCacoVgwS2U1qE9Q1kj3ZXYDqmXqtKJeLCKFHyks6NOd9hYcSXdjSjjJTbUbGZCi1Wtq1Icn5DRSwV5U+JlBxRFLTUpQRNlKRqD+hvv51WqWlEFNCb0qljh5se1P2o+4VqUbNtdMScN5IspAJW0oGImSSzQMI3srVIZMzaygylXyA1l2KkXG+icFJtrKApWiqSotitKDxEbaLDHmiTVpNVskgbRVHKv8AesTjDZmDBJgNf0FryJmNAKpWqotXZtWu9Bu6f8kFK8JudGwvub3BYq+SzQscNdntSKpJZF4Vq0fanBtDQVSVlK5AfFCZs026G5rfRodMUJvQ7zStDzUpugNJf3O2uaASGf6ORqUNvUoDRoTxX1HSHlBylZoVL0eHXSN/Zox6PlfjA6rcbkpRoWOaNFLFejRXzS1A5WM0bgeivFAVWjgrmmZ6NWOw3oUL0T2PX9Bt+wOVFC6KW6kNqQuZz98y3pVLujWqToearmiDoz+i5tcazSbWV2+yJND3XY54/ovesgatStDylZWPrHCOquaLmpbKStO6NXfMOVS7PVf2sIjOeI0Y/Zzh3Rkq1SFbU6rVXTqery8A21/Rtl7YSLoK46UoD3MUGUFItQNNSssivjbotl68UBMjSs7p5BNwMjF7ml9OsdcZKbRyShjogSCqXYE4KDFf0BE8OwC39mXSRPFJL16+QUHikLI/pA65FeVxAYGktWSNFLXRiKzG/UKJ+Xa5et6IHUdWXTDshZN46Ctd343uiD1xKr9oJXdIcqELqGWw9R7yquWFTmkrIK3lKpJBG9pTLlcwRdJbCkNF6U1+YSPaSCt3Smc/23QscvrUUSRoIPd0rlhQq8VVzooWVmqiF/Occgb4yLRJTBamIJw8UCCSkt6+gTIaixEgsIXepogQovbnSxPi+QRsZL7LUIJb6DEl5WuHyAEylr0xegBC+4aGaRwSkqAEVwSkYNbYFFeQs0ZvEAqxcsSScClaIexPifTf/bkDxizc78QySO9K9w+u6MmLvv7Dsgz55IkiWyHqlra6wHow7B/f1CUzXCFY3t2RLCb3BKt8hgxuVyO16r4yYqQexass9vim5/mPGUyx6Mcv2xWEdGbkvieJoKqCpc3Jafn24bQuhC+B1bICwqZVGO9Kq6cdb4GUgr0BM0Zvxl/MVGjahSiUfJFSMrpnA5z70JrehruCsx5QND9PgFUiqlrkgVaM3/cXKwVVAxoWXT0grYquIMtCVUAqylrKV0CaG2L1VAOqfesgmh9Iglou47KTlspuQBY8rKICz/B7xQva/wCwR9ikQM3yAhz5eRlZPkBi4FOX0/yAj+x9gqsZqUoAm5IGq+NAjhNKH4AoaBHEVc0l8IXqzUs1r9AcsfLAKmaUAoroBVAh/b7N4XrRAip1QCifllZ1LWVKqChYqQysr3O9hFBoTc6B/wCw5WstvX5eoDmLr+QIVLyQiZLfRO/pDUytOAmnEegUeiXuDMMSJYq9zsidZPgESG9gZ8aqDSEogcyWIMlsuwJJwtRmr1hrArijEOSHow3R4o9EwA3cnCN8YTNNHoQ1+QvIWVvWQDkv+zbspUIKDQ7fpesFHJ6AoMml7vMA1GPcGRAxhEkBkqmvFEiw9AFOJiZD2omcooLEWFNlhPyHJV5oqWPr9RmBVe4MRheAjoVrR6EcgRPAWFhNEIFSxw1GZneh4qn6xgsUlRkpQTWYLpiZpXoDEI3xGM3OjBe0ZhFX+IJSUlZrQ6hUn40ZTh4qv6ohWwJH0H/SzSTVK6M811Ur1K/rw897avj68doP2FM2SVgRKaZWteqwjzR6r/lHwf4FSKpUyd0krUkJEP544B99lduqZuSQfqtSbKxCmNWjtQvRhCOHdvjyvWQlnfg6fTzytDl+vTLBIjqhkq+JAhTn0Yx29Yh/RjF0q6WSyGq6UF3Bt0ykYXow/OAVtHqStF8Q5L02vtX9oPrkl9nv3TV1jkQvVUuLC9t844H0o64xc9lKX3WlEGCStckokpWthLGMI3y3sN/DtRC2nqW2K/eq45DoXq5KuA1/BgNG9DDu3g2pZRJJ0RVJqQi8+BEuxD5xFFM0WlTOylXTDEPLKXGx78N2EL94SmnRaCxaB7gkGqrp0q6YbFQOSNXGyo3r9+9tYeYPdhzXWysuWrDEwQhew4I4dwLKPlNXSaUqXsWokYm6XgNHrG1OYtUp8pInTqmw38AhH6ZbkflDB8kkqwQVVSr1C5FX5Rv+cLXhmtAtSOssh9A5sTD6vICW7zZTXYs3HqejzBVTLFWlEiNUlcdO8c5TlhUv378L4eHJHLZDk45Yip7TbV0kdJJXHdJHIqhhhEsb9+B4XtqF6F/CB7j0VXT8iSuORDSrX434cP5huyoZJJ+RJJrXOe/shXBe2o34X/lAZPRqVzj9d0kqvIPjykk78b8d3hjAdS5I00iGD1ZsDIiWz12CuQv74e8a5dMRJ0kebUxDVMng3BfQ1KulaUXdP0iEJUqkOct6PNEEOqMlJOlcQ9e+YlTShGHAISWBaLUtM0+Dx0qkuwlWErFqGw18G3rwDmz5dgwujZUpNn0iyOogZuR0SEE4KQvRMchowiaMNuF7avjoih/sulEFUsSvfKettbV7zQ2/IPmf+rq5HYFzjK7Ki651iPIkVdJGhCsQ0I7eC/twvQjfB44y5Z0K1GKbPn/w8Ua1oG7yl6La0WdA53qitcykTwUIeNYpi34QwRv38HCOdJQlVJuRh5sP0Gy3U3bv7qEmWz8dejkpBVa2ExIYMaMcMYwvbY1tT+HlH0np4ShDBnj8r3aPKEmjKaaWOMpGmpCJ4+h6x1NUgR6kQiTX5idQeTMM53egIr7CmDxL3/cK4Iq/pBZizaiQgZIM+kOQLFH44iZUPFE9EXkQSBKKffAfazPqKmzIHQZAxqlkBiRnNV/AEyChUm05L8gc0O6aqzUlah+OS/DrDNOjvFDEWPKhMgNOSD0LrKUSqbKmH6RjXo3vmHtHUxs9XOnqHNxsI087aUJtpqStkM3qhfbT7dzp1A+EKmbiH5NiqnqeWJPpwjutyfh+ounkti0oqQh8nKhrhHymhTyqSUp0kRcnEOXXCIqPWqSv3VU6EzjBoLInKLj4PtGmHtDXRpEdbKqLkzTgpoV04/TmiC6K8JtKXOVKLutanO13p+kauma/uG26sb2CN+N4fJ9B3f0zRdRJVU5yecdBozwkqqtTtVVSHQdFiU5T4cHNf2o3gHCiLWtM+mbm6QdNZlM0Db0WuabsUmWW/txJzR3YQHWblbtaLplqSU6J6UMWO7CML9+EesfGNwnhedXOK/ZaqtggbEr4YqE3IQ2714dZbU8wp7/ylzj8jKkanFvJLRjCOAxeHcvwjgAhcRXdfo+kaTQmpHmpEXIe/XIfaNAae4aUzcl/5SgUjumRMdVrWx0+GJON1QwjV7mvC8qkqSi7qEthL14EIetfTUv8WPB13h0plTLB+lZOiHJ5IjC4snQ91VDXWsNiq1DkULUOU2WWO1hhtwjASY3QP7iH5Gr9WvRBzwIk43U+Ap9y9zxCSlLj2D91s+hnX2dSPKlyFOYxdqI1ikaRujYUo1ucuyqbCdEidJUmQpejDcjtRhDDeGc6HjR9MUZSrV+lNSVIp3gYq2av7J0lX13I7g4bRS1M3OfeqBdHescqQY186fZjGOGHNEdAua8IjClPus2o60in2/MGhLWwtGwu9n3LpEVaq7Ka5FU9+uXq4QwZU0lSiWaP3ihHTtKJK7FVm2dfG4MIf0UZKURVLiwBz3oBhWKW+/CNbpwqXQl+sbtB8wzSqRAppuhqLdKoOksghsfg1gGm3QEc9RuedUoqeyORrl9oOIppUWlKapDc2tG2UpLWACeUSJKDkNeJz9Yys371iHFDpKbZKpEOTplGw0nQKSSR1XSp6+gErxuqklKld4OuP7J533NAuj8DtzlMq7PoavRFI4bVrevGjHDjE2o9d8J2FPXeeCB/NuoSXpei6kEiP2qccX/ISF+9CHDujp6c1Kokr2q4JdHSdNePiVTVr0a25u8wnhiykZ5aC7jfDXcldQkTYFKIHPpErQvl5r1++OkUXdO1dZp0T0vzHzTdF4EKBplU9MsFT0W9yyOGZqmP0oQwRh+YQIreF/waWqqX/IaLIfLSwLpwhuxLHBHBwB/dx7odRPs5N+kqLJqQ+crhP6irl6UqMHTrYrrSScXyH80YQj5R2Oirq2D9Kak6IfvQiLJZ9hH0mxLK2oGXNNAq7jZWaFhS2WdCP6CiC6E0KKRRmh5WiAKQS5IKM42a40ZJY4IudZpKv11ZWRiVxBGEp1mssMrnSylXVlpfIMuonXWWUi3CN2hKG1OiWQ15+gqrXCUUk6NZpFmkE69GJK2vsDbk2wBXYq8kBvyazVT0fySXa6xUpR6SVkqkQ5D6I2SDbku8BlmUq1VywbxBETpUXRexdipJVD4McujDD574k8V2K1lNezjg6hE5tKHSV3zoiy6qhFUkiSufJE08mVxcYHLXjdJ+/PN9AXQo2ysherRCqVfLxwXRDaVZK+2OhM5ZrYInQCStlKtOkMqUPsDNJZY3FOjklUpqWcF0KHsrXLDC0aSm18UH1GmlZrEP6gYvQiTVWUKoUarAGzXiNaOculVfuveINqo1Jqq6IqriH9Q0hopsBUg2xlSCSqQ5msSznlrwbEd0kqrZK4iABc0zayhlJCU1Orxxrj2MpU/HDQeewSShpDl4ukqFTj2Blk7y5orjG1laBw7WwxmUEXtTpTcQEp+NAyreUC0STUgK2NYtenVx+IL6DMkkrxx5035IDN4yleTCUZsekStV0uP7IMRZJClsRWaRXogwpQqHfayEEN6FhGCSqsoDnmzQQgvKAcbGh09mEkoUBUjQUpUk3IDRtSAseRmjV0g/Iso8yTVrZAJy+VmiBF1UrISqTQ0RJspgWaL9jx4BYi2lBqzRD5Ci0rEXosJQbwaCCqY2JsRc+cK7F2KFSqCu+pYgOfmtQSxTSVSP+MU5IdgwNYfUKk6SskhrTm510qrKSanxOjEb6s42ArmsTiDabk12qqs1Jhl6dUQap0dELODvrnaUa51gcndjD5BI6o/lUvZH1ZTbhgk1Ok+anPA5Y73g845PSTShlVTq7Fqd0MkCa8I40qzVzQAgyVV3odXd0ZRaqQWLUOwGonnic4cMLLNBcZDxVQdJXolhmgqWoJrj8QFMDakc+XYJKjX6Wuem1+OOm0hQSTW1ApaDm5rTAmxskclo1ulQyp0n6RzkP7IX022oF/XS09A3F+g7FSVyTXYvTGiObi5qp1ZWQOTkWQ8ORHM17j1e2Sp1gWFxCSudl4nHHVG1DKpJfFWAFIXPqtfv+OchxzPpKLJnFqboJqwskkp568OrrCBSKuPN0D1Mf5Xx2SnKGaukiKtUiEqZfCOWXRsFWqp+JxB28FyOX1H0hWVfXXbFMV9fnzAdRf2xQo5lDokSW3QQut40ArPMj/a+BHLwK3VIyqnsA3iU9sZLuwscUhKVU49QK3NJZYVuKS9v3BoPIDhQxeUnkfmEb2kJu0riCpw/8biBM4eJcqKKOQ0Hj8iD1/8A5MTXrCVzSW9JY/RwghyorjhUbT4/GBcCiIqrTdckUFgqr2xIyWvGEkyzeh3RP4vpKJWQKlNtVdD2oi6CXisu8LE4C5MtrNCsK/RCEfFCex98/CLoFS5Xs4oznc7X9wX4oYjLVxFR41rneN1CxRMeLDxWOFYck2rKYwS33XgBiX+KuT4YASpzi1PO/GHSZsr7B0VNeYWxWlVAEXQlc/qE50oFBsLKoljiiLn/AFFB1hXFabapAiy+J9ZwhvQkSNlp7vUURjC+JwTSlWXoDqPmqc9mIR5UYhmv3GYmlVMvXhGUSTeP/sMx08ViRiS14m1V6xYb2BGP+X6jJSDZMLVmSf5R4yvwVPMMFha67ozLG/s3H/yImtRQqa1la3xaosr+AVxhKVmzcQnvC3iDu7QLGEpU6UrQFJlP8ePii9Q3sARcwYeKxKFDKipeORp9ESjFJL4BWc8rXCFyCnfYHUOKTTe4Lljq712O0Bon/gNryUsGXNKFJo2WaP8AkL1D2uaA9bksfvANvwOio5UpVkl0+e/zgdWP8dvCJxN42pjRxfJwgc6k3phKxHsqUlCg9l3xcqr2AMpHXAD8ikQJaUAlfbBy5uSAC5vQCFYx+yhSF9IK3E1L/YGrHC5baAQ1C9dTLSACigOUjl8cAuC+NCt7KYAp4Shk5uVEFIDEDAMfsjEY9z1jMIyu5pfkPEFicQUweCBUVZQwLzGsiCJzjNZDIFMpnBIp0hk5RUeMoLiBk7yv+/ULE4TRTBQWljyWIMAlUGKsrfR6Kk3NfD7hiMLUbfkT8jNcXwNvs0BQja94WHiMNdBEy17oHXh3K4ymbU4gYtrN+P5A6A0QvRGYw5XuCUY9wZhCbxD1Nb98LSj3Ho8QehG+MQh36mQMRjNBoKVM9HxWOPFNruD0C+wMwh8QxvkeJnRm97AxW7gze5LXrGAiurajMeSGDzR6/wDrxRjMkLSQFP8Ai0BbA+RfCtBgZq70Mlha96HMPQTmqzRI5Qwp0LwYxV/5a1Sa5C5Kp+qGH3j9CPB08av7jSNVUiT6xKpT7eAsPoPzl8G9ISrraOSzFrAtba2x9weBemJVKLtXSSi5CEIUu7jxjVhGHNC/CMRxeshasr6fpbR0hlBVV0vReISurjV9rBC+NkuTpei2tPHVVVkHqxIqcxoQgWEMW/5xqNIU4w/5QdJhlnvIEJtVTwhhjHrvYA4aOaL2KRKlGBF3VKKxb1CGgSJSR0uG/fHkSjkjvi/BsVMEVlHdNUjroVq5D1sJo3/ULo0y1xKLVVtz3saru8/PABpuVWrDYDVI655sSHxr0Ub0N2/t3r0AQ7bZCSTUk8hYY5L1/niIv6Kx/T0UPINaLSXVVf1K54HOqfbNHg57+4D7nTMHT9d+qqeocm+ljev4MOHmgJLtUnSqGz6h9o5C7pYQ0r+1gBrdoq/dHYNah0D38svBe3YDmSxLJ5KhpRR2DrZSrDH0cUuT1cIhSTV0qku1aqkIc5Y43PDajDqB7SjUqBakSxOJULgw3xYio1mrze5WLwjRh1WaXbYjo5urKQ+/19usU5d0u3G9zwDamXLV01Iq1SIdfJLWwEwQ3Yw2xqlIUhsWlDsGrCvULEyq8y9CobBGHXhGx0fRH3AjWzxCwOQlXKhGN+EPzHUlshuhbRrZV1av6h55I5G1g3Oa8I/bVDOqjVVU6C9eKSVYuVH6CbcspUjpWzrqnLUKW/Eu3CEeCEYDXjUYq1fnSdOiEJhMU6t7bhh1vBmlJMn8SF0jZqrUVVSyL5MXnhtjh3h+ucf3R+C+m0klTk+y7x6hU75DJkvGvwjDDCI75SJEnVFzZRyHqQrH+nMNCpZkk1oumGCqp1zrpKHq1b8TEjDJ59wJB40x3Uon5hOUrXiDKSiWaVGzXdK0o1fr0DTNDINV2qp8eTUPUv4t/hwXojUr9lZY4+m4ptxv7PJl0SsNLGyGIxvgYp7IWeKFCbZ6EVVa4kmRXHtRA5kh4vyDR6glkS6lFxCq9jt+sRRst67gPQJN3r2hpZRAqkDlbe2CmrRIEII+h5wxbtJu9CbnSKpKJBkglyX7hwyYb6JsGWu4HTVvZdDXa5hB8hSKf0VINEu+PKsUpua0Nb4dEb2RP9QO5RV/3Ec7A+rZrb5qlK84Wp2QevkrL9ISui76LJ5R2LC8jET9gVmilKEYmm/gEL83sDLpLSiZTWVSzSvTDRldLKzqShOkXa8wRqr+x0RVBx2/SFFNnO+OzoCVITaiqTqvpENxYcEd0bvcV4R3VFqppKq2dfH3f28w4gi68bU4tT8g0avFVc6qevoHrXo/mK5w7EXwSPsKi7tqGp5rKdVDkOTTvXy88OAMG1NXUXL/AHq5x+d01/8AhnNhvbtSMfcPlCh7pnVFq/356nTNhvjolDeE90kkSa66PZj58EQL+iWOJ9TXJeHShqZ+6v3R2rrJORW9CJYw2xst0VKtbraLlbKJPQPNaq8U8NyPNHdHyHSVLNaeSm7FqLkyXSRrxy9e1f8AWJUV4TrqLjbJ0qd9R3HIaMYlhDbv4dyARsVQtH0vcJ4UHTB+egaZxF0D1NyHk5+sdSSLQNMpbKlVF8ByqpGvHv8AXCMB8eHu8oG7dIj9q6kPUb0o2CEeeEb23CI3jwceFv719g0yrJdJ4hMa9A0NyMIjR/ZnGWNn0saj7o1WuxWF0ZFyVMUjguG/DDerQ3esbv4N7s1XX/hqUsHrW8kqkfSjevX4R3YcERxdrdaq1tUlfQ1whqe6BKmaj9g6kUo1vVD1b0DQhuGhDDG/HdGoVTvR9Gv0JqU1IJTvlUq7VXIGs3AeEtrTyX2W/wDutIoFhNSV81aHNHcG1vU0lbUWTEfcOudpv71sB1xMQ3GgNgcITeJUHOF01cSViHIeuQ3yiNruQunSf12rrEXQxDk+cOYGHSMpkqUYJP7KVkBEsyVmypVSoOgHZTc0AX9D2QqCstnLn1Hqtc7kBUaKs3NYg6NSdHJb6NLplGUrZJaAjMy6QJJ5KstAWrLpK9jTCwzd+rUlJegLSJKzSCbKKbEF13g2uNutSmuqGJPqYi6V9NQseGBi3o+saCjRfhL8Hys25ylD0vRxL33dc1qWHBA8YXo3tq9HbvwHZXx5SUpIAlOkqlZWfvASGT8ANwn9QLClFfsumZ9HPSXiHQdFvR8m5GHPAdjoy6Jq6SmpKkOOFXUXA0XdQ1/sKi5MhcmIoXnhGF6/1RiNZaOvCD4L6lqvTdEExzmKW1Thzw2o3g/uNaAk2j6wK6SVFTrNWQ5JcL4X6GuoSmtXXcrXol5jQ24RhHAOktKVSdCkhc9l6KKU2aqCaDgkk6X7YlLSAtGKSqUOlxwqWIb2bAuglKzQVLppd8PImshrtK+2QEPyFFI0fa50DFSlJWoaLLzbKUKJc2yCs1iWLffUhNRlZTQ2Tb+KyBcdBJWyCMJpUEEmD9NXp1Rv52DV0wzWWQarSbOUr7Y22gFZrCVpkAxGRzWnrnEptlkEGvPqPVa5rIHWKdorLiNPd0QrvqQomiczW2LlWaSyxBsEVElRTsdJJKVKywQ2RlWSoLuLFQrepCpuirvodPGFkFrYqs3T9EByYUiLtqMs42pEpunj9QaKEm70A0Wcp0SVxgvJYY6N72N9wJ0CYo1d62VVVPNG50TDZTXu8UIqbZZdqE4nTotyxtWIIFlJCxM2RNFjRNJWyVBLprKtUh0SZzQQIrK5IDGWlA5qVJWukqB126WOJ5FKosIVJVKakFpiq7K4+ODqPeJJfdVRNVslneOcb5G7B6h7JDQBaSXjROCaWwCAuX4oCaqQYvoAoN9i50CmStc6GDvcC9aM3NAj8ZSSCqSofN1bIg1+CkrOhxR6qSqQSPxHbQfsKaLSsMgSLmrIFpnyAYxEaPSYhowa2QGKmHDGApjTEeitVsF7goenKFLqCQqkbI1h6S1BTMtkLHSE0UpRlAzZomXdHpKqkG4XNkSSaykhrbJuqqrND1qzdJWqWgOW8nZ1x0ho+O2lSlto45rT6aU28kliDdKQcKqjXXTWaqGaEk62asSj5u9AlSiEpWaIcbGixSVF8GNkFwEbNFWoRJJLNEAMaFSVSzRMQb0rRQVv2MrNBWgbOdXR0WkrZSiBfRFEShuFKtJtkDqMuflNZsoTkGzR6SoZVXNBJChrXNErjqGwQpd0CrNmpBZoK6Tly1zUpVQEvLm0tgZrE08Ub04oW1zQqctbKyE6Dno+Zbo6EVYOjpY8jDUHILuSJNUjqzR9UXXXN7KnzUukT5j5n8JreU1Xm5ZCx6sEYi3AqeyXLSVs5Os5ATlz43XhADlfxszsGyeYL3D8dVE/Ba7eWsr0Qlc0ha2oFfUjzhG5pDestQGn9FF09wx1Sivtha5pBUBuHNkAp/f13RRLRTsMVXdl0+0BSRAcFJSo8RzZfiDw6RWsu4QskFy830AQdQVrx74Z99m/oogjNSzv6RiEBcWCWIMDmy2yq2TIiLEz+KEywyPiq7grPDWtgCFPiXXu5pi1E2pgNOyOOJwPrzjS7AQQdO1ETJq71oCZTqiVaVvQ3gCf6BKiu+5fQGTQBcCpalGIppJdvi1RgpWQSKr76vUPKJiwkN9GDxsiB2t6G+OigxhQtHegaZLktesDrkss1+wwjPrSpvuPldYlA0rW9tiKc1L8Yxyc1UdTR87snEs1K1yPX5RKt8AhEm+q5AknBVKvZE7IZvYOxbLstAVkIkrmscnmEq0BEsLXzhGN8iZi77re4Yc4icnK8wxWyJun7Izx1csGxoRIqwteUFCuv7i9xG+le6gKqf8AgMM5FCsf8f8AqBix9MntYQQrFICmNNArRrXYpUhvupfrAUHsrX0xfGF8DbpxMpBYFByeNFJhefkkhSrBJIOaHmkBqL/GBlT69W0C7L39QHMv4rWILKghz+Kr9vbApzTbKUTEOLlTgdWCXTEmuopx3XUVGLZZ3T1w8woXUtePrwixSHse4UqnS3rQ0eMNLuV+S0Cqq61QG5jvs32Reqrlq+gAVTpb7HH7W6FGXT2BF4KzZUr2gE6/xAwymvFARzcrpjNa2PGX2LVi777G4A1C+N9n5gtQwGPyQWKxTH46A4wldv1CqMd6Fxy/75PqFcVRjL6MGh3BYlCVvoqUh40XFgB3GRYYoiqTkhJOFlreEFoWQLQfj2KDQ30VRh7GQLjeNFcY7sQif0GzEIXhOGmIKFmj0Ifr8gKWWxEXpZrX1DFayHjRGE4WVqNPZrdlZY9geTjKEy/IQLphUUdUeKb+NUSjDla4wSFlNGARD1VUeEq0BGCXjQq6hmzxCiyOaUHiEEip76Cn9o0ygkJQsgT9Qtl8qLIJgilEnL18ojFDfcgHHSEIoqhUFPIEqx1KMSYg0rPfZo9BuGaMwOBfQF5U7Kar6IuM3F8EuVSGSEyBIQVxPYEzcribmKC4oWQ9Jj3Ar6RkzNAuVWtMtXWRUVIav1RhgH3BQtLJUW6ZP6LVOci6SB66WGF88b0YRjDBfheHxEyRSVVJayMeGPt4L4+j/AjTzp01e0M1qLtSOIGSr37+LVNg+gj6mHRYYT6j6Op2inSWxaUm1DnJWMrVw3zbRea9HANruaoZVqlR1Mv3RFyTYHOQ+2VSG5DmFN0EVXSrWi0qmOdI6tTaLGEL96/uDaXazVJgySdJHIgRxlk0Txhfh7h4jk8j0YRWIuTlJP6USdW9d1EyRyc+GEI3tyA2G5t0qrRf3pI5DkvpTVcFaEN36BM7msHR3StnXSlVqsMa/fw3vMHDZNVWgZUrHOeufqwX4+QSnVlovp0Buk2rVWa/lz69QhiFjfvG2hsFEldUWkgqrUr1KhSG2jR4fKFtIRapUyyS6ECTat+F+EMF8EUiqq/anVaq112R6x+ravlhzbYRKwx0rZerdO/dUohRf2XXr77Wyb3Nth7FBXElY5MNfrGjsqT2BTJFUldlTyEKYh8ESwhpQ4Yx3RvyD5qklNdWGPlHNgLGMd333hO+qyrWQuTo9hSjqU6rrY0Jpa0YQLEsa0L/AJYQiHLp21YOkLVPIql2vd9RYcrBJqdVqqSue9jlLgNf2o+Ua29Oqq6mqpY5PJV549YpH5E5vVIspFf/AMoRKaQiB7WuQuEx7+0MuaKaqv5rpKvplIbaw8EBOmG0pJrKakqYDc/OLXNKJK1EkpZ1CEqHPulv8IqpURpmvUkgqq6PNVJ0S7hYbQ06n6EdOlZrVWRXSihNrXqvB+XUN3pBBXZR5tQ5KuLUGvPVfuC6WXjYxN29COGIn+QX8Ufn3/ULQN1Ct0bVKlEtnPWTWUq9QTwrQLHFMe9fvxhDBf2hxFWyVOl+Y+hf6jkLo7nPCCelKBujpF6gulNrmRiSTt30r0MBoQhhvxhejuxHz+9VVfujulalc98x6pb23t3obg+g9K//ABo8zn+QORVXsdv5DMFBWePihhM46WIoINrWpJWOSrr5xiGn0xRGOX0PcLiwlBrNT8aCkYzbXie0G6IRoaHsh3R/jcgZsHG8k0OGCCSu9a8IctGG+iiiUJv8RsbNrN3r5DlnM6YrQIkzDRslKl/6gqTZESld7dGCpyrWafEEX1FMQtqXxQw6IlKPrtiwhklamuvCMHSSlKdMQl0sbA1h8nKSCBxAbe/ZKjXHzYWjyKRNrESrQV12usUnhkKgmKIFWLN21agtmZRcipTfBQp4pUXwhNFMS5YZbFoiVZUGIuN6C86eWkJX1cQC9jIfNndkCoO1UqmxVTk41TaN1wCVE1kDSmVCTnj2MuNeR4wp+lGqudr9javdQbFu0VSStfhGqFXGIx5XI9QMOXLuTfAmtDl67SVV2ewdHar1962jAVxdxTKSpNlV66F46Tgl/FvBYoTklamPrgGYKuuguTTLtC/HOC1IlLjnH6o+i/BB/UfNSJQ10eQneLP3PKPoBrTLClEiP6LdEOQ+OWUbc29wfnowVatXU1JI7I/GrXyG5r21eHQrjPCdT1Aq/dXVhp41+GDm3L4alLsczj5o+4yUok/kK7K2K9a5pwlt96G7AdCuY8MbpqqShrqEpB6lRJ0QtmpwY21CPDCPCPku5bwwMKeqJOnREHRL1XcrDqlzt2rB19wplJBdA/Hww8nAM1iL3PqllTzB+lNSVIfs3v2GFZU3ZTVWQuTIN8ojgboj+5dgembkqZOuyJeMZqqa/Vhu1N3AN3uNuidXRpIunTqoSrA9Xdv84zn+iWG7R3a5q651KIlSiUjp6Hkj8huqC6TpIc7o5+12KRLEOQGoOnVF2rBWuTSSPtXuaItBsNo2CkKMmqjXaTueaukunrtB/RV0jV/ZK4i/EPg83CD1kWudDfIBzZWhkpUpKzGtL0G6x1cfE0+MOtOyNeSIFS7LZVk1SqEPlANAV2ccewdNVZSSRz9Eoc0VQiqX3p1idGqOkIXIMGqU1JKuc+Wc2H3hVS1H8l3hBplriJzOmsqVKqHCZzH71mq5Oz8xsCTLkkgAdmrj8oTQAUGFtHMrr/BC1pl0enrl3R6EpvKmoFs1uicu7DnGuUZ4V7qPB8/JQ3hBYHa6BHhb8W63Pf0Y80cA7bEirVUmgfQCumbn6LujaqNaUakXIfFqHLCODy7Q249gV5H1yXhGounmpFWroh697ShHb4A9b0jKplDx+J5R8uUz4JrqLjX56U8GlMnIQl8+wFzQika9hvF2ow84YXK/1Cq/ajWhrt2C9CUoRUhSkVLGWpHBkmwww7mEUzxWwUfYxFpqQgomkqkca7c5dOwplgRVqrXrkh5w62RHhFa+wJgizJIDo0aGkVEtoUbJSmhaQzBzoSoilNNWUGdmMbG5IMyaNYpBGbXBtBnlA14xshRR0JXpiFFUxi/LNSGvPEvQ0xtSyH3WaFjpqGRpGoOWyQpglNV4g2AzBIDqN7WyGZhWtDessDJtZSoet2gL+ybLNYQO+jNmtPLJWy+EURjvumHD1ta9gJ3MUkgGZdOjZ7m6S3qUCHrfZSuaANzUJSpLLLDx0pKVmhIlfBrybNLffhHnMd6mhksukqAXDVJUVb+iP5CsxUkrVURWUsgaZmqrZKgUjdKaJlV1ABWnKiCyyuIkGDw8pKyCwnjQ1i1ibNR8ZqSKQcKISgnoM010RLiDZk7VU6QX5SHgqQidozQAdjKSG1uaNSVtRrxoqzTpCuAgnWSBFF52UCoopKi2hypJOrUIkFtjdobegc3zowmhai0hdiqh6x0L8hik2DVo1vbYlRR2qqMVUe8C4Zy8DkN7ekUurJI6o1oy6U21D+kFMhP0gsf0ckqlNSBSbDOKBopJKhM5L96lJccHRX2KkcRoduq6dbKVG5OlCIcUe3lVAe5cyrIUmU2KkATGVVVEU8ToiWQIB12QMSKryQti1VDCTdgDZjvoLg1BEEZQugmMKxU5bpckEdJI70NrcpWQ1ilTTVZQEwrsa+lRaSroPlm8pKUkGDGjEmrWarlnFC5RGjCBajwPBIO1CAJUiQbERsTOm6QVOWaQ2BYgWrJhWhUzmN27aUlN18g+QvDoRVqkuqklllibzj7Vu2bzWp+zEfFv9RJv/FnVxMS/W+Qfi+YvInJHy66pCVXtexihW5pADPqRCZy7Vx5vMOmthUcqoIpF2rvWOFKq2vPz8ww6XV9PyAaBL/8AIPEpvsyRoWut4QU1qYBenEePysrh7uENeI60xcaHscTnESK8kLHMPWBzlGvpGZYUySokY3jcv2RFNLlRamh6Ajn4HjGJE0LKVNE0Ca8X8xKCHcF6SXJV8cTkPGP2VFP7Akc++iyCM1LNdoRiT0A0IruJPvSIHL43Xn5hXN/ULF4cloCpMoDS2aGPktTU3r2gcRPlQshFXNJJaQPiZIA2RYVMYPHksTQMM7IlZr0twYjFKAzQ1uiBFPmLS6/kKa29Sv1CR1cjI/1DXjEyRlaAHPKVzuRrtDJTShWYs3seoazRPriEb4jAlqLCk1Oa9gGL6Q7I/R87KGJXCHje2LYxyNeq+MF/6xiBZXHJrwAursTA9GyGTRm6/MeVj7fSvCUIb1+K+B0miSipK1wCEYbozFPL0+mKjnm9DjnGdDW4mFD69QpWU3349G+JHLZccUqHSlSvTCy/Q66kQOa1ApyShOC3f28oDHOr/DBV6xkOkqIKQ33W8KD/AB5H5i00O3rwiiMb29AjLsVKf5fmKb3wiZ469QHMabmsgTvLQz77KjF+fuAZ4SvR5gUubkvyC5dX0MnW/DaADHRWtHWqBV1O/wB4YUV32UBzn9v3/QBF1L6MKm/gAVFLWbreF0VEpR/RC9WPsBR4GFz5YCUPvXt/QScqyldABKG8b3dsGukt27EjKemTWACXIrKmi0zi17ADVceNCrvsCKVopb16XOBjzUv9uYXQNNriuMEt6VAzKLaBjH8b0xTH0xecgrNHxQ3SH4lJgWkWy0BQbXhFkLXsDakM0Xpn7HuFSprLND34Bgx/1fkNj9E73RXDa74wdIEQTlb77O6ImU3rjmAlHVjPpATkEpXJC5TktdecV51XofMZv6AeiayGBiNrZe3WHjklf6AMNnqgwWFqeb+QzAvsCRTTewBEKIGJkcQTg2tRKBRdBMZxxRsihRLuC5IvYF2x5vQ13RamhuYnogpKjPpZQmj7Ymk2VByTf/Xz7ouSbewCopCtgcj4BYm3sgwRa+KxBeVokqDTJti9Nol2BZBpNDXYPML0WO+paGiCkDMQwZZav4RMtH76kNiIy8VU73yGdiSs1pgi5GulZpK70PbGgNh+z+cYMz7HzAxrZrxEJWuX5Bg7blQ6M018oxFl89eYBR+xk9WJU29qO6eA9ukrTKDVJU6Gyr1fa270YQjt7d+8OQOEFUlZUrvF2h0vwPRtXSSqv3qpBVKobDixhtcGAT5f/wCbGUz6yuAp+1dJUorluIFxi5MS34Rwxw7g6XScp1cvNyz14VD1Yww370I+YcMeoumtPUc6apHI1OgmrVNehG/GN6Mee/H1jvLdv/8Ai6+XkkVIXi4IYPKPn+SKTs9Thn0k6UQ2Kk12UqQ6FSGWXd3L9/mvCps7/vZtchM0kXcLHdvcwupV/N+zpUg9QpDK+aF+F+PBe9YBoOCrp+6VxzoHNi1r0dr5jlfbZ2RWh24YpOkmrpVUhEKuUY16Hn4QgRuhS+1DpJPyIkrRL2oFwRvcN8bNSkElWuxVah2pC1jk3TR6+bgHLkUmqr86WxTr178o1bNwv7nN1AReT6RsfDN8pUtDJNUKexCEyCYt85q3BDrDCj01aeVQayl15F85zVYwSNCOC9GPDCHrEblEGDqhtiqyV5eia9GJYw2uHa3BvCBtitSSqhKnF28PCOfdlI1jsAK22LUYJVCVL2Lt1ofkLlWrV0kuq/xNEm1CtgweQW0vKdJE4+jV0o7kI7uDhAiLd0/SOkqljoZZty/e3I+8WhNReyLshUVdNWqSWORAtQ9fDWjACu5STXZUqRUNUNU0usMaDTVSSzQy4aKzV9lJEy8gvPtRvAJ4szXgR0okk6SI6aq1Jhatfcwcw0S6I6rBXZSqWIQ0Cn4MOC+N7eN5rU7VgrUkHr1NqGHhhAaZdIha7FdKn2K6JVrlNgvxhh5xvlI0oaPnj+qGgLsnVxGz6LpRr9ltTnVXalR+8GhG/CtXhCManNEfEy6GpL3rvXx+g92bmnmFxFNNWrpfZTVursI5bykTXsksSmvwNCMNuEb8B8hPPC01fqrq094OblHq9WodUjGDc9/agaME4QhE3PehG/Aex6Cc0sGcHqFDucrUQtU5qQqMhrzBpSThJ06Oqk1IgQ58QhdovNhw+sBRLa63rw9itHEn9ECktehUhXBBZQFPC1lfUXENa9DtBaM5sIIUNKNPkBTOtbL0QS3WSmzRmFVFWjolDq2RMgbOyj2Kmu2OfUZSivpjaGNKpJJZ3IHHyccrL8c7NnWPrruAQykrXAAPtKbM45/cKouFdfzCJFKyY6QUSSr/AOoNgYIklfG4gYt17UnlqCU1kWS+yxRNKUe1y+iElIsfQGxG/nwAdylNSlJZfqE1LBi0aG7ZyldbwUrEG20k213Agct7U6XsjrhLInNCita9sZVJvotVb9v5mGBS8RMWCGJNVOMkSyNMWqN1ddoQIbud4F9sjJk81mgSkYVEKltC28lKEx/kFQcJdzj/AJDBj+gBISld916hKBeSmdGsb5DDUEGUtf2FyZklUgNAyvQ18guLFUB72LdMkYVxSy1UrPsYPcMx+AZJG1sg+Tj2FaVUWNXtMsFZrV/6ZfUN1ue8J9M0XU2eqfi8MBpqZtecROrZa/uGXLKyEuNNH09cL/UJK+4P3RDoHvlOXbwR4b8Bv9z/AIVEqGfkVauvuR9GtkxjuRHxBBVVKvKxD1MqtrfGwUbdhSjVKUqrXJ0xZyTRH2sUfqHctd2k6aoOkn9chy6Jr432irqVeVrj82/Bd4eKUucdEYUoqc7KpinrXol5o8ML26Pre4nwhsKeYEdMHRDkP0vVgDwmc3JxuJ9ItKUav7JXu7kS+UOUnVKNc0rspD2y/UcVYXQK718Q2Wh7uXSVkr3xSyfxN4a0irT1KbFVroSDY429GUklZDmSN1DBKlCP8si+IqXix3I8+7fG/oO0nSRFUlcQGHy6g2XO4Kq76AFmtlapA8ioiqqHxBZrj1lkSsQJqRo9Xelf1DeVEUnSX6Qud0QlyQ2IvUc+VNKVIKJlqNmpGgUppFUkgtPRNrriiM+PZSMxM4lTZXKDVrt/B/Q10dFnaumqEypHY6ummpexYwjzRvbY39zRCSSU1VXH4oUKQVzX5ieN/IbL6OI3HeE+nvBU6PQ11tFvdikPApXiRYqp3uGN7aiO33M+Gu5e6NIirClED9g2HywwBW/oBqokfZSSByH0ZcIwHMqZ8D9zjp0o6otI9Fuj4xDMjRTj7N4FcjhoZQU+59L0fdO1dZpUh+8GBXrWbNHy2zuX8L9y6WymFKEpRDklVLytTcw3r1/mB7Hw8q0CqRhdawdUWfjLlxDR7UMAK5YSA+OXjsfUhXKSoKTcjj1A+FGi6USJsV+Q9fIqmv1hujC6RJ0lZKivgSzanS1lZAVFJKUdVIAI0zKStVQe2dpOmp5Qm3sp0j5iaa1C501tR6g3s1LO9EM14B0rAzW3TJUDEQlB2ZuqqqFjloq16YWaxCgcppVrKBZlLKyGUEJqWaBZEEuSCxCa+sl4oIqQafEN2dNQmgkkq6lDGyMXNNeV0A7cN0t9GaFSSmn4gMfoAqJrs1t21SSzQFiQMnCCqqtkBYJqzQwqERnSqSspUXpQm2oIdMLWaqAoput659eYTZQrpA81KyCVGE11ahwVqqrnQsgnKdBTG0XMJJbKX6F4NPtGU6lJBZcuebspVVIYXKrs8Bdxr0bDGkkpQ19+dJVWbNHnaWQkliBYoRUUcvAiYYWKSWaxxa0KlNApYSrXQBKR0s6MNakb9c20mJTVciqBHtk6XSlZBo44PuVpVurQ8IqXiSdsXGVSdOTqppYn03Rk3IZrEBoektiqyuOH695NPZO7AJFW7VWZoH9YUXRP6ZYNrJU6yJNEmUG+OwKWWhs7WlVwtSpZWVKVVGrK3UP3SX3VI/fFKKz91ZSscD30Ch9slV0rKVyBsTU0pIkoI6LZqpZ1INkzhNzdsNYhUYzQQm1EWiE21DhFGWCkNeXYpTQFiZBfU5h6pzgjKBVFMRMQXgdyrKSvjAYupVeUkE1FMlXSuylR524VpR1KSD5JNJqlKE31SFB3AWrlDFcwWuFBqN4AHGaAKsQW4OFLlQElIpcHlBO8XBT5YInboIzCe6ZSa1OPhL+qhXYrBdJLj+rgH2rdU/lJHHwj/VO4VzU3LNk+X1huJXM1xPlJ07Ctw4VB9IFlfiCo462ikcb6TJlFVRYme1A6enNzmh8halGUA8ohaDS52ULL+9JClI1r+PXgBSMRkzATlH28oDSA0cQ31JLHFZU/1hXItQPBt38QSgj4qoD0kJqs2zBWwocHshFyBcRUZKbU1gIf4vZDQ5EhQZvKzWIf1+cGD8sMekqJGyskqn16hiVZSlcvTE4piROVx+kFiCtgp09eb6ikyfcDGNr6IGiVX+YZ9QemP9lBE5QtLC1EpPiv1dQgkkrN1h7gIL7BaLs7vQibXFFxCeKF0UuwCEWGm778h6BfTwebmDJRmkr/ALgBRKUrahHsxQvAQqWWaqVwbAu9JCBCzbLHCNjYs+t1FZtl+eHggKzk13B6JbKUr2xlMvjR6Vqj5rcu5it3+wJFtdcIriXODBld612wfkG76S0xrLsCqB0s7p8UYObXmgPGjr9BukSnlolDlZvbJ5BSZVLlddd0TOb9ZfmKTQyOPp1DfkFKZeCqB5XpClVWbXld8WHh6Hnj5YgZRXL19Y3dDRqOiKhvG8IpOYSNGyzXbMBlVAoY9iJzAZeOu4MrrckBz8kMPBZIyurazcgnqA51cu17AieKtpa/sBFVbWy4mmFffRTD7JGXC5we1ElHlkBVVRuofVYlSiqWPa6/uAlFhl3G1sle6AVFrWb+wTsMiai/K+gAlXE2vr5BEy3jccBqugxWEa7mV1d94gDcqpd/tDyqoDVV3qbjhMiiWJNU4EOva50eibfVRQaHt8ULn1X4HX6LTKTePX9QqhC1zvbIMRcb1jjBJQQLgZIYRMMxMMGPrugL7Qz6tGSFlCqJuEWGMIKJpJWoZdI9+CqJ1b2dEixGYEm2vRECjObJsJKeyEiqWQqmckkIG/xAp/YJQfckfxXEFUPwCytvQrN6YHyGhH7PX0pQxCIxegMGCuBr2TqckqLCJiuEN0EJzZQMFsT8iZiJJC9Jv7Yw3T8UD0yb7l93JDk30lSaSuayCaYNRbDyBfQB6ZJv+g2Jsn2BYNd9F6DeyBSRe3rzAxoh4oOhWBtkZvbIDk2viq4ITJyuX8gWkl6H1AayEc8QZFpa756WDngCitdd0EIIfMEJtu+GjGxHPsDFQGINvYDQiIkZHL44UArM2ss1wiJGfYqesNUW/K73kiKjfXdG/QE/LFMWmWBlGobmTS9MUnS3qV7QNY7KKehK4QDG5emlbnKZJSjWoc5OPtGhHBGEYiSiYEOna/F0hOsh/B9RNnzpWgaLpRJ0gdBdImORSucpyxhWhw3t0fStwrjZVDNVVVa5F2/lv7V4fH3ghglSjVCi3SuJiKl7sL0IQvbuDa3R9PXDUslsBCUqeogeKRtyJYQht80L48H1KwnR6vp+qAdSzF01VJQyr+ofCYqpS7nAaHlvA246aq6IwVa7FIgWUQ+3MwYY9cQJFVV1T01/jzEoyjn2jQ3MPzDpm22A/wBgbKyyV0j7l+O1CPD5Bx8qqJ3cZc4QlJOuJVPi814aRQ9EJKuiJUoku1IcsapzliSF7cgWMYQvxjzDe3CmxUl5qteQlj1ebDEaG8p1JqwdKv3Wyq6tZBKtC+nC/gjCEIbgTjj4HnK5Gx3OsVWDqU1SOclbFxsO3eG+0Eu6pShvvTDYq5DnJVPt4NoaVcvTn3pqrNPjl4uAu1hjwDeU3qqSR5qVSueJymHLK1KpF7Uloros1qRgrjroY9TdMSO7DhvDNJv3TWok1rnrnqHIXg4QvitNplBXZRyHISOSXAYmGN6HlE6cPmHVFqnIfBXNp9W1HbB1EWcLKEHTqhnRLXZRD49Uhr1WHONgb0js90dq6YadYhq25GAT0vRiSrpqqlXJPSxj7lfBzBunR+xVSfeq5z4hS8aO7DqiKSa0KihWimDV0u60D5ReKNAurZKsFdntbdA+ibXAN7pKM1JdJJKofAcm5WjDbhzDXjrOlWsp0lXJhIrihXIJyqkG6STrZ79IkhcmTWhubcPKPz88LVzbq5e7yl2DpI6BJ51UCnNfsjmMYkYR3YXt0foPTVHTX52uQQhq5a2HBzYMI+K/6nqMVSutTpR+6I6npSCVMESy4xjCF7ghA26PV/juTrwfk831MFVHFFlks0KTrCpSKqX6xg0Vc0PdbfY4Eiw3K8Q4kc82pKVFZI2XxD0CpJDQ/wCQdRZZA4IK6ss13fmBCQ8aJRjeAcHYbHNHv1UrKzxPdEPWdJJTT6wGoNjWuu5uBo2WVlZ0lfT6g04aFTxNuSpPWsGLZxNqTRp6JlQ7YKb1Nr9ASlxDQ5JGypqZFriBg3dK9And4dz1BIioD0V5Wt/COHlg/B2KeQ/Iprz7Y8pa772Ov6ARI03XdBqZeS0PZHI1Uii6tCekkO+fXANbpBJXvkG6uULI9lX7w1qkkJSuvmHVxyJ8hrisJvb7QqJFJL1+4GmJagSKdr29b0B0EyhcqQpKRJIEmL4oUwIlj9PJKBB/iZpvZghhYKc12CeYWkLvv7BPiUjshem17ITRP6Gl5B69l/gGJXzDMbRfAvoAhOKSXwfn5BQmWbL9EXkT9AK1QtRI1dd2+Lkk1Us7j9MYSS5UWwLlgoUxvQqNH+QsMYDHiDE0ixU3jcgZIvyQAmSs7XFhYeNFo9iL+I5bqKq9D3jdrifCHT1xrrZTBU9TAc5a0ca96vMOfNFbLiccMoG5XXrBsi4H2X4Nv6iKGujSQYP3RGT3iKmheN1X9wdlZU3NSm7KIeZxDX4eofmuidXOzahyZFT5DpFw3hxutuS+6qutnNcBKp8MSw6xS/o558Xk+9ELo1WqpFZvaIN5uN8IOwHREnSv3Vc0CZWbjH5D5MuX8Olzl0dkq6I1XwYh8GGI6GwuhlWs0h0FOIa/g13Q2RGj7SZO2r9JNVJVP0hYsiPm24nwu/YLojWlFTna18VXbiXmNHgHf6FujYU81I6auiHrlxKpr+AWhP7FoakiMqQmiMIbkB6ENyAdM3xKlGSSqoCd0ckrZBnAo8qZJIGgSNNpmjPQ7I1xZlKVteYdOUM1dWQQvaDSdKklZZxHkRoUaQ9YOlakpKucFoXMqpVHTrL4tUdJoy5ZrRbXZSqVdcLKVR8UJPjZezS3SSvJVxq9NXOMKeSOwfsEFyHyppYR98MA6Is1mpBIvR0regFA2Zw+nvAFRaSpHVy9KOqEdELiSjV07+5fLg2xrqlJ+GTwfWrpqSm2pDZ1uaMFL3OWMI4OaER9BHZqygpc0byqVcL1RG6ZI5TRH9SFFzdi08kvRy5L1ci5Yk5t2EIQHUblvDTc4/SJsV+gch+IpD37QV0pcHQNM/8A80otBc/HOXDe69sc3pz+n65JVVRVqk6Yn0dirRh9Yg+46Nij6XuMu1YP3S7VJUmXXyobUdodAK9srIfCdHULdl4KqU+1KGfuqUZVLdJW/FQvOW/7h2O5H+oGi37UiTpXYq5y5KpamHy3oCvFPL5CuFdj6JQVGXxElUhzui/CPRbq1SdE9IbU1ukaq76HayiKmNGyMoHbGsgAjSaSoOSeJBVAawVVBXNAEtGSlZodEMkImjNBwA+wFQqVqv2w7UZzUrUKqEj96X7Y2OMbwOIUa84bJJBKq3tZo2l0hNVFcKMSlAUazWToTUgDFrKrh85RlK2QocNQjgE1g7RUJXSauys19BuCzVXNSgAvR/wBH2MWXNF/8WdXjniK14feg+oNt/4siQHctUkq4MIaszYiWOLkoJKpCS6M3egOsjKSD0zAjk+9Dya6WI1EkUrW1FR2k11ZcwRh8m2sCbFakSS07w2hKP3UiWRiQ9w1FObYJdQ2JJflQy7hT0ePCUMRik6slRfBcWQSANHRpL2g9gOpqSWIcGURRqs2bljanDVJ0lKVSC8jRVgrNSyAvt5dg5hcG4IIwSE2jxq66BwwIgkGSN3K2reUDCRECFEqsA1DwWJO/AevwERWdWVtgUUyPLKwThfGvUk6VdKykhZSL9V0rKai5kjsVK1ywMvok9kKNotJhaq5YtcrCK7oAruhNIxldcLFlRNRYLXbkERsg7UCx2sMO6QlBC6pWaEmBIy9Wyxrr93ZHBLx8NSp1/ljIEhDdXSiSSR5qvtD4P8A6iaX2fTJEuvErcA+p/CPdJKan+9cPqHxH4S6V+1KZXV7tbcHXxLEWlJnNXJUlVTzcjiBSsmljh85JKChcqWaDyKqP0BESlZ3E7Pq8wmlDxQxVSm6dQePyohOZeO0EIqyrIHJ5qUF6Cm+9et4GIqWVqNehauRE4sR2hWeNrx+2JJn+WMAWoORjNsuIDkiqygC2NyoNTMJxdjUVRSSEFUNer9wXU9AYOXkvRDrVoSsWAyhA5N6B8URUslySXtDfpGBJX6PzEDFy5vpAmpKVtUq4rUSAfSzJIpMSb0xTFO1BEVPjFVa16YbI2ORlHm0wWoTIAZv8uOLUF+V5gNLYzLTJSs1XFDlAWxcJcrl5AqVNNzWb0gkv2BfophCVaqjJ05vxkOTB5BiEEld9yNfKJTUv9QCnUfVZ/GqipNb0BlCFlydcWD1KjE+XrRXe33XzCUFPTwkyddwRhaqzfhEk4zfx+WN4BgbMwNyQqN6fqEzlmpaeTxhSYqqVr0wqdjOyUdsCHXVx5SXsi80csDKnlcc8w/VgDUgy38SpSPt/LbAqxtdz9wUpHXnA7jm0ACuPRsHVUAi0fmCFLJX9IEVgFBiDqR33ocYUKH8aCTwSldgAqn5LECSKxjiitzH2yQ73rC9SOWLl1NcO3wCgymQD+JSGN7BlvG63toCHMCFIZYDXNuyscDI1eYgzyMrt64QrWj6fa+QZKGVVC5dNVLXcAopH6ATqWpwKqtNqcfTF6pcgB1O+Eky0I+GUuFMsURjZZ3vCappvHFJoeh0giVIK7lK0cuV+WDbETG1qiyMeSVECnDYlCk8RhEgsN4oeMXUgnMaOzxjb1kd4ZKXesTo7YgW13r2hJNLlQ8OxmkSOX+IxGFl7IlEnK8wzFOb+jbGbxC2VQglKlafxCuEJXYFtSUkQVqFCPqF8mYQvDx4JYmXXGTWQjE4FFHPWjBxE3oCwke56xFSP6OoOuoXMriYWFgIXlOEgnV3oFiuRInwAlE3zA4JTNKC4hCk0999AGoemTT1gBEzgtEqSXjCB0iUu4ajK3oFwMlidM2hw84DSODEjTagb5CW/IaQyWOC28UtTRAhYKpdMFowBSEYWkCSlA6ZxcmX4wxGYWmX/QGIQ1JtgMkJQMQJ439hjOBeWbneObJF+vMKSREk45E3H0ANeCeRmpKripUvK4ndF0YK9vXAKVrX8Y1bsLeTKY/4vl5QKoRIEqWXHx+kKTGm68IMiy+IGtABqw16gYttAZU4T8gJM6/4BHSStKEapK1DylS1z7RY7ZY4d2A75cGorRb+lGD9+dT7xiVsNYlWBo7XPf8AIPm3wGPUmFKUiqlnyN66VfhjG9egO83ExYfah1XSp11yY5yHNG8U8MF6EeDCPG9aqk2et6OelE6qcqrpVB01VnyMhI5b0DE3fLCAcJOGr9100DYlfhvdWDyBAV+6dNSJMLAh7xSHMXNnhhjf5oh1QLDZTBd1kHXVgU5NrDDdhzRgPK5Eq7nowVDNsu6dJOmqqRKmHHLejgjDdCWjrnKGSSXdP1SVCFiZIipYx83DGI21Fs1aqk4kr0o/kNP2Zsp+u1VSOuQho1MXAXDCF69w4dsLBj4glGL7PpTZTVrUQQPHILHI2r8b/ANyM4m0XNVVy7IpK16F7yfIKntzyqTA6rVU5K5cZIhqkOqIHTob7UucPRatefWgdJUhsmMI1vfgE+TqVlID8hHTVqRXErkJApPPw9Qaty7KqSkugQ9bhvX+bbALJkqqlsV+rUXIWBTcBsGC/wC8WUWsrRaRElVSHx4kLU68AX8Q3uhozeWp2rpLI0jg96iq6SI60yYyW75ucD0Ykkq/UVVx65fWBIlplJ0d1so5KitQpNqF698xlJeQT2UU3D/xa9MpKnnp3sTDjRwYIQ3Amodwqq6PxDkxyG0Y8HMGUI0o6VXSVqV+LuXr+2E6LF01pRdVWeQhL569bAbhhG9uDcsVXSDjeXc1+6BhsVWbkHw1T1b9attQHxx/WZQlAsHVEOkqLOhSj0iis0ilmonCMIbWjG/h2h9t0y5av2pEtMh69c+lCO1e6hxbw7XAUNd5cbSKTpgRel2TBc9HG3SqwhE16EdqNaEIQw7op6XmcJKZH1HH3R+cixbXNe0KDw15wY+TlOlElUsi+TzfuAFIq51XI7UfIPqISy2eVS7GSH/1GTq61YCqKk30f3FcD70HECv/ANYle8blikxvGjwbIG/IWUtlrfBrJXvzNbwVkUV6AITXss1kBkzaNgSPySobMlkkhrDVz+oOmbn5DTQv5G5MVLK15usHELkWuP6hrrBzkB0i6SHByR6js4x60UDAphrxHANbUnvSqo4uTgfdFoTUWMldagTP0csMYukvdVFDwqoWMpQdMq4Rkae/R5KXxvyClU8r1DZ37VLkhrrlOVrAd0J5HPNKJkqvyFShdTCMP8QkaNl5hq6gtlESf/WMFjr+QlAmXKyK+t4SgSb0MTFxecF9yeP5EkyiaenN7uMPEjKE0QMtD15MxL6AvSj6ArSiLiR1/YI2MiRIpZ3X9hZDuCk5t9SGIRmjJCSfhGTKb0KDlEj6GRkY4ieM1LQri0TS3oFUJvXeEDK9/wBwsX1IA4n3oUTEaDyqzVZvohki5svMEBVeSDRsr8gWTlCLHBD2U0WEta4FQWBifjfnEGBF/otRVVStUlbTj9Q3m5Xwu3R3OWWyp6B8oh8ODmjuDRyxS33EEDqStfUGUuohL9n0lc54cKLpSydYh8He9Q6xcR4anVy6uyqGpQh0MFZqqa+Q3OWOjGHXe2x8MFX31LEqecH0fTr9h/7R6nErR+Ye72LR+utw3h2oGlEkEqe+4rnvZebNf2rxoYMPWOnov2DpIjpqqQ5D8U1+A/Jm47+oh/QyRGFKW6GDKww4NrhHbLhv6kWE0n2XTK7LGxm5jV07/OWMfcKwYrgffJlks7NA53s0cIua8N7p+kTZSRF5hYWrdS/W7scI2Ki/CMldG/8AstgrIqZ2tgje8ofIlidMTUmqymuOcPaKapNbVXHONbox21apSkla9fTBv2gqAuoxtCriaFbhGaqBkqSlCzZEA7jYbAXFEb7AKHlHDZljAVdBJULiA0x7Rt4J1UBvqzWyOlKClxRiTpI9kJOA+ZqDhvyQXrJpKqjZ1qHVapH8YB2lBqut6yxFwHzyNWNc79qKytA+UAKcuIoGVsV1RaB6nGLhL5fzHVj0YkwSJKSJXwY+6NYp9FJVU83TAxGicZeeDaUrNoGmXrLokUrw80cAjFTwq3L/ANq/QpEnTvkPe9w6MZtKAqpJtkqN1RG6UtmvUV4dro6Lqfb1AvScdUpYHh7MMHmG93PeHq5ylKn3+ofBiHwR9d4a6vRaSu9E9WME1IXF0M6tVWCFfs4Shs2TxidvZ+ESi3WadE9QdoXUMFalqPnE1wqTBhs9g/dIH0CEUjGHm3Ba1aXWtUrKlK5+l9QXy0jRVn0UxpxJKmZU0mON0K8SVSHx7C6+7ei1UHTprPIgfHOkbDe6o7Y7Bch4YaGplqRJVWovUq1FcG15RTjnkGjrBlbUXILjTUrsWCuaVIDm10LVXfRXEXI2RwikqBXLeyA6dLeNEjPAKNkRg1C943VlBrFZIULqJCbocroUv3WUMukEh6jlUscWOYAw+IrAYopChwzSV3oGS+oTi3FBOo1lzQvJCqjWSqrq1SyBs1TnFUG8pUc7RQJYN0lXRAycklAaiz/eg8VSSVDVsKYC2bTQck3HkiSgSQ3ADiNkU7HFSrVIGCB90MChQZmCETukt9F5iiutzBGZPEYIqTE74jByjHfAvgp42oA3aE3NBbKe4OlnMoKHTtV0rKSCR64fpb6GjT7qlN0wkpeDfIMQbJNe2KHLgQVdgBw4GA2TVWAZ1hUq7C1/SKSVe1GEbL3T6VgGpU9dgwYJHmqjRfCl4ZaGuNYLqqusfQITb8g45czdBSnhffnVVpTYTIh8QkzCpDqjtRAbo1N7OpUt4U2s2Ukr6Ito66FV/a5dcCw8F9FpNZTXHqaYKoy55VglKlCc4MaM0XunY59dZT6SUy1Gy3UUikwSP5R8+eEO7dJKZa6esA8F4A6NB8LF2WxUl7XLvlHzRSi81U6qqtev89objdpdA6pR0ebaErxqecaU6zs2V+47OkWEcdCZRvlq+xW9YWnT/nhDlYs0BKFsgGXvEULw1Jw3r0BGBEkv1C9dJW9rf/YVOIf/AGdkRnCxv7KSKWoPQgB0ZWaF8nIVAWxlj4PKxtc0MEPakSxKmHziakFUs16QFOZVJWbxwsysBi2Umq9jF184OJC17YUIKpdPcDJMyQUeg5I3jRYU/KgFE6s3iAgkeV7gKe2TSyCJaqo8ojajCJxLO1Pa4RSPUBrEHWSFBk9dzzhgQk0BqEldwFg7bA10gOpHXCCV0O+Bjw32aEryxv7Kjn5LH6VYUnV7hx5ZXksQUmiBkZ14Jkjf9MSgvKr6FfT5gKWPjcgV11ZsrjnyuYFvIFjCK/JYnd9eGAjBVLtgYq0r4BgkN9VVJM0eEI0MnI+vTZroDCdkla44sVKM3vQyR6XY+ZfyIV8j2cUSvytdd0RMXxojV1rDAl3JVOSFJ/TqCyBd6ETF8aMGXZFB0UseV3ziqZN7/v5xacvJCtWystb3MAyi6HoHNGV6UBSrD2xcfxSXZ2/qImIMhmAqFAipAeoj7YGOSy4n7hqF3YAaE2yyAMqTlQxVS8UBjpcqJpZaOjOIoXhN4mJkAWKfofMOItwIZuFehoCdfX8wGdO109wOHDa1sgIs2+EDpGWmAHQlZ3Q+YCep4LX08IaKJTd61h+QCcQlfhClklEQOULULl0LUPnKSvcACiQLWQ+ToUmTy7LIFUSpdjihkohN6AHUS+AK9Dccl3YuKTxXs8AwQiWvCGBW+vFETNlf9OoBvZVVNi4xPFHJxhGJAcoS1tfyFESzbLHr8fjQCyWVBTBpUrNK9kWGL40SMhyuvCInhlyg+gGIwv1B4sO2TjDJoeN7BziVaIFxEf6MkQy1RVFPLF9SyJZZemKlijJKUhnpAxjCeHlRmBFR6BddwGaQEsSEY68YehCy9sWGJZDBia9X1E0wqJTAnjRKJRgxd9xBGERg19FpTCxNZIV1lZXQ9Yt/6scMgMKSUSBqMeS16wsSPvQKTXSzWR3d3giN1CN/oZJGmq53I8xgYgpKC1A+9e2D0VgyneiaQzbKWXdByKiSWuEKUjgoiu+pAtS7ivXYaoRSBED+wFyCyvJAsin8Rkic0rsNTVSSBaR8gLkTd8EJEBS2BsYkcb0LZtlxACkr7Ytia1la4PKDqIix7hkFOSSFMS98hOlrhgIkNa63hlSPz6hrG+T7FKhtebgAx+V0Beb0wOof2wLH+RQrFICqGBCp0scBqqpBWw7ujafB08lXUEayq5HRIt6la9hjhv3x9L3K0NNp5fYCp/urWaYu3WOW9fLDhiPkm52lFWFPMn6W8Kw921EfY1wL9KmaUPTMrEXQhXKUubOeEIGj1X4YOvdHkfyPbR6Xo1j3N+uMpRq/SOqqlIrmhWSNfhH18EeAbkktZTUsg58frgOf1mqVKLsJRyVEiHyYwrRhtRhzjeqIMl9lntcRDG8+7EeRhWz1Pc1Q5axm1Ela56+TUw1Y841RdJ0wuo2AkrUrq1j+eGCIe0XTrV062K1Vr1D6xgGb1Jqk/I/VqVKsZpzlwljC9ugNOLoKmeOk6VfkSddqpt1oc8QIzjsB0ei8ierXLjZMA9ow7VVU6rVXEqwx9295QppNo6/v2qRF6l+pjXq3Xu+sRnZWFD2JdnpLyqh1yXiVuqAtikwSosir+QQ9fEr8I1qhKYV2VKVSqEOeJMbSjt4NrBCIbuTbK+6ukiHx4VC1b+HciFyGwCaOIkkrsqbX2+bALnDpJ0qeUln8vr5oisiLpJrKSa4+VUqicrYqUp0qRCffxD7ZYx4I818Ku9BlX/YNFJq1VzqmR5S/kF1OldbFX2K/JkWpauVDdwi90k6SVXSVVQqVcXjmATiGxWC6qqVdBMtY/DeHRNdJzXiaxSMNipE2KlPIoWBD4uTCP0GlrJOn9KbFSyEL5sYuAxNuHXe3RuxaYayiKpQrkOWyxcF76hEWDBKlEHSqthhm8NSEcML25G8EacYaD32fmL4SWLVrdlTaTCuRAj9chKxb0b1eMdrc2/MNRWMPpf8ArDuOoGgbt/t6hmC7UlNpTVUj5sxyRhCJyYL8IRvwwRiPm13AfSellnxJnlci3QEaCQlV5xgehAdPyIkS7YlCGtYVX7W1EiwVVDMdMtIoCiZ3jgKBVf1C0qgCNKX6GCRu4GTByr+sJa8QQi45LI0hclkbe2c2WdDBGkN93sau0d2QOK75ISfHkHO3aNkhSORKFyT8a0mtK7GXX3QWm/EZ8ddisOTwzbWL7Lmq4+t4Np6UrjqVBo6FLb7rf2sIYIUvN33IvVhxz4sjqhyeBq9WSV/3GtUhnbLXyAl1SU1I6uR0doJnb1LlagaCx0JJlC57UWJqd8gXmXV30WkcSv8AcX/EVsMMdL/sFiRfb9wHKpvqovTjK/CJtmuTLjFSGb/oCEzU4ibXrE1Gxl1stNETJNAZlpX+gyRfsE4+MDFPyOGmU9gVGcCmCyQqMqKKJG/oKhFWaPRNayppK4Em84vTNvumn5w39htRIxMqrmhQpyXti2rvWusBAyM0BPYrByElApqoqKooWuu2PJp98WJvpHLRz6YaoqZHTJ6xrzRSVxNyr0oc4bJOUsfQPlcwTdiP9jKEJomT48XhAyas3NemCEzZYddRGUdnjoJY+h0za3x4sJqVqJlJN3oTgWVvVQP1YiViVFlKiUYKpK2SpyVOlujN/D+EShmtb41uIVQ+ub8Il29ySpNgUouoh0zR2+q+Ow3M/wBVzrZRPt5I6D0hKpHRcFaHBGG7zjgUDeh0/ePRaNXWdx8XXzBlNiOJ+iPgw/qiuSujqMHT8iDrBvmA0eaMb3mHcmF2LVVKakrXIPx8btlWFqwdVNLEN5h0+4L+o/wg+D6o1dV3rLBl34x89/avBswOF9u5+pbW6FJXfQ8Y0ukrZTR8d+D3+pe5e61IiX2oRq9wV0lcSN/mvxw+QdeonwgpJK/3RD9PW8KWRwcTu5nKSoimqkOdMLuGrqpa+0HbW6ZLX9wczG0LrWQXFOr7YoLS6SozF2kHTEYwiVqqla1BZQtHpKqndaASuHOQ1SVrnONpo8ySTWVkYoR1LRRaAKYo5VXesga+6oxqqlapfUbusskFLpukqFfGM5nOHVFTVegFbhhKV446ZGikohPSFEBfbB7hoDtirnUlQNFGyJNx642xxR0oWNbnUlaiuQEcXIpmkjWzUMqq6Qa6GAwIpKjFc1KG3sGn/lD2WQWAopej99VrhHx7NDkNAM2SVslQO6uXot0l/apkPxy4IjYl6NmqzcgDnbSs0M40x7NRJc+/a19gUyuTomww8gt+2bt6G30i5PWNgVSEUUdlK9ACbl4YailsHo7wp0zmnVFr4nEwjZ6O8LSWJspI5D4cssdwLW9zsr717At+y0ppFVWpPRC8fNPKmacI1o2VPwnUXKtVagnDwj0X/wDKINdc0IwdTPuvsgAtyTVLehZ8jrsIko+TaWPhIYJUymlNxDjcC3QtXVqk6Iccljcw1VStUiV+NxeoCRo50wVlNX5ycXdCqcooLhlLudxRpFJXfRdFyOQUYtdRsojVJUi5OPV/MMVKVuoSVlYhxSHImbBnUYHFxSpDmiN1VPNUrWizn7ItWu8fpf8AoL+iHtC1I3NJ+klTJEhtpV0hxBO6x19vIOn7U6CB8gw6RR10KSqRLUh+8FT2MbVA4tIcJkKRS1MCyPUg1mGUD8IxGN4AwdjMXQFhstVMBjKiJnYCWXC9zWEncCmDlIBKuRRslLgCM1kaVcyrUXRfJKpECOnX6UrOgNSl0kkiWonIGRsCj7xoAcPxrTu6FLlRrNN+EBhRaR1VXRCVOl+YFjY5G5UjTSTVK1HCvCz4b0qL/wDF0NbvT4hCFNhv7l8a3dP4T6euydfY1ySS5698k2r5Bungw/p0SYVKZuorrujnmnKe9tiT5JXoKrycSofwR3W+Et19qU9Px8bGLg8l/a8gZ0n4HKeuD+/0M/OeplkJgrQ9Y+tnbNrRbWU1SIQhCYhcA5nd3SqSTBfsB48Uu9iOe9CDwSeElrSjXYD9WuuherFMbDfhgjCI3+n6XYNWB1fxD8/XvhPf3B+EZ1SjXHarmPXS2obeC91DYrp/6nXVMtZTXEUOX1x8opePSwxg5O0dF8K3hGSmrtUleH9h8t3aXVK0oqdLEy8YCU/ds/pl0ear3hr655szWsNni6R0cfF5kAvE0lc6EbmHjQ1VX9DJCV2tvuvlFoOxtS2CGLNAisMv2BaRT5ipSOXahxWxepp6AAVsrLHDNZKy/YLli+mcCVdykVssTjNS/GLoFlZ1X9gIgpKsgUkj/IQT+xW1eKLFIq/6/UU1ZXE+d8TVzWmK1FUptqrwVcUCyyLEf8QOTjNssQAQMryoMIXXaANl+JaU/JfEL7/je0B4x7GUPEXSGSBDu0MSHlfhEoqJAMphMkeHnDZBaDDmsrIUKx3qbifEPRdClRZXkq9fSDpCN/RStD0OJWC5WMpXofMHqmte56wAe1CSGT1TKDl16xREyqW9AmMrcEFpvKkCbbD/AEBrp9wVn8aCol3rj68IqMn2+iKtxkaipKEpXO68wlWlV9OZ0cIiaHK5HrGIxV5LLxQpkz7LMSbvvsiMU5Wax+LjbgugWytUtYcwrq67ph32fNlR4ex0t0TgT4xk6fJa/mIFL43Tjo+YUryIv+RivNVlafG3OoYWL40ZlyrWVXGas2y44WzYsqVLNzvFrY5RUYnK84Mk2XYA8TfywgN5DOafcoMnvWh9QLFPetD5hnBP55eu2KDN/FH3DfkAhmgFZFXkvdugcyMoMl0dSimRySX1Bl8Q3ihcqnnOn0QKcniu3u4OENol+OAHWRla+oJALWQpOTfQOq1SmzQ0VSstMgoiT9VcENirY8QvdN99lftu/kH6qHsAFVLL/P1BH2srGRr6iWvFAh0g8cNN9+ACLJ5fsDfJaHjLqoTqIcllgJRokHx0Es6B1Wfp6fBe5hiv/E14zQDxb/8A7A/i0zgGVa2Wu0El2BF49xGdLkkhSulkBsVOysgKZO17gCRVN0K1EVZWgKFUrXt4nZDKOmkBlExqRS/oVqTfQ+eEVwMDDFVtND8vyA8UhsfIbl9lUNsevb7K1hgFipP9RVAvJawAl2MtdyUdcYZMWyte0KhiuAviNk4Et97B4dXlGYFtZSonBSbvvsiJbIZ3IGpdz0C68wgYvihmr3xM5P4VgTW7BTp77rhGIElAiJdeoegmFeijWLKIGFhTqiFWIzA3JZYWgNlk7fUq/vBCUctX8OUAEzZYJRMHsm8hgmrkA9JaaExD71lgpJTtk7oyWIE67jtI+v1B7daylSghQOryoPTceNqdMUfURfyHkPgEyq5EoK0XHKqg1FaaAvoMkvAzSMr0PSF5FVQEkoLymlb7kYmSB5JNBpYys7oAhvFVVXt5ACT+MM6NJa9jzigvSSIlN9DyDCsZXbBplUuhjgZ4iJtAt+AMxv1GA5o31RhRT4xWY4MQxc+xQpDfQKoQEKHlJAZZYI19FksitM9qToHgPt3wHt0pWwH+WdgmcvkPD5RHw8dUfWv9Pt1CT91Rys2vUouUbhKctX5QHnes4nKB3+l06O3XUxSav9nzSVJRCFxcN+GCPygDF3qrqhpTBWocjeBzH4xIYb3l2gDdO8SmtX6rWuydNYJVKsL5VIGiath28HuA1EUvRbBquk/VJiEOU5CGyoRv1fNgHlQf4rsds3iC0HTquyiWpK9fHqFhCr0Ywh7h0mmzbPoE6srEPeNV2sOl5hwdg7dNae+61Ps508TPNOa9FOENvBu39ofQsT0XTLAjVrUqESiT1CE248h0JZceSEdx0FXUz70cki+SptYNz1DZWWxZR2s0h+MQu2WISXKMJSS8pW3mxJzdQNKyVa0oSUrl5fWBytyRuP5EkaH+1PvSVSehfSJXwYL9+MOsPrmVtlUMd0qlUPWiXHLhxYxhf6gPA2wFVLWoTS2tuPD1hm9IqkkSUlUrkgeqUt6Br/1HKjqp5BJaQS2UmroHKE71VJ+6lUolkHjVPV5hlA7W0VVVqcXgKLWy02v96IfuwhVwbnCN4BVPQppmalatceoT1a3hE1JbKoslliLlqm6o4I3wbdJZMNlJaHEGus3iX2X21aptzb9XmHRDqhZDkXUa+/L9jJES/wDVm1Sn4t8KqZZqqqkSSa16mPX40eHyjbHFHSlTpK46B8ivh3AE7OlieUuVh5vJABzy0BLZ87f1b3I0XSng0/5RSlKEIvR39kTaipfjCBk4Q3Yx3Ic18fBDv6+qN4fdf9Whti+DR7Rb9I6/39JVkruFvxvRh1j4Pex+9Sh7n8ZJLjo8/wBSqmDKREasB48ZSogY+u4PRg2cz6SdeI9BQYKcYGsMXfclCN/XXAJ39SCshhmrAFGkEEPr8gUkv7YATUVFicQ1i4DVq43oGpLTan7BIRXku8Ck3M0FMSf6G5j8r/EWzrLzY20AkXSXpiyOd1vA9QhbBayEi0jKS11vAI5+VAapQsuNVspxzlEbL03NSzoBVpKbmu+EqiiqSud+gwmqrN+MTfHHwVzNhRcpJehi9fMCoGVjvoTNjyqlrX2wegrNV6AXEa8uwxSVmqk9D9wSmdKV0wt8al7AzsjkhNrqHyxWxrBx6AgdayzvZAcHc2p2ROKc3fQrjsa/KCIm4RmMc5KFEVN6VtBI0RkjXZ4h9awlO5XT19YGv67osJFLH/GG1ElliTiabvQ8Qyu9CmJ+3ie0M7IAY1h6cbInHEiRAqK9lagxqZKbx9sGsQ1GWzByb7vfGFUSBhBMUHhKGhPIRrYMmdJLegcgsl/oA1ockMpHtdbwoTcPsfJuN96gcQ4RpOFZQYtlFddoKhH9DYhvG94WnJZAXedbwsLDv94UTyEaMmTm/wAd0TJDLmj1ffe6MnMrqUatk0iqErNC5LktSiMIWWa/YSJDI5P4hr6hv+JfAnJVASU01LsdflvAVI0riEF5Ib6ljhqRJvHRIzJLEdJVyHJplwRL5RutzvhZu8uXqJJP9mteKubDe7W2NQgfhGJyX8+ADMOVo7/c5/U4liJUokuyPk49+JDR69wdXuf8PdFuqn38narD4qKnN7mMQYTbKzfurpdDvRveYU9zQrgj9G6G8LTB1mn5Dk7Q22j7u0n9kwVrnOPzfoC7imbnFSbKnroENoGw+8dXuV/qiYUXUaqpHQ7RYe8Lm5C+2fe9Bvkmtq6Vtzh6anEt6VHx1QH9TFDUokn96qcclaH1G+UR4W2DqpKf+1D6ivHpCM+jvtiyzosJSSUocco/wgpK51X2g+aXXJK76HyEZ0OD4VKuZo1ROmZu+iUaVlKjZAHLkk3iC9qdLNBApSfJCuNIWudGWJtmyUPBJKmV0pugGj1lspWVoDSKBpn/AM8ul0Bu2zAEsmN2iJntDJJWQUUnREpLNDZ11hFQiUoM+NGUznxqLVlHS0BGi2kpU9kNsXbZcrIC9JulNEHAfIKo1psphZc4Gg3lV0lQ2uXMlbsOIev5Ae9oxKaEhDdjOehQRslKIBlm3JB+kklKFZ2tqLKBPNs13YaudlAB4h4obdFkE9IsAHDpMpsJuVbpJOu6Dn7CU6zQCYL7FVQdd0biu3SdJEV6GUJwXgpmISN5tkB1qO8UGMG8pUEwTmi1GU9ij7Gav2B0nSRACW41XYv/AIt0dA5NA+GA2ciYLo6yrtVe4A4Gy2aDGN29Fq5oi9T2gW2uvuja/wB1Qy43hdukJJoJcl7gFEORqJPCIlvqS5O6CkLuWCu++8OXtEMFf/VQ9GAVUbcrQyrpdJVqQ4Rr6DZGF2LDlRQ4uyYf/KIGTnwa0C6zSRydkwTuvA5Rbr/2lyd6IRpjADm7ui0kv7og1qkfCqwa15SvCNjU8BdFq51069IZR8Aly++pHX7YV5hVHDrqvDE/fqymqVhpnAb3w0tWDUk1XQH0ct4Irkti7F+xkKnZ/IafS3gCuNx//FkyMg5b8L/MITU1sonDsz5/V8KNM3R2VDMF1znyMWN7zhvc34GLvLt1dlXRqnatT49StuD6CuLuKuXoZIjVrRaBDky7OEffAb5ArVrmqno3gYwnLubLfQaLcL4JLnLiGpJTUh16mdNe2+EbO/eJJJC2kKTSSSHOrq7q5W+iqUYiMFutumSa17UfLvhu8I0pqdq1VPxcU0YDo13d0qTVgu/fqnISrxsqO4PjHwl3bqv3S6uhohoixRpF0NJK0o/mq5ZL/rjuhQZa1ACryaqdX8Q8k49ASn1SyPS46xoLOoMKubLOiqKiXKgZU3jRl0obpKXbrxoTu1we5SsrJIK1SeKFeORFLwVoxtf9BlWM38VcV1JSo9GUHz/IKWQOttBcvr0QyVh7AAWMrqXKGyyBe6KIeNFpFleV6HkAkI98EoZqAQ2G7JGOql2ON1CMTpK/xHlozehx+AQNKAooEJGtfx84MUjvuvWA0y9sEEAFCIm7+KIGjliMZW9ehW1wCqt8Q0Qx0GIHVGJ9rfFJVLI6WuvUK04cqMoA5GMJniu0PHWSlWWsAImtNV6B+OMnPK6fEFqBcTKlrrhC9QuXZfvfBp1Ve+AzcroCTGWMiRDSrLfB6rNVHk42s3LEiG5ITC2YKja2qXRrcwhAsrNVPyiLSl9P1Dy4amZTxBFkMubzCiqrKOklkfLgiDzwFfwBwfLZ9dwjNzXe3R6+r4uoIpl7ZON1jxk1e4PRpZHzDMlMIG2hMsrfRM5EhmqGxz6jx4zUrLQyhEhJu+9ktXD7xCCWXKVr1+ILLyWd/cAFOT2ejCVyYqgir0KhL4ugXgGDQ5LXhB/6NX6Kyl8Vka+XrEDa/v8AkLasrXJ5hCOaJa/PDuBUb6KCI77K+vmEHJQQYvfOQVlhvsfRGYzbapAyhZXEOB1SeK9r3AtVK17oqlpegT1g3pByfZIXmhl5Yril4rHP9AcclkKTQAexot1QvOj369/XyAWKcrphopDXnAjiHJKgDRSFK6V7egvUT3oOVCqgWV6YTaRXTYoMkqKTITdecNDo+wBlCeK6YWy0RarBIBOUu4T1+UM3CPp+sDKJq6/MBIzexQ6TyP2Ahk+5t1A5VIF6qff4gcpGWqFqiIHWKGCySoDOXxVQIN2QtcFlAcydroA5RGaKFo7o1BhJAKhd97gpMkC76uZ0BWaAm7TKKXlAcC77oCZopCxUuQroaYwZJL/7MgU7hfayEDSu/iY49L/SMxP2MTTHky8qFdjRalpGL+9ZdTjaIzeS74lLmiJpsriY4RdhZd2YKQegQehyU3pi0pctXQB80AFiWUKjF15wZFP+AHMWV3xmsewVvuVmEiREIxVgMlhfV12grVDPRckf+YKQOAk/QFzY2+pfCGt0H4sY15tRLQ0wQgp+gLyqgtMyQpDsc72NUj5CoKK48bp8Xc8/rCdFXuJkBaSs3thwY5biPSOPQBDdzzhOksDCON6lBPiLL9jmB+3iY37Bmwc8qqEDdUFlcWQPUJhE2I2a/YDvHcpKUl/ELEXyvKiqLsAnTZkxxCCkrpgY6mvFEZ2+/sMPePgsWPyoCXN6YnM9sVONoGx4KyuBstJXXyDvf9Kz2VTxGuXXNCoXmvfkPnwx1d9HWP6bKX+y/ChRaSquIurAhq2jf9w5vV9XGzp9P08h9v01QDqnqBXSm49HKwVLVNUlkq8MI4d2F4aOSh3WxUHTpqviX69cuG9DdjzDZqce0o1Ve0W1zByEOVUpo40YY0IR3NqF7yiTu6P/AJQq9dMLCygU6CRoRgWNWEIwhHghHDfHzl4y0es1ns569T2eqg1YJb7Ah5pr2G/ucI+hbj26VF0XKVqT6sCV+LuX/KOG0UwSS2aq/tNhGmkV40b211Q4R1Dwf0ulSlFtVZuOvX0r9bDz4QObG7H4HgqNwo8jVq62LNt68TlJ89y+JQ+9OiKtah8fHN9IYcIvLFLZ6CqWJixKc+DdgMpxSSdHSS0L1fa3d0I30lFV7FD9J0q/Ok1r7hzG24X9rav8AZI3SOnSRGr9rjkPAhDl0YQ4RNxR6uynSqSuWeGllQvQCemE1WCuz0kq9Q5FT1ObcHI+hnRWRsFKpqqq/ddMlavt1bwVUcu6S/uqmVnat6tz3r/zDx4q1dNdnpYhKsMYmDBGF8IE6RotWukwdJuj5ePhq8N7ygrqViN49h26Q2U1O1V4lX6RCVpQewGGhnccm71x5wzoh9s9qTQXrxrkML29CulUl0lVa568Tk4Sw3BaDSjQjWWxBdE1VSYNXSSWJXiSvz3sERrrlsqr96SSrnJfKYdGSbpKsF2DpXI0j6MYDUDQSVrpK4n5bvnAcNiq6OYeFK5lrdHckuwplgR6yXLjtz6J4ZMYc8I4YRH5i3UMfsunqRouVU2KudLnLVjHBHnvXh+t1IUUlTNFr0W6VqV69TahgjCOHrhHDeH5g+Gfwf3R3B3ZUiwplqc89woqg4OXEcENGF4xY9695B3/AMbLGbOX1MNI5rWyxUL1Epua1vCCjdVIe8mjhaK4HHlpWdEasRIx0gaJmbMerq5oZUglrtjGa/7NAHQ5YTcGIxVmiMY8rz1BmEdf2GNfhl6EcsWFja67gFvqzdfULSqBVsHtruxg3XBKDr0/J9AlIfX5C4ivp+oPniJ7eQ4KabnRQZSysuOKklFd9S7AnFayJZY4N5iJSjIGXR3oCGT19QZmSAyhO5rtgL6HUnHuiKCiQZtzSvGBaSCoYtD+wJzSh5HryMYnm1LL9IkYspIQSjai0sFZugOduVWWh1bKirKpWWt7qFxVN9yxQoRLle30RkpZvb+LrBXUb46CyHmjCifJJCwnjfkLKqQVsZIDUNKFVbIm8eIvUhyWR5RgiU3eg/xiI0Rha10sjXcGYHS9PE8olBISgn+gB9NDfEgmblUgS2U7YGihKtVR6/KV19Qe1LsCsRwmoLjlC1sslKJ0wVA+9AVibIrVNvWnp9IURPKsldfKCVUt9SAqoNiNBLdTlQzYuJWdyAiRiGTdUDEnJatD4qu9JeyDUY67YTNj2oaJGsuh8wyZDYaSUrXE4enXyAKWPti+Z43E6HMHBf0TjCV0/cKU461RKMLUis04zAiQHxAyRSZCqWIcFooq5rv+bmEUY5CQur8/rBz+xTJYyvgHs6JFiJQNyQ3SDqPEJKBCBMhUVIkEko//ALNcAN5AYWUu+6HniIq0c1dZ1Ih9eEWQNkaYmQ6U3seYNdit7sXGuXtZrV0dA+Ri8EODDAZQpm7egVfuro5yE6WEN4KShMppqX+QKukquT6GVA/1A3R0XUSpSv38Eb/AOmXN/wBSbV1U2UrIP2oDjjhk1dZ1qQ/d+YXurj2CtqkqcmLzbfAKp5ErjN9j7NuZ8NzB/UlPyf8A2QG+M/CG1dJZ32r4/OmNE09RddVg/P6V6PkDqjfC1dlcuqTZVdcmCtt40Ic4bKJnw/R+iaF1SSu+kEz3Q+N9ofFVC/1FJK1JqsjjVzYBuFHeHT7USIk1ddjGCtie3I+oLk6d/wDMulcsg6OjTs3fR8z3L3XNWrW1dEnnvGNjeUbkxu3S/wDlAwm/Ip2k1J3lRcWl0hytC7JLfVQYjdP40Mpgo6WakElQKd1a2o0lC6LlVSA8tOpK76GBQ+TpNJrShHWQQ+IcboZ4kql0xyp6sk6aqWvYq8IeXMXR7PYSlVccmLlYcHCJpj/JG1TR6DnyAGDxIR2XDhFBBpNA7gqSoCO98aIweJDB+JZZhzc/SuWwV3vJ6Q19RQVGcTd9qHJpVhN9I8DfXKCSoEgWUF1CXQ7K+6ulbQntc8A1OUMnkGq2egYV1pToioiIO4zUgWYcmOKILKgeinc1IFqFGRjxlANCydTRbW5hFVOakEfSOPkDWWdExr9Fvt6VzlYOZtkJMpAIjG+K4xA8VxXFykAPRetEJaUNZAly7GuXQUmkk1Pa6AnORqExKVSYUofQrgp5dKlKzo4xdPd06a09KatTrpnLlELGML8OoOaCoq6263/0F0ED4802CBYeUT9zwjOGOx3Tt1//AKqWOfilGk3QnSotgemaeVqVMhIbnTbO5zwcsD0pTLoi7oha2OaG3e4B8d+GfwuOro3S8p1YZBUtr1CmOxU0a34XfCIrTzo9rUaoHjUJW3Lw+aLpaW2e6PxA1uvukVdKnapKkqHv1uG/9BpCx1Zp8HR9Qb46L8ax2yyC9r+AXlWSxPhIAEC+mLiE5ULh+zpi8V+xknGyFxE5qQGRPK/xgkqkqy/cKGvoFcJSun3cPzASqPKpVA2VU+D1gNwVVUOJpCZRtySowdLlf5A8yKXfEYtZSWarjGvFCVVC118wCVJruB04TywC5b2QvXSJV9SFhi2Wh7hgmaBBYeKA8bKyVS9ASl0hUiNcZgl/P8hgyc3sCwiWptEYHfuWox9A+vmF6Wd0xUlyQJLCyzXYCjXlszesj+gKlYK5pX4QQUivY0x5xKVBtWZFECTc7l6Iiebr+wzAvK1CHESqq8roB4R8mf0SLGaPGUsieXRETqa4BI+h7QZsRL7InN435AaJeSBRz+KJrugc0bUL37BiZIfXcF16VvVcQboa7gLSJvUrWHAJlH2IVUlf0ig0Q3g3SlWQqMmkKRfgHZC9RLfdD4QOo3+DTDE5JXYAjhPkgpn09j6zNAS3qy+L3j0ZqX4xgunZVz8cd80z5v5EjQyLI4gZXIy/R4N0Zip+vbv/AEEDl33L/F6wd+TO49jJbLNCN5XscbpQE4w3RAsd9yw67CN/ZaY/ivQyr3B1jAyVRJVL9I8WFlZBO2ii6omb3K9zdES/BpCBofAMQNKS/TgBxUhUTgbXjCs+esuPzcAmmVJXj/L3jMq16HE2htAak+wOpHIV6HrFMIeKqAmELI/bA50+2NWRWsQZdL9G4KTxsu2CFZvK9knOBjlVm+bqwcAWgw6gQ8FRUfNewDVCpZrvGFBk85rhgEY6sXrF1MBjwB6sEoV/zAiyIdmVghyJStYgBRNXX3BkeAGXm70JtYlYb1IVqb4Ko7YMVj6AFMX0Bh6xegJwXxQFVS/hzhjFKy1gBFE0t9yKnpDRKi1X49b3WBFDTbVJIM14SqiQAPDXrCGTFy5LIAnT/VXDBwbkgMvGyCoqAFhrVHjmmqyuhreBETJfoFECyt60/wAwW/IddkU2XJKDCcPTEommq5qoIVfjAbtBWu/YrMnKVFhUZtkM1ZqXx4wmQqvfDAv/ABKYllWXJgdaCs3XW+DYkS30UnL3PxfsBaDFvsweqlrgEyx9DjiJiqyhEppVlxNcID7D+aLY5oUxL8fkEq4ieUlxxryiakUGFZ+Sv98EltdcIrjDLCLpYX9ESRBCR1ddoDJ/IXowGXawd+4Vf19QtnpemBYxvJC0p8hIUi9E2gxFfxQNRVlZ36hWX/EL01PFe0E79gQWI0SdJTZQMSU5LI1wBOkt6YLRWVmkte2DYGsmNkXHKglFbklcjW8FUXCW9C1NXua7Yp4EksRpszxWWMz7XTyAvg4shA7yaFo1B65/b+QjFX0AHFzkYRBRebmhnbC0vATGOX/tDG/IUHP+sUlUEFVrKVpjVsOo9SLoG16xsfg3pDYF2VEP5tSo8SxuatCERqCMVd9+IH0O72K/QVlVKisOvBES5Y3FofjntM/RSnKYdUCkg/S+9IHVgQ+1HEw4Iw3IRgFbAjpV0tT1AsCNUHRIpGS2oV+HDuXtsPDqpUzcRQL9XEI6akMatehWwQvRwbu2BTU21a08hc4wa/cpUTnxYX78cEDX74+ayUbTPZhDpsaUO2m0W9SplJO3SOTE2ixvYL3CLrjaNSoH7LapK4h7+Mc1+rhhHBwbUQazTa7AXSVVsz3yFOfRjtc4R0YdVVU7XZWIyVgfENh29qG7hhELj0lItRkdacsklX81J0vuHxTYl7yCh+VJqqdqqrIn5JqwWsLoEkn5Gs2uQ5axcbJ690MKUapOlWrp0lXqG8m3fCV0UBupDgx1dizUkiTKsO9CH5Cbpokq1m8dL1xvYBUtGVItale9V3cEQ2TQmtRzV/kdUZgux2qTDYqtTNQrk8gQMGNF0WkfYGOdc8f2hww3esO3pvuuyss5Pa5gqavZrojXYtSv5y84ZY9hWykrv7Lfksq8+8U/R5+sbJSFJpMNiv2uOc94pvIFLmjvv6DpXjQJjBy6o9VVL+1qcUN4BoEVczfvUqoQ98xsbAYa7SjRJVrsprU7u2NwUo2awOw6PvGurUeqwV2KrrEF1qxFpGmvC770axOvgHyn/WNRD+nqGoh01oY59hOjoKuKsYxvmLfhCMdyHuH2HTLRXE7ehojkX9QdG0yr4NKb/wCOJV3SCUHWTfrEIaFeMIbUYwhf4A8J4ckXESfVBo/Nh2w2LMS0yX9Ld3YBU6iqlUm6YeUrSv2o6XVVSIQ5zY8ot7DDBGPliE6h0h9NDLyeZhoBOkIFKLXCwgntBmasSVRX0xEW1eSFZYgxC2YvJZ30DiMS5coSGD8kMIz0wVRVmiacRV/iGGXUEQVlJdMWlUA1mLC5oGgR6WFFVBJPQ9wWwcShMjjfQVPwDD8huoXIwa8AqMRLfecn0FBXWptoTgsl3z+zDgDJE5dyyEMiVlk1iLavjQKk75UXpq6lE2sXsDn4GCC/sAhM2+q5ABT5LIIDCKpZrE14QpaDCDFSHjFSGUjDJTTa+mI9+xYkkWytagsTUFaAtImrN/UMLHRUaPcGEvqG7O51/Sn9q1Oc43uhPATdRSiRFUmp8fG3b3uEeT1PFxfNloennLaOdt2+R6QZtbnn7qP3VqofsjvNxH9LVM0or9/rkJXhW/LBfH1f4J/6ZrkrnGB3T9qRc/TKPP5/5SC+B1Q9I/zPzLpaiHTCydJHJtZZY8ITKxvzNcI/Q/w5f09UXdGk6f0M1QQIhfPwQwQ6uEfDdLXAUyk/etWrBc5EDxrYuDBG9fHR6P10Obuc/NwOK0aoitK1wA8ik0Cq0eq1rpKpZHGBbWG9D0H9nKl4YRf+ACKQDJMu9Zf0A6iWv0iAmFxQHZZ0EJKZHTFJoTaiWR9BgsJXHywwj0OGrhVJUOGx7XTyIdQ1lurahq1V8aMSlBIeJq67YkVdKaACKK51JXu+8FoqJKgok0HlPkStMTSLvQHRjK6HeFyZ/Fd4b5MD6CwhlUkj5fQ2hOBvT7QFie1svbHjKdsML8gwqqqWt4eKYBwU5XHFia03uDC4V3Cyqi6C3YAUFeS4+kLK/wAMNEYyjsJKsCk196C1I29AxBTelQVLEXALIpkcftYBcmpZHV7mUASGtbIWFU/gNYKXcaJKa7fmFhogAq9kQTMvajJ0Omi6Cviuh5hQtBLkvoPFNNFcD/GNeQWgc9DUW6StUqnGMXRAqVGK0WrNot0cnbwhjP8AFdsUuVrIHISiKPhAuyovOqnXqcQPqK8PT9h/dVyH+HyDU1ld9x/d6hSog1dZ1IgDmVwhLVI7jQf9QTBWpsp1jnvZV/3bg3ijPDG1dVJTpOuPkyNCtVc1icQ4k3YUo1V+6v1MTIxoinup9hZcH+J9rsfCUkrnVfRwh4w8ITX/AOUPiNldbdQwVtVTn4heLAP2nhVfpWSs8nm+obLKiU+LE+3qMu1SVzSvtAtldWlQ1KbKm2DrK6MR8XUX4YVUs0608fGHQqB8LrWmWp2DpXH42C+XBfvjNoCTirPtRnTqTpIiqSuWLTUr40fM9wvhZ2L/AOGfuscmaOe9jE3N3bHUWV1iTpLO6+cEFRkdCUpYCGugGoKU0lyoGVeKq5oK5YjKETdi3SeNHkroEt9VHNnjl0kAIU6/SzuJr1hcxGsWdtbUn43HDqi7rlUlZT9Lv8aA4Qzu0lZ1XHrDYG12KTqyVV0eNwcA1lFA74lSaSqVljieyeccbYXUumtRVqrXJxK3zDL/APigklZOmq5D9m/DqhG/9Acg0b63pHYFKHS0D5PWNiTdzRytGkKeuoa7KotgeoTSNg6+vyB/c/dWlK2K/wARcmIcp8AHuGo3cxhgy4WFpxgrvpPSAb6mkkks6M5mphUXkqlCStMPovhoTF2k6dTeIGzilkkt9EsynxNgUegValEuVGpOroJVe1Gu0ndYklmlQmTMbrSF0SSW+jl13d16rpUlDMK53S54FIUuHbje2hqN13hQSapbFaqnXXPiELWvxvxwQG2eCO4hVJX/AJbdbnz3jpEObJht370Qvz0NqG/J1S4+4yhqGucQdUywIu6qVjH243+YJbt/DLcvclQx9i1EKhIlqVb1WOEJfCZ4bKLucYLtUlSV6nGHwt4U/DCrTzpea/PUrxxON8vWLVhqPYCeXc2LwveGd/dQ6XVVdHqVo1cbcHzBdfde6dK2XPpCm6i611SiqiSSp6nQGruDKq9jjDfEvDhXdg6x5qs1XHOA1c7pglTO6+sUmT9jXmGLorLnc0DE/wDFXFBC76LyHtZWgFY6XkuSKl2NeATMXfdbwqTPayh48L3oAKwM8Sal3xmy7/aiK01hIqm9BmL/AOxZFsMnTmpa7QnVmia02UNH6NlHuJnJAE5TlBuoW1/SFzg3KimWII7EqhuVSASiqUqbp9kHrwtQI4SldMATq+JRE+QLYR3OsDnXBKFqHlcjfE8moqCyHlVAMkSUM1ld9BqAgwgb4cUVljlgch5SokkfldM4l4L6LSwsviETw8V3uoZiTkhCM3elcvKBgw0/BCCVr8Q9MSS1vCdlaCEM7ZAuRKvsxX5xUZO1mysTp6QlEkrue4egrNzoDY8Eo9whtppegD24XtySrUNW6aStTTC5GCkiJb6KlUUgQYmX6PkvX+EQVj/1hgUAnLl8Tzx6guWhK3o4YqHlb6Al1N97g3yBR9VQNNzXxDJTiCX8xmMe/wDmPSo+bk2SvJa8IgPQjkJfUSJ/i9+u1hGXSDZmCv8AISib+O71jHHGZn6S7t4DMbdaPI+gMHU12tYiMeV0xmJt9/PCA+2QE3dMkmnyvEyRgw9IEox7HFDQYa1TMFzusfng6hE+dEqqXJE7ghDxuQQEVxa7HlI71kHyhQcyXt+sERPvXHFCpJXx5POEHbvYOc1rmsjoimBbUFGJvX4t2AoMl6fqA8DcbxBDyku4K6mvzBCqf8RUdMbwPWOxeYv+uvMIGhyoKq84HWTsj6B/UA2NG0AHKlNAyxf5H12wYqUDqxmxzVfH0AHpjvQvXIB1kOVB5yTf17YHcEVzoWQ9ugFSIFNDtn9wYKE30CKJ2XEAsrTFaydrp1wG4T8UGyyCv+lTRhwdYCXRtRm4hQpVglKAiqe6lEMnBcsAuiyvRxAqW7K2BKw8UBVP8WseYGnT74FXzuhkVAWzQvuCrF1MPGPkTUhmCYkaE21lZASx7ZGMe4Li5onH8wprw6HrGIK/BkjBJKCuxHpwnVS30ZoSIMvBX8AojH0/iBhkZvr0uYDwJa8cB/RV97KyeNxBk57UYhG1P0BGKgUP7PKclqYRKRUZ/wAo8TcGfULF7K4p/MZhNEyE14osKmDQW8T0IWQ8mYT8VxP3vjxkxvizXEyrHIS3sglA+WlN0fJe+ooh/wBmvCLEYb6D+IGqVoMIp3AbBWyAJYSgTDewq6mLiwsq36BdFXWsBCfB8xjxuu3eFbEcMg4qnKjEVvG68ACnpCEXAw2OIbFeV+P8hgynodrzAGK03xfrgMpqa7nkDXqxIrwHEWEIxmq8TEiBIGm77kCMVrWy9IJloa12CTHS5UTbLWs30AvObxoyirvs3uBJMaK6j9EfAvSTW6jwVUQk6y2pCJZXPghDyQ9YcUW/YUM6OrSjWuvXOXyYb2HgHLP6R6eSVuSPQKqufPBUu7G/CG1h2rw6fdjQirW6PYqs87U5axD1b23Da84+Z9TCuRo9jglof0bSDp+wXlKk3cQ96GCPWF1zCzWi3TpWbjnVhibcS344Y3xm4ujmr/7q6r/dUjnMXdLVje/MSuVPsq6PYGxTyCKxVOarlQwwLDqwgQ6IbM+qZshWj9rShHUolRev5o3r0YDblXTrYEqViEPiG3CgWliJOmCb/YtQ7XFyo3lCcEIcIGpNz/4EmxdMunwgX5QcZSNho541fyGDpXILCorWwYNz1DbGXJTcQcduKaUpNlKqkOmRWb5IxwjpjGl0lX+wJWjAw55o6YjNAiWOkrUygedpRfJEnnLl/QLnSEq1lYh/PfhuhQ6pl06dIOmqX3VHEVr7d/cCQ41J2FjJ4lsVKViHr45D1Q4qSqL2Vn9MxKw19N19qKyktDL4A2WI6VYE2L2BVtR0TozTLpLYDJ+liVDY5eaMN3mCB+72UrNaqk7O35uCIbvXSSSRGrpKzOWpW2oYIDTFktgKnlCTkUSJ0oRJKoqqkck+9i8WPAOdeE5m/dMHVDJP9ioPW6jcpylvxKcxYwhf5owvjoiD5J+1Ok6y68C1/cFSqM2mTpOqh8TErbV7qGi73+wOHSfj7dFRzqhqZe0Wrn2rpVufpRIcxYx8sYX8O4Eh4qjtX9VtFpMPDddR91kEO9OqUpS3oY2NfhDgjGMY+UcYOUfVcE84Jnj8ycZUVnNKHq3JDByfAPTBUS/BMqwjDaFZS76LbyuvAMMYjG8IGiLDfIQAsDIHj6Y9M8VEYNaimCvJAphJGUEpnUKyx14owtKx1Q4KCDR7g9N5wGWPpi0vjQMWFhhDC6CoAgrNzXpbglXyBllEWSGEFBamtvuR0wGgsLYR3rIBfUIljsZN1rIgJbmtSBQQFEVV7H4hN9hv2PCm3oTNAL266oZN1VVUiaY55Nx7Fo1LuFJJ70OteBrwRP7sn5HSrU+xSGxz1Y3gm8D/AIPHV290aDDYp5B1YVj1Y4sL4/SHwZ+DKgbl6GQotJImRjjxvXfyPtf+OHc9X03pFKNmrXD+Bi42i6BI1+yyHPVhjnLC+N/ud8HbVglKSa4miN2om5xJrUSSSxBtaFEpNUh89yc8pu2z0IccY9JrVC3BMErWVU7oZuaK2eqRhReRp1fneB6p3Sv3VLT0xsdzqLCgWt5VW3Uxjisf/Ktkp9Bp9NXItVaLPRbpIhK5cY1X5jkzTwSXG3OJPdlUW1PXr5ad+OHDtxHfKYdJP1T/ABDhvhYdKtUl1UnWIgWNbG5geKOMtMVu47R+a/8AUKwoai/CDSKVDJSECHxCVcG3ucw5qSA3Dww0v9s3ZPXU0mOrEvmGlFV9vR3evqH2fBrjS/R4PqKzYwT7mIM3klagDgtkC+J/1hpbRoKwdeCSXTA5puIC3ELyV/qANdUGLNNJstgZXegeipvut8KeOL0VLX8HzBXSJOpdjYEHOvyDNBbBN1/Ya82W+IMyLJAkaHBTb7iC7ZCSWvCFcD+NEyq8qrruAp7I0HwUmqicTTfV+4ETV5UWpn194b9jNeUEJQ5UZgXfZul6hA57IZIb4AtgTvuWwUy5WsRJFVUUpKckJFW7BPoMhbC0TKqi8hvYC9A1qeyF6bmalxOnV9QBvkMirckJwOAii6CsrXKDqYriF1xkyoCi4V/AKDLZHiwc6FSGcVvbGIHlBeVwlK6YiVbxoVPINSD4mld/TrAZU/jcToimKv8A1+4UHfeKxAHZiTmHja4EhHL+EeUcpalA5lteYFlFJB7RXevSDajzJdvtBA2Prh2g7o829CU/0dEHfYakjNstikA56Oaq71U/CMpmy7XT5wVCNl+/zE8vofHI15xcq1/9VX2skUIUZSjBU6qTo/RxvcNhObXqEipTan+wdc04qmK+DYtSp2mUkrWfXyimrYSjbbnvDxdHQ1Rq/rqEJeJlYQhXbBU7glvqVcVhzuRKXp1Z3Oi/6iUlf7pLH7WAbLRnh8YK773a2HyfUfKyqiSW9El+sL1KXlcp6QvB5E3wKJ9stvC1Qz+ym+1DzRBRrsaLf5pX2oD4SUuwdNf/AGlyCTXwpUpmkn/bxr3mGnD6Qnt7Pt5alWqVrN9oUGpxriff5ZydLB1X9wfONx91NM0yrsVW6NAhNA51oQq8N/COm0WxoFL71Sl2TKpV5YonGOROb8HRG3hAfsKkp1PITpDZKG8IrqlFZStQm1jn13BxOlbuLiKGSUSSpkjqpi4hoY3mGkUt4amrVI6TXNkPxgKllQ0IWfelE+FthRbAjDZ6f583AAqRu7oalFZqrokw/jMI/PpXw1ckqf0oin/+Oj/lcjpfmHcRsPo++y3VJb1TK5P+zAMOrqldi/8A80OucnSHwSj/AFBP0v8A2iekC2/9QtKTc77V75hJ8ZSN/R+ilzd3jVVgSUrj5B8bdBju7BLOzfaH53XO/wBTj+hn9rjtT5e7Vw7e2Nxff1PsFWp5Vevo8HV1hMXQJwPrG6HwiNWqR1VVSEJ2hxG7Pw8zXR6Guc+9Oj4lka/t8w+W7uPDXdbdRXasK5ED9KN/BwCfgnu5SuNf/alKNZ6/HPhqxv390GS1opGOux9l3Ar0DcakS6jwgqnXfHvHSJVr1Y7e11wgHV1H9SbClGB/stWoSpHE2ol5rw+VLq/6hFaZskmuRx8PmHMaSurpR/XVVVOSvoVo4wRXEdccZf2dL8Jnhof0y6PJmH72TDdHH6Tph1SlkqqcDKmmq+ep5MIph7YeMsiigolZ4CwpcjicXjCMLJXsDEVFZpPaDSDEHVLa9MUmSy5oJNCbXFBZqoDN5IGT5LHEyx9PiCcSb1K94yVP275amvMFKpeDxSiUCSs6Mw/iIn+o0fkZ0uxTE6vtjKfoCRoa1RCGdFERaC0Yqpb7iC86tkAEza/QWqL9wgH5B8EHMUpQTvFpu+g9dTktAKHa0wHyBAah7W1VAUT5fbFy0r/6xQt4rE6IL70glMCJTRaVSVmkhEq6W+jKcd6y+nuCi7CT3oKTjeSGL9lrtCtA/c13BI0d6E3Y0URKZXesSpreFsFd9VxKgohZJC0qoV9QUWwPNr9iA9UV4NMQKqMkccr+QCCyxU1r7IqWiJ/zFUO56WAZGnXgwSGRZfsPHJyWR8wVZc/EA8fY8o1mrsy5FTegxRXS3oLE4pAskbILihqGZVRA5hAivw+seinNVDjJFByzeOBlWv8AoGJ0OSVOPFbanwArtZOkfShDWtrz/kJQP3BXAySvpeiJx9jCPUkfMSMmLN11gMkLqUShH5CEzuAd9DPpJKFmq2SozDuCBUu4LCEyAshE3Zg2h/tu8wwnD0/V1+UYWNN9MTIX9PCN+NDZZOzMZu6IFjl9MTT8Vj7Yzf8AFAL6GXayMuV8YgpFXXDWhHqFkDcrXqfL8x6CuRZAoMf2QqyumIKJ2pFUvyF8Izd6FZjWowsv+IOqnNqKqpcOuADnN7YLMUUnL4quG/EyTBFCb0KzH15+EEKJCqKauIFY7F6kPjA6sLUGrQlKytAUrQ3AlDZUL1oKgU0Eu/5geokBTk8UDMpHXcEPCy7HuFCzeym4+IC1iclUA5oeNC/IZdTAzR8b7/MBDk1w7YOWL42oBFpoFYllLQGpACLJqygyMmBFkuSC6bMmxa5L43u84WLJK717fyvh2sjrugJdO1zvcDZDiZUiuPx/UBToWWd9kMVCTVQE4JK4gmxlLdAJoWWuKBzrfrBZkOV0+J8xSdP2/aA+I4Oc/wAIxAu++1WGFCqjBYTUgrY+BKJfT9WAWQ0xQSCXb/IZLG1myg6f2aUfou3ogzG1ryhGMzeucSTL8fGGcVLYEwc6PpimoD4n8bp1MkR2PKVOESobLQHCG6PVecXmbyuP3BE5cv8A1BoCophETiVLEtdfKKzFlb0InMkC15GXUXkX9vo+YWRNvuvkC8Zm2Vqr3ArNjENjH2x6CavodQqQXSlCM3udIukBHsM1oYJreNrnFpVku4ANk9yp7Q8kv6FcaHS2Tdy0MJuu75hKKlrrugIrn/s7AzFXX6DObNhT0XqH9vziu/ZaafGxRTO3pX+Iriay064KeJsci6Kv6BJN5yvFho8ABOoJFUzauvV1BH9GjoMnJTZuXp8+ETMtN7AXxU15xMMFqwo0fGi5E/JJZet8LyHVFxF82riBWOkfTX9IlKf/AJuya457WBTcF40Iwj74D7Au1dJbPIq/4kScEL8I7vkvRHwV/TpdP/xy7JqqriVDp5HOaEPVtj72uyotWmaB+1EnVeYetWq3440IQ848b1sVHmTZ2cK6KEFz9MKsFV1WtQ9e+3VxuGN+9DybsBuvg7odq/VO/VxF69SrzQ3YjQ6Mo1rQzVBVL+6IrGvXv38GHDAb1ce5munzp062KSVA/NfwYeq9fHJy70UgseoIp2mlaGf7FlT0CHxic21ggLHCrVVqebXI1OSJyde4AFHLXZ+yppF0F/KGjldrSlAnatc/UjULu3xKmtF/ctWJrjKcSaqnaquiY5opFr3r5o7cLw3S54+xaUOq6SPyRT7l6PuHH6EoF/SlPEV2VUQQvH7J4DrrCCqtRqrj48C9qO5ET51g0W9O8kb87OkqlK0KuX5Bz1w7f0C/PZT0D3zmrcF7c5x0GKauwCTcuoNapFHZTCbpoX64RSwHws1+iboEn79B/RaR0yHyy1Y38HBwQG9s6SlJTdAc8ZtqUYJHdNUrPoFhfvDf7m1fuqCqqVevx8PnAl1CeRixUSpSukqkQ6fSL7hRdBc+1VYHlJEnkJGp9Ii5uZJq/m4hE6mOXaFS72bSh0tlYhy6OiKRisP2B3I5excqtX55ucUPj8AtdnSVfkVlKYhIlNVveS9zCmnqJVa0yfiHPHHrXsAYNUbK10D1yG+ommPyUfJ/9dfgo+1GDLwjUMlXOgWDV+UhY3yk0TxwYdq9G/gHwiona5rhH7U01QDCnqGOwftSLsnqUSKkOW/iR2/ff5h+Tvh48G7/AMFXhBe3OKpHIhhVZK7ijeMY1DQjh3L8B7H8b6jXts871EN2cxMnZHHipqytDubYkdRUSq8kPWyOSCKIpDxRYpAYrQGyCRUshUoaUlx+nuiZ4ChU8pI4YXqKjmlawFSphIx+VSxxUY4wVEwSyEzGFVXnHoFtQaDEkaAyU80YiUWEDLRiSMJQyX5iScBcVuNkLKLoin/iBCZxEqXihdBqryXvC5FIx6dEy7QkVQUQshMhAjeIrUqGDdxak4nz8o3W4i5x/dRTKDBglXr3qtQu7rwhNcfcTT11DojWi2BznOeFSoW/Dbvbd7AP0A/pf/pn/wCLpfbNPNSHXqQ0b9XB1DyP5D1sOGDjDud/pPTtvqRvfgC8CDW42hkHSqX3o+OY2DzYB9F0Pc06xJoKufoTYqRLLEINuNFJJKyHyMpe5LKR7cX7WkBNqLSSF65Vd6E4Uq1a2Sqooc3UUM1tZpAMUIm7FlI0ZTKqWymuX0QGxcOkrKlM4El1nhwoui1SNWCtc+RVINFun8L821yMXmHRwx8GnfmjprylZtdKaQmIPl/+pW6trc5Qzr7+Q6h76RCkNfw3o4MF8ax4Sf6lfstI6TBWuto7Q+T7v/CDT1279R0/dHyo4m5h+g9P0foJy5M32OTn544Gi044VdOl3SuWc8TG3cMQnUm8rj5AaPCBY6R/h8x9PFYnhvqk7MJLWsoHJq9sKiZ06uR6wcmWbx9wBseLlEKUJZSssDHhrudQNgQUrJBVLEarFxjSuh2BaVTv4uWMLJ+NFKe+Br7E0hq3VDAi9lrtBAVSVmgyar5Cs3u7YLFayHaSuRN4usBfWsgsSzQLRMG6SFNdwsqllgyNPGwesEIKa67gXGV1/IWprpex+V/zg2J8RpP30Zir3NMLYr9sS2ZyoFCvqDoK8rpjKSgXbM5ISg6BryD9DHZMpLoesZgvruhSZ+LYOpocounsN9ld8SM5CUrpLfdbw9B9vs3ECJCvqG6zv/8AXoiszubmsQKDUhKFR3/JBqGUcUOiutaojs3xv7BLF/ZdzT5vmK4vxqAbAtSE1XXa4QO4eJb18QRRpXesgDmpJUZINDtZ5ZZ0SScJcqNZjSU3O5fy3BglIeNGo0eOjcE1++HLBWbrr5hpTB0lvqo2ejlpVl6Am0PFGyNrKZr7wRA8rXdAjdZVXX1AuEqbhHNZ0LSMQhf1wA40JSU1JLRASZZVftA5K1S6flGSC26KYnspuR9AmpAuWqHcScrrAJaWNNzQfRPsa86PN/jrtBI9MHbr/EEdIEF4OgzRr7/0xr78kq10+0NjfF/QEr5Oy/UOuBFiZN4/StUnRydk16PqBBLrKeS/99fi5UfmBXDa1ASo212NhDuOP+U0zmtlHEj3TP5UpVWuEdeV3xksJtkBbBY6/wCRP1dYiJqVdZ2br+QAIlh9gMG7WyG/odIsRVdK534vkGbFVVWyV59L6gdmhvX7hq2bqpV/KIzZSEQlonazZRA4RWsv9wtQL4qptAqtySoSxnBRC4qJJJd7mGVFt96fl2gLXm/hFBVFQoJB8FP5/IWT7W1S7oXxPvQugr8gHY0Ak8FeS+vkFJ4b0JwNkK6YpUjNAg+o0jyBd89kZWjr8hXX9MVngr6Yt8gP/FEjx1LtiFX9IkaIkXlZoRmWRUmZWV28v8gQ2T334hGBRgsQrHosMYYiilK19fMM1OYZj/2DLpFklVgyieusREhEpWniZPCLjmtbURMaUkHsmmQinNEVTSks0L70qXKSqClWKqu9dgZD0BOJvu9wWuiJckGLkv8A9fa3QpcnlBrNQIpZdip1gUxt9yAQrGb3APGG9TcTLPjAeAmEib7x7/UMwUtR4D3vmDD7AwmdyvwjFdVW1mishcgZgTkgW14Am0WFjvX4ROMb4pgqIlccqBQ2IUdQVGUA82aMEWmjViYYf4hGK1rKA8Dzc0LCFV7lcKgVsKrwEDmVxPLker1Cmb/ARI4CjIJTPK74JTU3qaF1+106/EBDc+XxPmAwsYkPa6ZNdwHpQ8aAG8MhXLB0CB31aB8S8u15hkxJVcWJkshVeV7YpQsv2fRV5LNZGP6QwoQTTIl0MQolEk3iH12h6F/Z8w4uZG98YklBLlR4xci1Hlu5iXhu4qVPqJ1ciUqPRVtZSv5CFcTNH0/mBWxljloje31ITvJdsRWjkZHYGTTeSIMGl4MFm46XTiPRJ2Ox1DxY77l1OiJwU79f2QUuqwESK9v8hk59eYYjG+MRlb7XDS76NJvAlf7giaGXrWHkj5c34cIsq76FvEMVcCiG0K4kFpi2X7iMS2R/y1jeAka/sEcES14RTGG5EFTZua+HKFChO3xD7gD0UhVWCGJl8fQA6pAQpBLpk0eYVGKNQX1AZz71kAYySoPOjrWvig8OwEdjdQscRVSSPoesUVLK17YYOC8wGOhyXf2/cCx4pgCpJu9ExwMo2BkuVvWmKJe+q9ir+4C/ZaH7AVo5AocQVlcQGnSSFSpAA1sAUS33u/mBDoJZ2UGZy70l+QDVLK1wBAqQmctwCuhyWsQ7VIATpyq4NFI14FC6YFVRDJVO1/YDqpen8wrGzFahP/sA9+Ulmu2DliCkxJWdqAVZWE7BoFEymtRm9K7AhWtbKzGC/ssgaVvowrH5VBTGOvGEFFPTAj3M+wQSKU0X1pQDIpZCaU1VXzBkaqCjxmgJRTxWvCLjnV9AUqGS7f0CzNZQeCs0UmLNmC+KiWax+3+Qgc6Qmv0MiohNeoQOdIWXrX9QiSKQZd9h+RakdJJIYNEVRJvuIIw2xk9Mz3ovicVwW7ZxGrvuv7CRYhby2ZdKMkUVE4KcroCmJxCtzBqsyQUdWbXGSRFBBOB1ZR+n5Az32B+Rkxt9ECqfxGYlyBWQtkFNRZXmiRTWvHA5TC4hfFcGvUEfyGW0Tgey74sTLvvH9kURIklZDKZhjXj0m33CUlsCnmSqqtQh1YF7OEfpVcjdK1pnwaEfpK1zoJVa1bfCRhf9UR+XtAqpfajWbkTSV/SgP0O/psMk/ot7QLr+1Oesl5oYfLgw9Q4fWwyWf0dHDOnQ2o+llUtlOlai65zwN2b23g6g0pNabUpRLEQPUJiGjfvbkIwFdIXP7AuoJQyX/tXy5OAO4JpUMwetXTWecl7qwaPk3Ijyb8nWX0FR+Q/SryCHx0quC9wh/SRWrV+g6ouuoufzc41q5u62gVVdgNVT16ka5eLrEPTK2SaqqtT1QGlcthX+InoeiVVaUPNVqT1cUpb8N2/8h16gGqSVSytMA4xQikqmTqusc9ayqGwXh2WiXNqRVXm9whyI6Ifo2U6c1XsECY9HpY8p0Qh8OKfSDpZeakdVLihGdsk6SOrNxyawwCTQ0OlGvFpFq1rtXVSvhJVJtDYrlaQSVS0CEGp0tQyTVU7+Vn8stbd4YQGxXP0Yk1otOVlnD6oXyMqZikrZJK5d8axXVaqkVSDlZirNteNDGCl82dTSKzahCZZONANxJSByNwF9LNVXSWylVQG1USVanSVVqHD0xEkq6UquQ/uA6dCMH6p5SvdP8hJrGY6qUNnm8fuC8p1kJVu1wj88f64mNPK3ZURSj+ooyXZHI1xb0SwKbGJHqjejAfoMaiHWxV2vHv1DcXgHxr/WzcVTKtA0XdGqqddCjjnSOWrgTie9hwcMb0IxHd6N/wDks4ubR8PxheFxIjym13hIh/FD3/xOYiYqsr4xghfFC8pFeSrixVGyGROSFx470BVUf0hmqlK14QKqgrNDgQuNAURTDE5PFa+8UmR7fojDAtRTkh4m4DCp6nFJ0t9GvED+yk0AcxoZ06VJsXHPokq3/mItm02pZD9Dv6DfANc5T1Fnp6nqGnnrwlVi3+DhHD6/169JDPydfp/S/wCof6PiW5bwX3UXUPyMGFFnPXPAmbji39ofRNBf0CeEZ/Rez5qBD1a8o5Y3+rrH6OUb4GbiKBpld/RdDIILnvaMNvmG+0JRCSW9eyPluf8Anefk1Ckevxfx8OOHUfmR4Nf6Aro6Zfk/5GrsVAhqp65dy/zjpXh4/pA8Gng08F7qmUsR6gTEVq3q0YQv3sMI7e0P0BPQiSX3kfHP/wDUBusVSuXQuXa4+zValXq2vyHN6f13PPmWci/J6fjUKij8t12M11KSSPj+UdW8Gn9ON293jprKos5EFzZZix2r+3zjv/8ATJ/R8/uyfoXR3UNTkZIVFSJGTjjR278b/uH3TcvcZQ1ySpGrBgmQiBIY9XJ5uYer63+aaj7fF/2zh4fQx7zOSeB7+mqhvBzQyH3Uh3sqFY9WF+/txvDuVzTZJhUSxMrJB5l0la9kFqUWrWYrNx/IPn58nJOecj0occWqNycP2qSWdIQLnV1aSSUpLexqdL00kqlnRqVN3XNWCVlj9kNuQNJB11N0rpKuqkqfp4w47dh4TX9o1YKnOufRIYMabp91TNdq1r1NM+1VCJRChrnGB37pWuvp1sMReMEtd2J7kYA1DOHSSR6Up5XHy8bbHKfCv4XUpS7Vqr2ahvoNa8LXhuVVnsGCtTbKOAO6bVf11XStfb0h7/ov4+qnM8r1PqctDekKXdUo6Oqqqc+2esKDHSxJunf9QToON96fG9YJK6Hu4xjqJ5z6i1bOxADlBVVXQF8D+3pCJ1JtcLeJmgJFHDmgckjNstcA8VPI0BemmkFb8mi6LTJZGXrtClcvpgpM0rO9oVKlyFelkAWM2ALIdgL1SylfxB0oklnUgtO2m2QPG8hHDIEjDIm4mu6CWx/0EGFEUt9HkI2vH6QfbehMBsm7SlSgVPstD5hakt6fFBJYq9ANX2K4dIUZT+fWMJuN66MQLBdLla/1FEVZoc52w6LmyP5BCLz2AuO5ApnyQbpDXgdQfen8hA9IBEd6KlH/AI0HXgOA/UfSs6InpVLElaA1tSlJorJSiSWdAaxMkbJ9oTVTjEKRlVxrUaTS5XpipSmBjV0m1GfSks7jik1JJKjVftMRjSXphkjYvwbNF7azcvbFf2mNei+yEptTpigz7xp/kCHD7NjjSc21m5F8oHPSm4Nei8y5vEGIufgDVj1DYocqUj8XqECUlr9ApVcckKk1hkskCje6OpDuDdKGcWQ5ZQ6yquuAdAoR140RksTJm+MF5tSVU7+1+4Zpmm9sa21VyEusO0HCvswrYo5JIvF6Di+N9sWQPrxhSQ+u4LjDXoJWqsqFryOXKxAwULN1j6gI6INgBqxE8S1+gR0knNGzvEd9SqH13AlewDx13FfbZp78qW+6ASuVLKVKyw8pY9qNbfKTe/0uDmHbxvJEa+hW4J2wCvGaClFcsUnhNFMg6ZWUgtSILUm4YotY4lkEbMRaITallj6e4GyTTeuIIIs991KG6SNkTI6YjJ4lkips07Hb5gwTaWX4hakRL2Rkx8jp5dX5BLGiRRIJGGJnbHom5KzADJnilFR42VklpicYq2lqK1i5H5DJUxHRlNXxQzFXlagpKPHNvX7jGTCCLDxVQPP5ITmStfkMkZPMvIblRWbaGCmSFicPFDNyH3LuWIFmiSaCvJCaR966PrBFl7qoVMf4g6pRiJEpuaBJofyFJyTePXDCOdlKsLWyGIafTF1XehWYmtUGwFUI8rreHj2qQitDv9vD5hWdfIlY4HyAi2tZWuWB1YqqjJ11fTyhRGbK11iN8QJ7orXhZBQ6Nrrug9dWy0/mFDmKU3v6xBj+w/2BnPlyhRHbFyqgoIpyoLGROv7HtD0EtesZISb3BmEUu+cZMEiFdVKy7giaPoCyBUt9SqHGTEDVsWjBlEpUrE6YhGM1XzCMS76Ix+P5fuCMzJlfFCoxpW9DMY8kMJn8b3RuxiZI/wABJJW16HQwiCcZosRT5IKzJOyRT5Ywc83uDB/b7Q9GGuu0MGuozGMpWbjg5NXksgBpx+GsCkDTc6kAwqxu0PZA1COQE6KiWa184ZN182lr+fkGXSan2YcRS1+EQWNZdMQgeb2+0IRNyoN+RXDwfSicP4CRTCEPbGYE4R6b+2fL5uOkSgblcjjjxozR6tkDPE6YLA3lHZipyv5jFdX+XCLCllV9fMPQjrtgJmoySHKj0xKVpiMSiKkBoIO0WFhNshKEN9SSEScrl9nAJFLK1vgB4+zMGh3B4uvSGI6dkMHP4oFdQCcdaoriblRmMb+sB6MdfzGrEZUzxTiUpLO6fqGIx8aInNZHC/I3w0yk0BRAySqvExOrCC1S5GgB4k12w3y7h2kCGTlf78YUxzR+IDFSSt9FVWy0As9DwYEoT/GQCqk8Ufogtyl7eOKzRVA+IzbsBOX+IFWsu/p7gPMKVDTe2MMmAKEyPRL9QIvBJLvmx+vhDFWIFWLZaxAcBkxasTfQPEyXT75gasVX2ALEvKpEAoa2wdQqSuaETpCxWIgoVUKxoNS7gKxAvVRSDc5fFCs7feuOSuN1DX1aNecN/wBYDWhK3qoNicN1d6ChwhyoX5FH+hKdMVmT/kGK0JW9AFUkr8AFDx+wWWIKw5LXrFx4Aar6HmCL9lU8lSKyp+hpVBXCGWqkM1uSFSqgYZNeScI70IlVlb6IwOMXklQHrRnMLMrNtejrfA6se57h6MbKy/IV1IjLpM3l3Ib6MzLXoCpYyualD0PgCMxYdVLHESlSFdXlRO/KG7aGo9GOQLio2XnFRlbLQEkT70FF3EzV6xXGNr3BaU4sq717YZjd+4KY1kIngL1Ca7ojV33W8AhSsuazQtrzRVUiJlgD/wBmxJR9ARjDt/ITip7GSPGir2Ao8SmsqlvQyYwyfaELLvjG/oshrwjxISh42vSgLLyQ3bsaQYwjKVJ2vdhH2x/TVdcqrTNFylTyF28Sd+EIbo+Hk1Fc6O6+AW7RVq6apY5DsVYGJUwVoX4X4RE+eGfGPxvaZ9+Xek2KkhSkq3qwqcNfdwhQ5VVVa0W/dOqiFI/d1Uj6J47XlwB1Si//ACi5xq6SyJUDEOfar8A0Sm6QdUpQx6GVrkqKwMTcjfhuwHg14PRQ8oegKLuDfr0psoh11z5O5ev/AJg+6J8k6SIq13+/ifkAmbRhdHQyGWddqSCS+NhwYI+ceYUIq1dHlKnOQhoSiHNhNAKuRfGXc2Ll1QCKMotJJ0RV060cThvjqtGxV2Kha4+AJ07lkkpCqquPVhi8WI2tsjKSJ91r1CYtQc/NaL8fV3NjZwV2B8Q1x9GlMdJqlaV4Vq+1ehHbgHlFmVVaylRAjO1tQkJZG5BWZm1dJEm94gHItsVWUkrkaAIo9VL7UWYY/wAgU/otg1SmpVzrnxgyVaDGpbJmirKmhOq7SdV5uWTR40A2ZTZXc0xrtJRVav5qWQNxrGYeR5QDWxNlJTZVTj9UAK6ZJbKIq1V4ckHUKvspWyqSz4oiZhKdStMgrOBCDA03WxVZSqVcg4v/AFCUD/yPwc3SsEkq5yMzrpEMXdJjeSI7C4XlV0lcv5DRrtIJP0l2quOg6Si3PU4IwvfMDhlhtCciPyOdNpSp+36hA0EpvjPMNx8L1y3/ABK7elKBa45GriJCGLxNuG2NNKnNS+EfQcc8oKRwrqZaRJUXJl9gQbpq8kcXJwVzvpdIOp5BcZR7lapfT0ie4DqElBgdEVxbJduuHvpJ1TsVGJ4rsDJW9kC4teSHok4EgR2ukWmR1q4cIKZUK/dZpI5+6NluOuOpS62mWtF0W1Oudc8CFq4duO31QH6ceAf+ke5KhrjUGt1FFkdPVyQMqYxd3mjtwvDyP5H+Uj6bpjt//wCHV6b0mfy7Hy5/T7/RDTN2VFtbrbp0tisVywMQm1E0MEfcP0P8EVw9F+DmiyUDQLXETJlbYPoujWtzjBC5xrYNUMUpOaGAM07pGFF5pKv2B8X6v1PN6rc2fR8HEuJUkPYsprqaqNhbJJJJDUqKuuYUo/JvHROHF0FKpJNZSSo4YQlGWRafV0lV1V0LVgkRKblj5Qu48Hivha8KBHVKWlHUcauUp9o0b8NvzDrFMlf0o6/ujnIQ+LjC1i3SYWunx90dUeT6BGFR6jolzdH0Xc5cuRq1SQIQhKu4BaPdNVVV5o0v7Vf0o6IwSVxK0BtjaUkwlb4K45sha40SpA7WUdJL8xqjxvyqpw0dKqpBK6g6ddgNhZvcpUJ3yCrpKUl8ISL3NtUkjqv1a42xw/asKiSXEGg3Y3R7FSOqqriCqihP7FNNUvQ1ApL2RCVOofMXhj8KrW3atXVeuaOKXy7Yx4afDBsWe1SVx/yHzDSlNq0o6O6dKnrnPik3PNwxH0P8f/HUvcn3PL9X6rdRL6WpZV+6OqAILSgPFwPEUS9ge7R5mbD5olshXkQAipvougeyzoy6UL5DE1hZX3r2gEpETSVSlSvb+oXcigxJD2ASVWy1vBeiqrvWsAVA3ocT5gGDyGVzSqWX5BgvJAckVROEIzQj6RyUU85xOKB1kvQBB9sVGirKGX2a9UL1kptSb+QwkS1Bp4Jb0BD+KFoyZJolftQQmf0wIeMq10/hEouFcTIAlJ2KtF8c1r7gGu4vK+fvAlU83uAFycUhNE5oXvl1QAekFUs6L3cFUtcIRulFc6Krq0aEcQg7/lRCLxXlf3+gULL7k0Yg6SDVRsRkq7EIPQsipvQiZXxQNZAx6dDAzyyFZnvwAAx1RGvzA0BIYbMEyuQsgfhFkVAyUew2hmRb/cRioIFPNS4glFPfdeYHGIF3IROMbI5vWMqlFMC8qN30a8i85rWy0xYSNqKInlWQsT1OFxAuxsFGq2pEsjaG9USbI45PaHPqMNkTRvlEGyNA9USnA3xNxYmDRJTegjZG1+QbtDa7o5WVTHiSkpLzApI3wBagYEpmyMvKEB7+y5Q+uADOI/8AYL1JSSQAXhvqXoB0xgN4r/oEr6Hpho8NyvEh1BW7hZHFESxyNVpYqqtrKrjVnhJvb4g2ykZo192nan8uMOmArNbMVXksQWN0gaZsqrnQSiz3pKp8wzm0Lh9FKDT4fWGSSEq1EW7eVUmhoRL/AB44Vsdw1R5BvrzAgtlXlY4wUkrNDJr+9d8KPH6RZA9kMJxA5I3vQEoGC0Cy0hsvTEiH9AVFikL4JjI1GSx8aIqwshYmiIqQS/2DfES7K4lEInV74t/LzCMSze4AhktFKcB45eSyx45BiEbyQIyWJIilrxBdFZL3Af0BlOAWjB6a021yMaP0BJY67gVFhr1g1uebZcQHAZsPMcYMW14/u/cSSEok8UBRNlcSb77FUUx0+nogiMLKUK14ze2AFC5aHsAaMeS74LW1xgKvCVnebSGCVxjK6ZBExrIWH2xUoRXUwNGsCW+uvmCtyj40N3CSUoKX/igacRWwBQoHOW1BKkRXWS7Z/oCNCzMJu9JYmQMGj/EYr8l6I9GFrN0CDDMsiSb2xCBeAWxOMRld/wBY2QpCCSojUiLzFmpZ3pCssFf8nvGDWRVAgql/H+wNgmqPRgl/sDYrQGRHxovSLK3oZOnkK4gkpATHX6IGm68AgYys0SgUeMRXse7CG6Q/2QhBVKvxNHhBaO13BUWHoC5GAzMmFJFsps0m75gTA00AlOqqqTiaQIgRX8X5BTBxlvbFdbn+or/xCqurKsgGGmfVdbeusTSiliSlcT5iEv8A0xOAZKfeuJrtxHq3kfK60yZvmIwjayoZH0ETQV1NhGLWbmuDRv1uAFX+QK2WENvU3L8o9EiuJZD0TWtloefzDx86NEz7Ga3JafyEIRSV4/8AsJQN3B697AfxZPyehHkviEyxHoKK66Qw38b8V4Cw5fRk34oEGFD2osjC9rgEDwm/p2xr+x66TBo61RI6iSSv4KuVHm5hDc3z5jMU9a2EB/sMV0/s9GM3iE+ohAnjROKQwb/LpDJs3tX3MzOsUGT8b2KpveL4GlV1cQDqn5KoBVhupYlJ4Jdupl43CKlE5WsASYm+9EUxKFaHy6qAjQFJY2QJUhKzQqOaylSvQ5xm8gW+4IqVLO4/7gYxrXXGiD4FV9n0QKvDIlALqC7A1U1UgMdCy08ni4fyBqsBSZH9O1tcwJfQvULyXEASieXx8oMHKU2vrtAVwnNqa+oY133A1Cfq2hTDxQJUKlj5f5AWEO2EHhRXey4iyolKsscehCy6dcQv71069b5AMdIpct9awRvURsSpd60NdsLXiARsc1xQtkBnCYaOUpVliANZMEOSrEWrkSApycl/EMl0klVZquJogMxJW++0FuJSH6FqsJXEAyxNSg86IGcJKjFIaQOf/KPEKLYk/iKow9gKmHGyV+IhE6osKURq9YGRsSJ1PT8grqb6J1Nd0ZL/AIvaBvJBsrjHWrgGa3ihNWIjEmpgthsibaGSxlVBmtEYhDcgCZosgor3xclGy/CB70BZmgLFMHVEL+WMxJN7fTEDG1IDIzjsrIYYIYYgpyoxG1CFF1Hirb1xBMyiXbFZdcUeSN4oYEIOyUT2QkUYjEeKcFBj0uiZTC1M3JCqBe4JEir3O0BIVk7/ACQ6N4GHqv8AyMiXHxj1S8EYDm5Q/uJp9W5y6NlSm9kVtS7WDaiFl1RoaLxP1EuFumSdXJEapVJCBsbhw8HOEN0S3/tNWuWrj9XD7toaf/T/AHRKv2r1qklXQdFg4Sr6JMF+A6LdM2msPutch62Pw7v0HgzjjKkejGWcdmtUWq6oGmTumE89fOt60bykOa/gvw2x1Gg37WlFUFdinQPllrFhHrHOljpKv0JW9pQ0b3k4Bv8Acb/dESSx/cI8/Hn1+SvDNwVHSIIJKqk7ED+rcDJJ1ZJysepfGnqUm6SpQiSqWJkVifMOmS8qurl18TH0YiGEtfY8ZUbaxUSlTdOr5OoFInSVVIOfUPTSqT9dgr3D1uDhG4MaQaunUrErkLxgjhKLH1IGfIbAf7K45wc1bKupmuAHLMJtQBNldgP9i5ALsyeKFyrpJgqdqr+d4a7TKSspNVJXTxt0bbdCRqkls8BLJJfZZHXHLXyQ9eQKWqNeoYyqX9rpnrjYXrGUlsrTOWuKGSexajqVUrhvSNIMFWFrlhp8ijE0ONvZplKnSV3o9fS6Wu6Nee0Xspguqll5ZCDb5KSrU6o1h2orRbqbjyD6O3WAjNUTfHkz45/qd8BzqmVSXZUCwPsqvBJ0QmGsSOCBr27GEY4Rotw/9F3hGutYEpTYByIH6OG9EfqTcJcdc5TzD7UdJIHIfejXtsb/AEfQ1F0WlsVgkQhOKThEef1vNFYwdIrxcEF4PgW4/wD/AKf1Aq0NKpl0fZVTi7o4H4Zv6N7t7g1Tq0W1O9ZcYhY38F8frmoy5LLFTq5hrSiR0n7UhycSrgHDx/yPNxvoZ2Pg45LZ+CdI3PUpRasp+1OhU4xQuUaqpWuRX1vD9oPCD/TR4ObrUl9lUCgRepHHKmWGHDzXx81Xdf0DMHTWbc4qch6+ThvXh6fB/wD9BBOuZNHLP+NyVo/O4jdV0rKS/PCOl3D+AS7e7J+1YMKLPbXsY20WHz/IfR9zn9AF1v28gq/fkIhNrnPVvx6tsfatxHg7YXEMCJbFIddApCTSFvZML18N6j+Zz1xdjcfocJdZyj+n7+lCgfBe1QpmlEiL0pgPWOXJwbUIXh3VamEqLVlNUsgMnbZ+6apyu+Ned0a6SVskh8xz8+U8pdz1ePjoBpNyq/dbKVyNAL3jtgwVmq5AjTiytFpTVRpNIJuqeVztQTU8tlorqp9htSV2TVJ/9w0L3VeG1sKfVpRgRKbXX+Q5c3uZdKuiJSuDrHVKBoFVq1J2BpSclSLdMUDppqpdsAPFnSquxUla9cNaUcWuwGuWcX0PQqrBXZSuWcFQohNuXYMuWub2Klsp1lh2sqkwSPpheZ8r2CdoQZFdP1ZquYJ7Q7ON49zl5IORCDdWlLXQ7N4B0k5SlSsioGL59vSWIQahdBSKTBI6qqpBa8l0ifHuKLonspKbNHy74cfColQzVdLZWPkVesdWuzu0atWrp0/dEQQIWOUaG1wj88vDNduldHdG62K6OdqQ2LjX60PoPY/jfRZvKaPP9Z6h1QhuouqdU8/O6VtMfE6oYAqg59svvC85hkpteKPpowxWMTxcchlBa1svzGYrWoDTc8lliSLrlcv1eQMh106GJDCJbLvnq5QGKt6BBeZb+Ixn+wuEe+MlcJZpUDQVSlSsfHHjGCNDt0hggeVvoLTV8b+37hMkr3wa3c+K15xNoQboqeh5xamoF6bjI18ozFey4gV7Hi9B8FkhUZSalZAMiqv6xZBZVX9GCAUZhFdUQNa5rQ1wiBTiMTb73A6YuJKJBWnAZNa6+u8PS5WdDXkaqJFmilxaiyKm9DESTa/H0QPiImInSc3O90IniI2tZtKzoSvG1le08PULwkLias4KBwzdN1UrWUFyhRZi/IhCF4TNEQNtDJSgUAjWiMCUYXxi9EGzHobYsv8AoCFWAkUwY0g0iutUWk1/IDE/yi0pshIFCMkobXaGauQMVPigPQhyoZ/oZUShDWqMJkVSGMPKjNT2Aq7C2NWB7Ug3mi1FVeUP0NdwaIxLNqDdaENKS/UF5OxssjcGZ7JMPUDyuPuVekNcYx8aHjY/yHFyIrCOxulFKVnQWkpvoVoWSp/b3QXP7/7iQ+8qZYqfU3yFRy+gIEVHlluS+LzwCD6YMoRVVKVl1/JgCp2SyDg0Jqs1Lj+jg3AC5J3xWAj2a85Rm70NcdN852xuTmUErhv4oWQje0a4k2lWomVEHGZTRmCOvzFGb9EE0hamSVxBakjZTRknf9LdAHbIy9dwSPESSSsvaGYF74wjm/ANFMZIWb/v8gTBvrV/MQl+n6hgq5HiwtegJwLKzSomQsr8QtKbIyD928EQX2IWSW+44knEeNAeNHkg8hYoiaGvXwjxYZtITKpZEstYi6Cfjah+gB+IFvsLnKSvJd4gGhCym6/uGkUVZunuChRv8Ue6N4Gpx2BwN7HuFt6AxLtdb4sgmBS8DFJE8ib6FYGJltf1DGxu2L26O9cfiABa8BRIq4mgLoTc6kKip+xk8Ikmn7AOfgWjMYq6/mIqF3pX0yiSpd9/OqKjFm77r1AASWQKqmBTt0tfUDFc7r7hRBLlc58uAYropgiMqJJKpdgXmjkSvzFkUEt6SAsWvoSroBS8R/SNleIylQreIZaqWXo4vuDWIqNaPKSzvwik2uNeDFy2m17KoF6yW9BhtxRWiqraDJVRiClkKqsBhrcohMz49YC5OPp9n5geCQJj/l7ozEoybNTVdM+IMVLXjiZyWRBg6Ov1AckOjKkMjL7o8aKU3QGDzfwcAweMqoCEgYowpHkhNZTeuv1geMJWayye4JkY8oeaMGNZZ0ehtiBISqmu6MJliTSV3riC6Kntl8oDv77fqAgprKyy/XeBsXYUSItTJa2QpKebXsuwLCH5IC/oe7LyxEDTUuwIRPN7YgcqqWdV0hhrs+vIFsumQVmU5JIWGNyusOfnETG9AesqPlrruVlmzROEJX+QRr77NGCFy7X6jP5AsxAu+4/ZOLSn8UIVvTHoGV33W+ABvEkqWyGIGspU0ZJD+YwaV2z5AKlqgxWz26oJngMRzSllU948kRKUNfkOOPYyYokUu+5GiInU1rCV/wAX7QZoLmRjZV5owfxQxE0qvr1X/PzCV7euJ5hn3NeaoybleoRiSbmh6BUle4fyCyJd9zfECtg+USMf5iB4eKxOyLP+rHEIm/0GbcVYUlVFUT5Ha8l4UKmywWpAUGJanm4h+J8wt/Yez0BKQ7ZCCqBdeYFm2xQZDfdeoHpCuR9kDKRS3rs1xScqoJOaVZYlmTXyihYnjfQCjQeQIaGu55wOcnsA1YyW9aAEOXxuvOMHLYEuBzlVxLX2QxKSbnfyFB0UsfyDPehxcuhvvp+QAKFlBoogl0/S4QIqlkBcMYjKvAHL8VX12hCCm9C+8r7QpVLKtcj6gFoy8o8rDXmAi6U3vgs5rLpgZyb08AQwlct/FZF8AKJTd6yw5VLN6FTK6QWrlteOGsMOndCxYuX6P5AFb2ye4N1pXJY/a/IAKF9MKWSx8i9aCWvCBTF3oHqlm9wUqFspUoK6D8gCKQhFD0AScgipZdsDFlEwZWPJCEYyku2CTE15xVL3qaBN4msoqJdsSq84jeVSV44ipZZ0Cu1D/Izr0hiEZqtr3RhNS118wxfiA1IyaoybaGYxyJXHEKtqMFiMkwvqL04Zc0ROeaPFU/V1jBTDebM0uxEkRGMdwWRhuREb0oZMzRWS1HolFl6IvKlkAM0cqBCx3qUcYrRF5kssVQgAC/8A6RgZXuCwpkhA5hCBMgN0gTkWEEzn7gjV5xmryoShiyEbwuQhkdv6CosbKyEySlQGjH2x/T9d3RdDfYjpJUiZDtYt1y7e5e89/CPpSmXbV1Q2z2rXP5J6uUPgjwHOJVFrusc52qsMTcvGje9W2Pva4pZK6PwfNZVTcOU3NDbHl+phhI6uLa2aqyctVUiJOkhu1yiqUr7rlk9oalCimqr87VWuTbMU43i5RgrKlNdDSHK3rqLquyLWL1VVU6rpXErYxDDZmLxJ0kdJLQPW4RXS1ANUqLX2Ull6W1hCS4+U1VOlNtD365eaG0OfNZ6OiPHoxSjt1RdMnlJZZa3ODaGeP0n+z5tQ59Da6wWWj2qtPNXSqVcmGv5RfSVEbFdWSWJ8OEDl5l2obj477M2mjbsJtkqrkaQqe02kq6IrNJlYo1pGj9gV+njkCqk1FXTqU1r4nSCLr7DThijprmk2r9rsXEC58dVJIiU3uEGu0ZF/iZYrugeqqqoZfSBrD+hFvSN2JSzBWi7JKuv2RrS6yrqurkdAFUWsq1anlJZYwgolZzUsev6wmrehqniB0tTLVgkRqkkevphVSlI7PYE+645OiPXYpTX6Dprr1gmiVXSqqnEqQFJ4RhYkIylLEBuTu5VoZ0dgq6IhXPknwDqVFXUTbWbXIfTHxv4e7lLvGtMnpmgXS52vESv4vmGu+C3wv+FCi35LnKUSXXJhlGVLh8483khDmTaZ60IYKmz9CkaZSStRsJLpGsofPtzV3j9JqT7USOTtbQ3dpTyVMpElYnuMOOL9qOgyhGZvMD/aitkHCdAJSs0E9zC7VKpa64BuqbhKCXMK+n9PHl3M5+fklDUBNGgEpVkkFylCzVZQ3JEoGlJJKivJ6Xap6Iw9TLaEZ6ObMG15Ua1STZrnRtNN/elNijVaVSV/tWo871GMZYI7eCUpK2cguvUVpR+dqklkcUDUJQSs21SqDpzS4VJJ0d06xznGXdCpNc0lUHLK4vR28eAnY0I15LIC27G6T7La7AotKe6PilJu63gRT10atFpbFa5849cncsrNJTNPY658chTi3H9E535Fdxtzbpr/AOepmvPPxtGAeUi5V/6xstIwSlZrEGkUg/VfutgNcisLe39k03EKo1urSip+IQNXy6SSWxUsghB5iVJgwlJZekEdJ0jli/HHNE5yxFdLv9iemOSeEi7NKi2B3TpUhCEx8ob1T1JNUmC79+qRAiHGH58f1KeHH7Zfr3OUM6OdrXiQ1XBW27+sB6novRPlmsux5/qPUYo0/wANfhpf3WvzsGDo+wiYuJpfkOJLL2oi6cKq51UDHUH2HDxQ44dJ4fLyOb2EKqJJJCEF0uVxwOZTviEVRRondDAp7IWpLheVSaLiGsgKDnehpM30STcJb7xQBBQZIcLQZvQx2RZEm6BRLZU1KyABHE3OiRnPJBaGTySsMTWSS3oFIvuSyAkgoqkrZC5NdVKuBQy6h7FzkKq5HrGSOfG98KU3IlBe17ok0FWOIKpSps3EwiwjiytQoSdWQuRX8aEoehuVffcgWk8UFc9JLfReV7a8dM+QMkxW8RjAvjRZA9r0PWBElt9Eyxy7LHDJGLlDJCKWvmEYHGIHyMjiCj6gNqJkyc3Ohe6bZYYpmsrXHxxlcnoafUF+II9S7GmP2vKhC6Q5Ibu/ab7ljWXrb5jo42TaxEdWA9WgLVUxTeiHFJQhuQHoQ3ID0IbkBMkFRjYmIlERMRjG+DuQV3LUdoWJKiohxMpLUOoiz7hGcGYxyBiKnJDEC2tqDQqjWyZiCJo71rziZYDBFPFA2YOYLWuaG6UHDI4nrGislbUbzRJksTsBGvIro2yjtsO0FPFDXqPVSm+bGOHaJ9eMOWa72Ug7GaSkq1BKZ+50NwA34C9NSb6GlzDmOj/kXnW8VljxrUVkm+nj4vuGb8oINVbKouLKy9PyCgys0TVV114QGc1qKQJvuVuYK718IUOIa1g2WJNSOrl9OteAbjQHRBCS7iuKcpWUK1Uxccm+zcTIE4KCiMyCbay7YwclqCkbXsDMpNX8Pk+oWIM+xBMg8ZD2/cLCSuwMnJNtZtT1jViFSQIoj7AiU0oEqF/05+oUrQyNfIFbGX2iuBptcZTmzeh0xIqPivnHyjMTDJi247PV5WuAYMra8QeOlNEDn3riBksg7LEjK4nl6rwtrSs0kQDmEzLDNGSPRMrncSv9BVE0quMxN3D5YipHIsv3GMl4bMljvoiVQQLyvoCcD71ibgQa8Q0sJtl6eN8gSinKzQFb5qbpgttHlQrHL5QqiT+XMLIKiMFAuLN0lcIzRAx/YEjHSFcY5HHDpCNUypQ034ynqio/ti4xN9le18hSoYC9jmW0Zqp+gLoFS5UUltdfeLyEm64Al7Cl0laqXfr+4Ll0P01AzjtiqKCUr4Q9gcVia25Z77kBQ7QmzBtLhuraJfuFDtCUr8fyve+IfLLsT2a9GHoCEsGPIAdEiU2yB7jWTSJ7eWCSoCv/ABAgsbK1V724FNZCtrziMT9/j9QsOlruDxITbVLsCdYsoirO67ghVsgUQqvoD1WUra8XL6xQNZMEMbfRSaHKgmJJszoCkhbUToz2DlNyuRkiMZWu2L7/AIoVQL40UJT7kqvJKiZTiMUxgqgwWWoxFiZsi1J0gOn6AySyV442IQk5hXf5URNHfR4pvTGxkY+wb3K9oeIsMwJN32ptDxdNLuV8A9dPGJ8q3srKVLE6fs/UW3vb6PDhGTGy9CpeqCBj5e91BvkL8TJ4pJVNP3jEITbXuVB5OPY9H5jJy2VlkV/LzhewUnLsZJFLtjy22IRIkl3+ObBgGSm1/MFryMvpk7XhHoQyJqXpcAjAvJVx6OtcMD8jJ+S6uq8MeNyBIigiSM2v5QOoHJ4Jw1xsBh40e3l1+H9hXCIuicCg10ninSlH4h9dsYv716OvlEIQ5USibsAP6Cu1mSw5VXv7YgSNrZVxlLO2v8h6OazXc5+sYC6iJocr8QrObvi03zHja1AKyN8dAisEtTXv26hSqdXH1gDo64ooUMkNeI7TSATIKzc1X7sBQojr8gwMRJUCnKqr0KmmNds3wjoCUj4oDQLan/1DE8LLidHdA5ieKBG/YCeKXfygO4h4r5g45PgFBofLGCjxlfcWqp2R5oHPa98MlY68YUHJZEshjIWykux6/UBIpSunj5QZrp9/sgRwlK/iEOi1egJY0oUrafHBKpd9FKpEhvJnmuoCWLrxQuVT/wBD+UNlUvT1vgJ0la+bF3QGuoeDyWxUoSUAooqzQ3ULyWQAjwmq93yBFGmx9CxQlqB1i/zDE6fihQujN3oMyl4ixWErOcb0hA0NeKDVCTenUAysQrDeQHE3CBjw9Pp4f2BaxN91MKIk8UJr/kUiCwjyolH+IyXOyhmMQPj2G79jEmUIG/EMpGtbUZMSytUgTURqQE1ND8I9ZDJzjGQOcgmQolG1EkoAMORUbxqo8bXFGYwss1XEq+QNqgN4kE+4CykA8CK6lGZsoKursN+y0xPnWrFwAQ5ReZ1vQpifkvQBwFzohEo9CO+jJ4Cu/kRGoN0WiJxGJxmPigKC3ki0xhZAysqy7YhCE0WJxGsMUdi8BDpVVV0w45JuVgvQ28A+5fBU/wBgXLrpbKrkISBy9GBoYYeSN68PgPwKv3SV1CDVJLPpRS9W0Ps64PZ6VRrKOTFjN4DXuAcPqUn3K8eno6tR7VLZSE2pj3j1tvb3Bulyrxqk62KkkTL8gT3J0Yk/YSsQ6+CqTT8wPeXLP7l3U1XEnkxDjyOeeTo7uKGO2bH4QH//AIbYqWWckMn5DVLiqMlK7KdJVD9P6iT5wqqkRJXHOTHJ9ARRFMq7KJNSxBx3gzt3JDmkTpSpqWJUxw7ohVrTLAiuJX0/mFqhGqqQ9RThq1stOvXqAtZE4PHuNKRaJJWSQWUPc7sp/NDV+RV01+65YxRSirC1VCT5fajXkpDiylbY3YUSkrXSVqeoKaRoNLfamWK3d0EqvKVqVD6wCCmbr3Uo6soR4uSfIWnxxhs2FMiTVrnQhugpjYCs2VXIOfoeFJ+lTJGqtSocbf8Aa32y6JZEOQHk5PbEhxZDt+dg/otB0kl3fJfvj1zqDV1UtalfEPuVR5pFJVrK0yZP7DLei1dlEVSrkAfqFOFBhxOE7NpZMKLSdHot/RZHrVfErHLfq3xx+6m4hrQN0a6tF0WQ5EFYHSxcmEcMYQ4B9GUSySdMEM3XJerGq4RrXhHoz/4uJicXmCz5MOMKWXIcruapVWnq7V+1ISponLhGzoN3Vy9RVJKuh9RpVIUNSjCo/a4h62jwDfrm7pUqUYEav6lerVq/Pzjz4ckJndLiaVo2miKfSVzSVQbpRtMpKpEtRprGgWqTXZSSosawVSzQf3HAn7amdSb0klKzo9FzuDTmj9JJK1zgJbUpNsg/J6k516bYa4XtTqgNgS1O6V7opcKqzSSu+JIObUjUcLeUrZ1KGKJxc/ejjWLqaY2KlZZY2ulV2rBqdVXLqDRm7FWlHWylcxxOMDLjHhJdxDQVzrqlH/2o/wAgh6xC68I3WZKSlaBAdBBJJKyxBrt0zpVq1+6pY4RQxHyy7gF0dKq/2DDLOeqJXP0S1otrNdZ/SOcD0GirK2U/SqHE6TpBVWySyB1x41KiM50V0tSCU0/EGm07TaTVJRXiDZVUElUpqo4d4aPCBQ1xtFunTpUhKl+pjbo9Lg4s9ROHl5DhH9TnhcfsKLdUWlSh0CL3yGIU17Be5h8Hv6RVdOjulVa5z38etlc43LwueEN1dvTy7qbYVo1Ooc4NEfW+i9P7MNniep5M56LzKzRSZW1FRiiI76VHK+plxlhEqnKimMb4yUZBXcvSODEj71oAGEdwEJ53fAwPIYT8QymabZAUqiuvCCkChByaaKsoTPmhIppqoicwVMVuiqK9rKGYLAcegoC45AU8QyLi1/UJxXtQAmcWkWCOBaM/sMKoLyq/x+gXGWlC0qk3OieIIPYyTW/iL0jpWec94URW4cgFIrykuhrfGcdBbHaS3oAmK1kEpV/G5eTV+gIRc2sro45uMEobIYTu+TXcE04ytdwBJuJu9dEWwjnFUgMhP0HwNr+QsTN2/RAE/exeVX+IIU6Iui2R7X5jX37ft7g2U50pWaIAXLbse8MmGUVJmlUg2lBYcbS/b5dl9AieI9wWhPwRfSAl2xMu2MRLwjwrcQGImGRGO2JDXE2J4kRYUUw2xdV5wcjVZejt67YtKbc184pgSymiaUcjXaBTBWJbAuXr+4yQZjDdE4FCOQp5tnYjc6LWyBpycVeSGwUU6yAc9gcPyN5o5bX5fmHqEUhqNHOcj0q42Fqpa9wc/N2KQeTHiBlRdA0rfdfIA2599FxTjkstkExNN33gqiRUsv2hUkrK+DziSqnJa84m8ylqUa8lJ9dwDGhfVE1TgaJ996w8BGeVN7Gu4AFodwnxAxSKXJcABXLl+UdcHiTasHOfffrtimelN7YrcxyJXfAhFZqooDqxHCRpVT4OsRnpd8CwdZApKuAhFDyNymSEqtknr7gubrgkq3K5AzNgeMskkIKfrqiJz+K9EeT8blgFIv8AEyQ6WJliRvY1wiEISu/rgEiSteEJkB9LoklHlcjpmyhBUs3oCUeVV7NTqEas3fQyYjSq33IRJrVGIxm64RNwbI7Oh8wMSKvJdgKUiSPG1lJDMDKxEIGldsZjEa7HZ4hu3X4wmQ3ihhOORl1xdFMY1asmlH+Pr/IFJGmpAEhPY1iPGhKiFasyYaVYTme37PWAIqb6rxgQmslncQH4h+RdCNrpiKkJv+3MIwPa2WmMX/Gg/sVHjFA8Y/8AZ7/ILTFmzBBYoweqJOMRGvAer+mMnMrvtQTodszW5L6i4peV1vihP5C1M9rmsgDE10CLF5Ln4Qneo77iB6qVLH6fshO8KKKo9gGtLFVSVU4nnApIb78AZPoZYXRLkSsSoYUbJUE37LX3C1HNZrEwZYFRXFpVpXQ7YVllj4L17VUiSVQUpl5LE/IQrTRaTO2VcagJ1ouiWb+j5iJ1Es0MRP6A9f8AgCWF/RQeGvOBzGV/GCVBQsWUlrtAAWiEI3t6EYm4RMeLFJJUHsb5bKzFyPi+QidLfRfAyXJCmPoBo9gumZsuEYhC+JRJvonGKSqU0H4iNnoHmpfqiPQLZfuM3lZQydSUkTTBs0JRrZ9fmP2B6Gam8cVHV8UfE6vfAZIfxVn2h6qWJ8u2sqJxhyqoxe7/AOLmgJHgkK4WudSDf8hK2ZVP3Oh9eYZLHXcHinla3xZC1S6H1Cv7DuytT/FX9wzA0rsCRU5udV921eGSn14sATb/ACPEtR68rmhhWakPJx1MAjQ6+/gjfm2WhruiczrHjmlWXX1DJPFe18gTT127Hiw8UPQS9vSHr6o8nED5BUNaJFS7/wCQxFTLsuxUKMRNK30ZIZXW8EofRH6QGCn13CjJiJf9YzE/6w9UhUsWZiWV6ejwCk8MvLF0C+N1vCCsJu+4gSLx0zT6lSKjHS7grMX2Mn5C2MLLWI8rNSslano3/wBgzNDo+QNVm9Cpi+XXdFR0vbvi5RP5ea+MKGtehrwBayKaVghyygJVlb7l+cGKGV1LDG5gOclqABPWwU/+IUqE30FKQtZopUJruDDqYGsmlK7AHVJkAo0JXb/MQWjNGKwxoVmRlWvdA6yavphmtBIDRgkExB2FMn2xBaALOXev2FMY61Riv40BqJgVZKbrh84PPDkhQeG9fAMNf4io6WWA1EFUu36g3UJl2QEPDuAWKKlEu/8Ah6hUmgDVYJZpKZX18goVIFe0Wihes3w98BuYJSvPohvGbN6AEWQVm9AKV/YjXLvuQSpxQOYM3SWXxOiYCKpqjNZBg8QWKE3fRVe+EEQKqKTFE6KqiFbmGIH13RiG0MR+AZDEoxSHqvUIGUGa0RrEPEKJVuoQ6+8MFiFHJ1pVf/YYjt+YVGJK6YybX5goHyL1DJCo8R6tASgmMukJXCA9GAlE0r+I8fbGzBRXejwHFZockJnVlCET/p3AX2MkYhC+JwKqKoQtc6LIG3rUoH6HRaRRIXox5UDkN6fyBjUs0J3DE6H4H2L9/dvRaTCvXmwyC5PPEfoRQbL7BouVSmJixNXPg24j4+/prLRdF0p9sv1cdrk1tLyfUdp8IPhEp66h0Rrc4wXqZNbBU5vIPL9VKUnR18EcVkzp1ynhE2BdbsWi1Trn01dC9wDrV1l1j901QyD7XWPnrwZIKsGGyn7Amza0K5tcA7TcvRH28rsp0riE8w82XFj1M7HyZaSHlHQYOmqDrfz6HFGwMaHS6AWRofYqpJSVhxgwaO5WvrEJziUhH9hareVa8QJH6CqT9B0liY8PNfG3OmqSrWal2whpCKSrDp4QmQxs9HmlNUFVdMojSMLWVoHCuhV9lUX2BB5SiqVSaI8jV7LRT8Cq6NukwarupRz4kT4gDaM0qUoYj9WuTFj6hbdXdIkkwlKpZeJ5xrCd12xWBGCSVh8ojogujRCa3UjUqfYKpUpspq1yMnFGy3LPlUkiOnSWRocwrg+mtXVlX2zVqo1qiLuHSSp6GVovTy6vmHLzqzq4F4gdZo2k2rpWakkcgcxdusRVLIwDS6AXtSZZK+X0RtSiiqTA8rHHFOWPY6Yf8jolyV0Er7q6S7w2uLBq/rzUq6ZxzK5alEnSUpVXHyB0Gg3arWyVyAvHy5KmLycX5Lua1TtxbV+rsVJKzrAhh4K2jV0g65MbmdlNtUgYzScqZ0TcIynUQT5cVpmuqUK1SUlJZApdMEmo3E7KUEtMt5qQo+N8UW5CcfLm/wBGunRsgAkoqkrZAy+rmhExJQ4eSm8zugq0w6i4qyjqq5Yiquk1VmqgFB0q17AS3S02q/8AuFF584eUk4WhMHZY7pD7ZpkjVJWw0xsqrRJJIkrIIENytAK0WlNdY5z4xz9eENaXfJJJZ0VcuhMVrKaSBnDxJJWVNCoiLp+6mq5BMgCJOlaZfkSa4+1XqaPPEOKUVVYJEa6Yn1DzX4oX0mpKskgvjBJLOi05JSR3So1Sm6dSSSOqqqOriWRz8jxiKrvLq0qLYHVmkIQhY6W7eH5o/wBSvhiVuopR1QzV1XakPjfOA7T/AFReHpVg1dUDQypyLnLEhzYMW/CMMA+E6TdKunR3SuOc9+t1j6v+L9Iv/wCjPD9TyfXcBXPais2aHjxlDA+gWzziEYzRk22Jpw9MZBFoqjHdiM1ZQypBLEEa1qCjMsKLYRshUTxqozMSDALb8BNFbxRwN8YzWVC0YbFWSHjLJAMiolN5IajSdUQVVshXD4xYclqK4Rva4AfijLqJQPwqjMFRQYw9E/KgUM2EwU5VUSguAq/P6xKZkCbQRiVRJIWFUC+ZETgorreAoNjUjnXACDra1gpgqlrfE4L9sag2h2mul0AQVdXECdI/JAhNfItRJwDehpXiLCKeN7Pk3Augbxo9Py8sBQFbXcdpmm+iPRMAG7nXcBhTJeyDRoSqxe8b+N7QQvWtqNlWIFTxDxQZM1ZGuOErUUQheDJdsr+kAmQtRZNAKYk4BmBBfEvCKzEGszjoiSAsLARqc3qFpCdwHECMwKLSxtbIYKXU4tIVKbxCDXizUWpGshmrvoiQwmY8q1GNRIsd9DBktakC8gJQPyozEZtLB5vWmNjo/Q/2GoNVJSpJQ2WjVchIR5EHjNrSh4o4JT2wtbKzUu9p+8MinHM0XVMJIIR0M2MV+YRiW1E8hr/xKlQMc4IXglN85fUBzRSSDLpF2URNNS7GSFzmMqy1MGBwKvK32oK8byM15FShhRe32VUBChJuaFKsJVkLi5FVaA9MSmiSh960+yK4m3oYxeVbkhfBVJUCEOCE4jCtZdg6BUpvQ12hA0O+IJGtegCKmv1vBBacexGPsesRtUvw/mL4k3rQGIQ1wR8oHyDsrLC1lAmol3xSZO1zuR0RcnGba/hBDX2VKWuaxBQpBVJUHyhQ4LK9H5gZ3pDKu4AdO119YxxEkvyFxz2s0VmPaggkSLa50Xw0xQkC79+p5Bhr1RKKVkRIRvJY80ExIlvtf0hSsn6YSrD8Qc2vAMljySQysX2NcIqhC8G+IEi6p3BM8JXTFSagsPAEy3swRSyFZziwpeS74rOT08jzcAN7ARIpyonH9AjCG6MEjyuWA6loctMVL3Cwkci1A5o+nk82t4SSNNAZiSsJvQC50Xm0AwOfLtdAL1ob70cgGIgieI77KPX+QXFLaypR6gaPIqzQrcHVmg/+xksjCZbKy+EYidVVXNfLAInhNsvQqC6oriYfZheC2PSiRUUsiC1M3JCqDb08oWFJ8hqS8gZYYu+jxj71liRiWVr+d4QIS10Oj0Qm+wyIRhlzdMQgmr/kILFf8vsiOZBGiDwjvUrEPrtjx4ewLi+K/MYTT5Xt+UYE0DwgrNstYCu014ASpDekviFZy2QeDJEEjpZ3HE0ypdwQObehmtKSOHGrRbOiIKJ+N9wqK4GJ4WicnE+wb6UqalXJo+YWnilrpCEY8r/ISiVXksQeufMNUWRm9AQq71f+gyaKvc19QyWPcCWM6PIk8Vw6+USIZXE4mV5RiP8A19AeKey+Ia8Qvp2iRYen6hXUVm+cEpZoVmmpDKZmt3IwWFlK6xgs0SUm52VoCBY8rrzgq4rIVvfSSj4pUeV1/MZjoCN/LtQL8hdJGS6E1LI6h4pu50MGKMRNlj19Kboe8FMOWOjO5ZfmPGN4oeiXfdDiVhk5tebgGXyF/sicspLvV/MJVJqXbETE/kM3lfwfUH5dgJpsiMENKSPrtiUTWv4N0eq8riY2KA1iZfRiEMiy0RCMNerc8otThlqzewIniAV7fIpNBUQTLl8fjid/ev284iZPua+8b9GTsEWT15+EUrl33j9LAC1Sq77/ACAaifjdGuTcDYGvIHiW14gpPAFmT5XI4gqOT9HAUI40GMfIGv8Ajyi7YGNrwgw8AMqnru84A4GeGX/qBly+NBx01QKoX2+P8gGsYjp49xcrGUrxBUY6udBypcgDrE5LECdQ3y2gI2dFCqOcVBR/G1D+8Dqklb0CMmBHTAyheSx+8GEYKq63wEskqlnQg9AbtJIDKfMFLpZAqURteOB1LRW8QUpVfb8oiq130MEogdaytcvGBNexK5Q9vLARk5v4ODnDikUZtQK1uSS/jDgCNfRSPcDXbpb0BVoSgc6sgArCbnfQIAlofYOqUVVOcGmQSzugKFi+gEbY2VFBjDBT+KrjJoX1REsAxrJb1KEVI2XEGDQ8aLIFmgUOVpFHoGFkS8IrMXWqN/QrR4pZotgVVIYSJr+QzE4H9hswRT0xE/KjMIyhUopkDWErV1OIqTvcJKig5JuvmAbCiUDb1pj17xtcZgXlf4i9FsMmO+5e3bKulZSQ+hfAP/TNT13lSmX6Uii6+Xumjtw3NocXuZZbKfoduGvuH6WeB6L+5e4hlRcrHlQOepo4PoPM9fzThDoZ0en4VdnC7pPA81uNp5qwYYk89WuU3vHXbkLmvsui5SqUyuSrX3TXo7oYvrlnV1t0ez5uI19422irn3++pVyIExBww5cl1Ms4P4mlL0LSjWlCKsMwfO19sdNZrumFFkVa5BD4+MEr4rqUfYqWOQOaJZulaBXSlTNLyheSSlEPHkmND3cKpUWdLLPlF/MHXDXStaZSPsprj1qo5q8OkrXSVSqVMrcwdQ3i4l5RbBqRJrlnyxz8lJdjqipHUUk0lUpWu0NXepSnR0t4D1rFVWpKCmn2KqSpFZtSufG845NXR01qyVBJ7FVPxALS7bZTqbxBNq6VYKylVezXBTgs21SE5peTQk/Bzy6dR+rZNWtcnG4sRp6lLJY7VVrj1I+fhG+XWr0pKP8AZaWPkDlMGb9V1NdZfZHRxPpsnyQ8s2+4u6BrjsFVcfinvbXlGyOUaG/ukmpJhMo1WA5CvQj9q/I/aq4+Abgybv0kpTpXP5HRiOP1XG32O307UTc4XTUClISSVx9PaG60c7aumtlpj57oS466P7UXVVrna1om9eAdwuQbWSCSvMOfkiowtdysOpjCVsB0RXIr8ThHSbk1JqRFXQ1Z1Q1qRVLHImcPGVIpNf8AQcBRo35k5SSslQYWkEt6Gr0c/SfpSpoa0KnNrpcQ47+KT1RwcnEu7NhNapBTSLbekgygZQQLa5wdHLXLHE5uN4Ss0k1GqpK68IFeEG6PWkwKlmnih5s/TtHox589mtt0kla83ETq8UC0JRTDZ53UquHj0qUqVKASRkmrWyDRjCOmPKWSC6QcpSs7UINEfuVaZf7Aa8fHFNNvH791sBgrXr8QbZc/QKVzjDZSuOufLP5BOXIpPEeCjCIO3YNbnGtkkQh9ML3FIbKVtQTS6+z7UIXa6TVI7qbUITjCvEm31dhJVGP7M0kuqrXSm4g4B4W7p5To9F0D96dY+a2i7m4HnhC8Ij9+1XYUD2a5TYQH4NPBslcvRZ7rbo3Vdd7j2ujfw7o6vj2OZwvbPzs/qEYUzRdMn+2a891fxNy9wescNUj40fVH9bd2Vy9KXW7AoGouugSM1UhoRw4IXowhwcI+Vjnmj7X0CfsLR4PP08jKDR+YiXbEzG5IQtB3rpOXyeLtjFTmGSQHoGDsQ8WIgaIsLajB9oMkGiMY3hKrEQNtj0DAIBaMl/yiMNoRvfrAowVA3sCZSa7oGTMCUlwwPkEQlK5oDxLlq+z8wQUooNHehgIoiYRgcSiXsdIVGMA2Ol9kjQEYKCIwbaCaNZOO0LUogcu0LYQSBbNZff8AGi0ikoDewJ34BHoYPLGaJlU5XHAMFJQug5C0MNIn8bXEirSgGRTIEoxy/hASGrQwTUsuICknEqyy/cFqMUlfTBJDq8qFE8jSMd6ATgoububLO1xk5bIYd9QoeJJb0Fp09eoOFE5Sp1dDogExRRMleQpvWt4YOXevRFy+dzQq+sQ712HMENvv4Rm9+gST3PwCJBkHpLIkGYqiB1BOB0vZGS2TbRIhhOCiQrSjZCwuaB79wNFpOVBKS9qKU0xbCF8NQr6Rw1VmqkV0xsdFr5HEGqNVpVQbBRTj/wDyq4hOxoG6MVvFYgalMr7OuEIaOPkewHJDckOVlAkpvYvCMYTRCClrNE4n7AmURWrH9AqUL/oL4GHjGGqVhYKYsqp2MgAKkS7/AGQxNAUrpzVZXfKKw6SUhKsnKVAiyc1WbNDtaHf94WqIi39mXcXrQtRjXJyr4MOiqKDEDXkbIgkUXIxSEPFafGEr9lfC/kYPKTNyqmOLImVV7HrAqCmRK9MXpKjNSMqkX1stJXHEK0rXCPROInLvqQ0P2ZuJeUiSvHEyJ9+X7gPvURcQ8pLXGGxEvImqey12ucCqG3rW8L1DKyugBo+3xQUtGSBTlEEzzRaqXX5CRC2s30BrGpGEc7ri84KIRJXNaHGA5CfrBMLLsfIAJekb5+bmFcS+3iF6hJNXt1xiJvYGM2DrQy+nr6xSZSUlZa8AsVJaiJY5zWF4b5CxbMJRSmgglklaiiVvoIgWalxBpGohW1qik5e5jdYIOVWzlcTyXwMvCbXVlcHqGAukyeFrvggfbHr/ALYyUyQT8iqeWyETq77rESTj7Y9GbuiJ3KSuvzDfIzeyyCoDdLTen+HyiaqquIA1DWpA9CWAvoyuwfiBOtN5LE7QavVAqOUBbQU8ZURvX0j+UXITVUtfWIQhvXRiJpxyArQ72EkU8UT5GGL3K4mvuESn12hIx0le4NggPq2eOcSiWy1iPQLZTcsTiflUsc4RjlVVLg/YVqEyNcAuT3wVGj40Bdx8SEDSu+InJNHo+NGa6XCGEcfspSL88oSibku8JKG5JURMdLkge4MARYivoCMdoXujb0kIRshW+kRkCx9D1+QRveKEqgmnyQwrWXxPsQxf0jF7tzPUMQjvs3scAtMUepZ8y92QgortDBlteoeIna2uOJl7gLVOzQJEUtZWvUMEhl5GOIGjNtZXsiUS777O0BSFbLYR+IYMYeJHXyCMDb6AvkUbPX96Vx+KceLN9iPdGYaGh6xghrK15+bWAaXxFdIjA9kRLX9hM8NecYLCVrfHow+D5hIAbtEjEsh4krXB6x6EZtdIeJBLlRomappETJze5xBJKCXfGLXH4mhtbQyQgZ9SDeJKML4jf5XLyBn0/l9B6/364yQrZ7/Lr5bwyVOalre94ieORxMnKGYlS7+hjbgEliViQMWy0MTyj0DfpHr29ccSNHXm5ue+AD5FQwYosjDImiqqrj8TBUBQu6pFUYKyuhpfkB1099BR4ehxMIgYg1jW+zBIIWWgBlEe5pbgNOnvgqMnN30asgr/APAFVNLfUuwfjAeBJoPWTSSr5Z6gHMiEaDn10wBUvJWgGU3dfMGSiWvMKCpfqB8D34Fqn+IULE1q6+4MTkSV7HzA5oJJf5OntAXk6Q6YrUT5LE08nDeAsc12w1WJ/OsBzopZ3QC4/YU8RSqXehQskGKySu9ChRMCRSOXkULJgc6UrXdDZRJXHFCyfitECxxdAoqOZIXnm778oipRrrVAZSNSFyylqFbkv+wbuUbWVxOjlAYzXsYnzCsKd6Eyqfjf3Ax9CyDNZvlgUyXKgWM9aB702yA6iKua44PKnKrgaMbW1+ITT6yqBTJpJCo6fitecFmRmiEEASkSmEdwTIgLNib7N/SJES/7K/RCSAn4KDpqisyevyB5iWuEUqpSuJjgoz1pgshLO6+QYjyQtMmrr7hUc3JADQqRXE1kKylSFxi8kKYQ/wBRgfErMPQhkCRkRaiQYKJoo9/3jsfgd8CD+7xW1sGtWuc9Uc5uYoZWlKUI1lZZoE84+2fBPcmlcu1Qaqv6iB0iVyVr+GML8Rwes5JxhUDq4Yq+s165n+ltglShNi0yQ5CHx6t7zYb/ALh9NUHc4/sGGQgQkCVqsL5oQwBdc2nQ1AuvuFvXPXrm2/WOh0XSiSqpLLEwaPCPG5J8klUzu40o9jbrm/By1asCSksstY+1jeoPHNxCWwM1UqecwtoWnrKVNxCDZGlIJOs7kDh5+Vx0kdXHx3tnOv8AhqWwF7KofjhTRrTYqS6So6pTUWsqyHOaWT+9WVcT9947KezGznVOUM1t7WocKaGc/Zas3QyPzgL7u37pJ+Rg1SPj67YY0Vck6pShpTrLqi75OhMSK2dSuQpBJ+1mpK5BYe4EXQRSVYH45MbzDSfBqm/otVei7TE4/AN4pJtsprZc+kITaWylXqJpztyk6kTcQlcP26c1KyyBqSqSuwD2VQ6CvzG23MbKVa2qVcgr0SjsRwcewupCiZqtl2Bol0VzjpgrZJZY7ClR7pV1agOmrl9lVFRB8sYOl2H9uU9M5Xc3c2rnX6WmNjeXPtc6roY5PINncUNKa9MafTrp+kkdK0qYfcA2uUpBYA9H3R0MkqdrsomVxskbtRjhrKJKVxNCoaA+VVbmbo3VPLylTkrqx0ucdfuMc0zRbUjWlFZh0L1TpQEOTihF6Z0Rmp7R2+i3CqtlNrg5S5906VTVaq90apQFNJK2rVXuc42FjdMqwV+9aY4nBRK7ls2ajaBVapTcevp9f0DuhH6TCukrlnMK6Bp5q/zSoZnbpTZuJ0R2cUdWjz53LTGySk1OYKVCKiuj11FVZQYLJQTHV7fuq/o5X0ToBgRUVKIAqckkA39IbFanV0wFCCiPGUr7Gu06ZJqNKpKkVc01yzjYnxFX6s1UCN2bVJWbKyB5fP0s9KHxKrnqHSotKarnz4xj7oop6mJW+4naEadpxJqkpKHN3dIv6UdHSVVsAvGsu3cpWOxtSN3LVqlKSHN7qbuaUp6uwa2CBMs3GgIXTOUklbJXEJlmCO5JjSl2V0aDBqlUotA1dwrxuaHqHZFOtkFvYZ4Pbgn9M0zs9VI+wSY3aiHP9Q692TC407C5ei1FzpkiUhC7ZYRhehG9fgOzvaaucuNoZBg1qEqF4vMPhv8AqX/qY8JaVPHoa4hgchCX8cyMDwN1QiOj0nH7s/2c/qJ9OR8kXbeAzwoSnV0dPUWvuqqmPe647vMOLLpKtVdiq5ZL467d14avC+/nsLo6eekIuTGSqlIS9HbhevbUeaI5AutNVmq5Z8ofbelzjBRbPnpylJ2yBoCsZhG8MxhfHWRkevQEYG4BI20IGBQGSIYeNtjxYCZEw2QqZUaIiLoxGIlAuISuEbwkaAwbaGTRB6RzBNsXFPKriqJeEZJHfQGxIhKa/jRmJ0gLCN4WDJ5BZmtf/EIRiMnN2BAxQoDA9X5hiMUhGMRjExMv+IQgfhGa3MNiFdy6MbwwaYl2xATgaaMbySgfhGUlhEorNEIPsNmyu+CSK8r8N/3BcWImU42LDlkNETckCYOLUKyLa1hcktNtfbE2YaIrcl6JgZFaaFMVPhEyKpamAaGfSXrRtfOBVoWQJgvNSlYlfCKVTa1g0BEhYvzJCg9qDlEQKomHyD+JUWHjR6BpQzEwxHxQZaErIlAokQojBWVmsc4xCFrZK69YKZtF8IbolBJLXaHimE69kF3I1k0M8LTxtRQmZIWxhfFLcVsDDkVZX48UNmMd60AiKtrzBpRbiaqJTerFRvNFKZGmHqUBrNGLb0lp/IbKSPp+Qcs0X/EKgaVvuOLEzd8UwIqMGMJtDKf6LYxHjnFENcYZjAKFy0YUiJFJvQjW5IeIpN13RWK2Kis6CXQA6ifcBsYen6hGMBX5E7E6yOXNASyXJBuvaq8SpjAJzH9IZAYt14YXhGCnx8wmoVKUAzRSzQA93oLQPN9MME7UK0DSgcgYGzUGGjySXuEInsjzdPzfuPG2xE0eV/IMI1sgXX6i+GvSA5DfMeMuAxUwmEfQwj0SJZ2UQVENvXti8sdSAWUj+iBkfFCECSgSUnbyhmpaygv5BYNLFkIqpJaAkpCbvQjV6wMxl1EIH8UMmj/EYiX2B6Z1B11E3GzNTLlcTJGDJ9gnaF8IJQGCmS9Do+4CQEiBbLWGN6h4sJSX+/DzC1MmXp8Xoio5NcPqGKX0kTHVSA1b2wVelAdQvoAX4D0kDFFepRkymvOKa3jQcTZouUN+sCx5IZV5XXrAyh8u1BgKya8bImRu6xAUY31RA6sqy1vgYzvlam73ecNiJqJh4belfYC85966+6CFlJud0ACc/sDDYPyZUjNEymFExX/cSJAD5BegmKu+ixNTXcAgtirkTagUcNTN2D94RrzePiaVYBxPkSuKLIKASVBRcc3K9wVH16h4qk0YIbksvpBFrZRLIkaM1IVliMmKIVv/AK+JzjPfYE+glGMqoIzfQ7I9Um9sVRLvStcMhG8tFcY3lRk0O+PccSv2XTDCpdROv7ArIXfe8Mkh8hZCHsG8l6IePxFj3Pr+BeD8+oeSiqJnxlcPEiMN+DoD0mfMI9GKqSWd6YyWFqIX7XuRFujW3Q6loEex6JlUs6ImN4oeJGJjRLHahfvCN6GP5QE7D4Las0QNG17HmEqsNipirfQO0hC0kOV1viy9ZdP1XhiGaFZYxKarDaBbGppWTKS1zQwaNra+ztCZoVtsVBbsr+Jacs3/AFGClh7zjzeFZXCJlwX724NfgjGOrKjF8aMHTVVzSokWMTbYzmUrPAKN0jR5I/R6EJXwfmPHT5LIr1xlWMa5DbooMuoXaiFWyhfGEr0+sQNDxogfexKMa22DImzFr3NCrojMYb17fFGEI1YYOL8xZunCLtY6+JBUnf15hg5eSS0RGtEqR7wsjG+kA3QsHk2VRj4r0hUaySzWWcEFzQohnYf5IRBSBGNy2RgT5is6e+yvqLTZpTtiJSwm90KFvEGO2S/SB1kgygWGP5AKpCE0vNtDDpZLIAgnvWvnA5y70GJ/qImRTtMHB7oDayKeBPFNXX3ikyPKhnBFOG4BlxlY3iwBRHxXogQ6Mrp6YPcfiFZ4fHAH8WLlsWKJ2R0gFKldy/pBwqWGJruharkHLuVoCfHs6vCYIZOUBzk/2BqkIYnbFK8MSruVwGt0PnjsXGRAyrUMTZ0Cmjv2lwjfskpC6KKu+gVVDsY4cKRiAHAWJbsJztP5gVRKaG7uEJXmAqpYWfk9wWasZSFahO55wKdt4rXhDNSEJveETIp8AjVFkAwT3rfBWskl3wWrmh5Pd5toYNgsmHCLoIyrUWJxxIl3IX7w8eNZIl/iDSGgVQgkrvXfA5ya/TrBCOd7wFWhl9oKbeQPEghEmuvCCDwhKFN6E0vNtBvxGh2aBjkEIlBKxYSTiCaRLTBpjBKkyBmzopV1USS40KnXEVQhAyWEd08AFx9BUvdGzi+aTIQWhGrfwR2hHleKspCKsz4KPApdG6VQplVI6CFavWOXDg4ID6euauQpSb96SOclWGje2sF8dVuToGiYqHTKyIQiZcUhYXi+YbunRTGLVWqjUvEheq4NweNzeolJ0ehHhVWILmrg2rVqR06qH0/yD/YUqokk1IQnZ3BVc2qdZUqJ43yw2odW0NkdRx626POybdHb7UYC5M8qySxA7ZUzsWolpn6QRLGiNbcPnRXBDQUjfrQ94Xl/Y3DJy7G/OboFVfhAb5SUlNCxmuotC0jfDZwiQyWGA4XqVna4pKjT7pWKSqqDrYtc572iNvoiGxWqE1LRyRUZsjiYkBhSP38iOjU2hTl5XhSI8fEmxyxRazTqtUqhz+cPmFGygioqEIDYWqyhdqI4+SWjqXHgjS6Waf8AlHTVLTDS5t1sBqRqqlMqCSiCZqcO4jDH4QDSbhVvT0lKN4t+/eG5eVx40Di4k50zdkItXVSyqCDlNLNZY1ajaSd7KzumHxF1DOsMRzXast8dCN4vsVU6TrTyQod0fsreiHr9EP7roQM1nRyuEB3NR2RLnYw6YN8hGawVmrGuZYJWsogCMzS5LIxR1aLJqsraIFjtbgDpig6NwWG3t4RHlyUu4/HKL8Gj0DRrpJXZSWInxRtKrNV/UlZfy+oso1BMqsmEMW/evDY2DVBFXEJCA5XyPI6nHpMUKRKhqiquJX942Vq72U6JKVxDhMuimuqedCt1i6hMU1WG0O3imcE+NPYzpKmVaGVm6GkHtG0z9qJTRzW6t64lHxg6uQXU2Gga/hrB1zy454oHJwRfHn5NucLZYQv3KqvYDFxGsqS+K1kE+AdE3pHLF0JFYgGlnqTVKUGLqENn9waPdK9cbKPjDh5ZZTo7YdrFF0VKpKpdMag/urSoZqdLYtc5yRxsGLfDFeM6usfCbhHHvCXSz5rRq5UFqu3h3Rfj41GFmzc3QMpSD+7emfsZhXxzVFTk0R225tlRdxFDEYNcshapz7puGMd0a/8A0/XPUV/ww1K7GhspXKV3Y4Abd6soiwVWTjeNC/eiC1UbEm7tfRy/w4eFpK5KhnVMpJKOjkxKtbm/IfBF1P8AU7dbSj86qSSBMaNXFh68A7R/VLT1Jt7mDM0V6qaquNGEMMcEd0fFS0bU4+p/iPRcb482eJ63mbdGx3Y3cUpdkqR1SkiuTiFvDVTZ0TMKzxiPeUFx6R5y+JgxR420MRheiJlxVcA3kH4sicwgXaGRkmdD9nRi2EL4vSKkB+DnF8YQNBS+DLsYrUIBxOMcIypABmKyCJdsTKMHhagC2ejDciMVoD1WAyXNBk6AYjG8JVuYQhtjxdsBsxOBhg+6PbYzHGjhAMRqwGRku2IxjEaI3YxGN8ehtiUYQ2hGG2MEmQwxGO7EQGSg2YmUwkWM0VFEgAdyYyQwphC+PX4jA/IIKsCCqgEsbyouJo820FkOmHon32aCUzWQASFkFj4mEIG1TGBVN9GTnFTc0ccTTgMJ37FRoZYpVKLFN8ESwhK7w10MlYKT/FXGIRlC48ITe4Kq0Smqw2gU8tGs9XiMkEb0IKiQpiAuvpcqJkUEDRsi820Mkjak7FfygPsbGmZga1GDriBYWlbdrwEVYQDQSfcVlxXHfDZgt4oIyRj7/kGzDO9wCUUA3eiz5A2topkfiGnUJGI25hGMqPNeHJyFPAwTjN332hYUgoQElM0JDRdoyYuWKD2QvLCFStu4BWcYYqMoMwMJL7ZO2B1s13wyA9bLIq9/XmFOyOVFe6cVLRjfFia2EKKZfsgJwey6YmTFVgjDJMXDDzCteHy9wnduirVRA1opewAVk9eLzBm42gtVzXmFyTZEkZvcDBsrvQWJ4u0CiRjYdkY0fkMSGlJDCi/isTXhAkY1ql8TLHI5hu+wv6JHU13RhKM0QEYaYVhSoLSja/qBKcOxxPIA0sbb4gIRjE22AKlbDIqykpQrgfOZH5DF6FoB4GjWOXcq/OACGp9i4ppud/iMHMMX443Ptj16EtPthksjfEyfkuPreEYJyu+JEjb1dyoMmjG+TtRGWpCv7IEha50E3pW+iiQnwCo+aGmDuE1pSsrE6eNgvCF/xun6hBMeOWErvgfIeKxTPTZ2d/PBtClQyX6fmMQLARNGNetu3rwKgLGUfooVMl3wPA9r2NAWmhD2AMpGOJ2xmMeifxopVJN8X2BYtvnlAlaIKQpWoj3wIsVXUwLhvYGeQtVNd0DJyMlSF7hbekgIbO/6Ax3p9sBHh77wYqWFNNzQsIf/ACa7YiT7uaqji8+6J6ZDbtQYSfyRiJe4K4pzd9xxerjJEvis2LtcwQZkYGVS/CLCnHo5VXcv3xA+Mqe+A5Aqtkyqb1xBmB5X4BEuaFZIx9wydjxbjtBBDzfWMKa9X1FZs6QVnNHXrASNLkaLo6av1ETKe3lDEI1doS/1DAuyETJb72PIPS+SHoZrvCJoVVcAxvJlSImRxvWt4VRhW2xk390HW9AR/9k="/>
          <p:cNvSpPr>
            <a:spLocks noChangeAspect="1" noChangeArrowheads="1"/>
          </p:cNvSpPr>
          <p:nvPr/>
        </p:nvSpPr>
        <p:spPr bwMode="auto">
          <a:xfrm>
            <a:off x="282575" y="100012"/>
            <a:ext cx="885825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RMBkADASIAAhEBAxEB/8QAHQAAAgIDAQEBAAAAAAAAAAAABAUCAwEGBwAICf/EAFUQAAAEAgMIDAsHBAICAgIABwACAwQBEwUSIwYRISIyM0LwFDFBQ1FSU2FicXKCB2OBkZKhorGywdEVJMLh4vHyCDRz0haDJURUkyajFzUJRWQYNv/EABoBAAMBAQEBAAAAAAAAAAAAAAECAwAEBQb/xAAxEQACAgIBAwQCAgEEAwEBAQEAAQIREiEDIjFBBBMyUUJhBXFSFBVigSNykaEzsQb/2gAMAwEAAhEDEQA/APkYsMgGtFfFZYWQzQJbnVHVD4nlW9jhNQFJq+wFiZgakoqqrru8IpFRjo5mHon7YKbKq5qb0f3C9E+XNxAYVSVrlRAjN9gYVtB6R7XseUE7Jmq94LUC2U2b0/PEFzA4MekPLDelf5dYvNGyAJT61gUgokrmgMfJOKUrC28e2cXVda26KCTeSxO0LTKa67Yb8jJRisCZS2uay+LtYRcQ29cQV5riZIuTTV6GINPYqJlhN6BMHvGIqDJICW/AYj/sjCImWHseYejC8Lk810MGiNIZESI77m+iQWEgrnfhGU498mvzFxS/6ibEcGtkC+NEF096BMU/G/UQijKStcc4HJ1Ivx99AKJbUHpH9P6AaJUuwJGNakHl8ke56vDPQwIurNzoZsFtcI15RaVa9QNYvZVQeV6jj0erwciN1QWmhg1+DzDV2bn+O4H6C9kTxZR5EunuepB5LQWrDxQi3VGU1ZosTRDZKgOOxkydhyiorvtQavCEoOGLpLlcgHPKIMKDHRrUVpRlKkBEFElfxCtSAKeuwsehhpXQwc83uZIoIYSUTlBHGMew9ui5Fvr9RBRISTUld8WqQFn8dEm0LFExCTEErpb6BjnE4PqpjPsULp76F7iE0ELurUQvJKgsWshC7a64QtcMuxLGyOEwHFDLmikZ6tk5o0ek2fJJBGY0quN3fs7X9Q11zR8pXND1PR+pxkkeb6n0+cRcQ3cGCp64RYo35XE+t8RhN3R9NxzjOOj5vlhKEsPonEnJC2JP0CophbCHK9rsxFV8SDaPXtauDyDJUZu9VB6J7LNDEISqmmcZIH0ZKUWe2c4iU2+9IWx5UP8AIC29ESnmpC6B0uV/cVlgJEJ7d8JccqHJJx8bl+4eND9AxCKSSRN8/cRU1KGiBlcTzdfmJpKWuseEQvzf0jxbLjh2ThaCIwSle2Jlj8GUcVJ2XHFkD2UqVXCj0kz0FVc13TdQwY3pk0+a/fvCZoCkxQLQLa7s8e17+juCUTf/AFiBjemMV+V5sgM0C8kTPyQmQv8APjCssLXQqCZYcr7Gj1BW6Ao2Tja9wZLHvjxi+NGIwlDJhkzBT5ft7YhCPJQOJ1JuuV1iuJvQ0wGsjL9kzQ30QGL82uloD0CehkeUG8ewaV6PFN4oXHOr3xXAoxyfxbpgfkCsbMlOPQhNss39BGZa6AlBS10Bjf2Wpwsk5XYFqpUhBMqsr9XAJG2gLGk9UVqF5UeTNa9zW+JrZqaKoHV/06gfxA/kXFhKE4G5IDlNa2vF43mEr6u9DfiC8XRcmbfRA6lkflOOI3/bHki/HrES5emFlYJymkxpRCVr7BRtbdRWV0AlohAbEimPh/WvLlbPuPRxx4UYRUEnbWakMwSlC1J3vQ5txZ1xipQFqKAYRQsu4BVF0poOQcTe/wC4NKY9UtAqakpLW8B3Dj+IvdpylQEHTyYK8BVGP1UlbJUPUn82yVGrkL2CBtRKCqqvYE+d6BxQNtbEsgpphTIG10Q0+68fE+Q126VsPNjeR1SegGiWyV6aA7qVJTU4Oo9zsVIaLd5TcquPR9JDLlOX1M4wgcyurdzVTyuNxr41FRwDqUdWp7XLNrf5wtgXXdH3fpVjxHwvq3ny5ETG1rCGv7iX+IevQHUpMhGO/wBGSRBjU2WklrzARJP9QMR3sD5BnDEPRjNS4+u6DCF7YFbxS7fv5/WDyG4EugGiS7JlyRchIHIp9v3ChAvYB6Sas3zd0PBiSCUyK5349sFF/kKk49/8INSS8aMYsJDldeCAITLKEEjggkJudGNiXEU75xeUvKgdOCQKSKCjBiJgSUsqyA6ZsgEJhgbl0hKJ9awlGFqIESElDpTRh6cY0yZogpIs0Cp+N9IoNSjK/GFk8QwCUEgcmjKAyOaBe9BbKlpRfCH/ANYGTiDU42QJNgqqIDVbBtX3rQFaiU0CwpZGuuW4AM37g2Jyj2wsXb8kNRRpUavS0fFawHO7oTykrXLreS8Oi0yiqkOfU+mqOfk/Y/BybNEemtTq6+TmFKS/b9cAydN7U6WhxgEcsrXJHnOKyPYh9gi5+HiRC50pZa3gY8OlvuvMFjhSb2A2yZVCHjfaFiBwLU3oXJq2tkrru3gjRSDNgYr9yuNjZq61hpSKodMHO+ze7uhHoZvI2aDxXEBiLjtjXk6SmpAxu8yOOHSyFbH6aiSVRX0ig1q7tbLufXrCBBabnUgxZFtdb14FD/Fm00Y5Gxs0Zo16jW2QNyolDxQvCGZKfPhom2ozlfqGqFHBmwo+aGqLIXjxHHycrFKLINWzMEwRSFpB1QSicznkSSTlCyJeEQSUE4G4AxKJQomImIC78BBVIY2IFEiQrOT0AVEnAPQTDiOwIxPkKlyTc0DZcRVL6xieAmWQlAJdIbAskkFbtuAxoRNbdFChdNXelRsL6ARrpyt6ChbA5n6/qD2psjiBfA0pXXXdB7Iwcm1dD9sYMUIhSyiGaMFVQI/RT5IaEMLI98DNxeaOpwRKxJ1LKUKIwtc0J1oCuE295wGhsitUonAnpjJzewMx/wAoIhi/HUoqPAERNvQoP6YVB/5FZIb0L0kRCJeSFxDg2NDuQjAQgmqkqLDQEjp2QIt4njQ9AeJuDxjWQjeiEDfksKUTJDlUhJIZhHdgAwmKsBk5h62GImBSDF6MVYiUI7sBWQyu9DJo5E0BhMFjr5RYK6yu9CyMNyIWQf8AoyU4uhC8Bim7gurcwCBZfGAlBTehURQYMYEGi2rzitcwiZQCmPKBCWHN2xAy/JK/URMoKDH7AzGSMxNNHiCIjA4Bq8l4oP7A9XgJljZDJmbvufmgQwJRWlWU0Jkl+SVqfiBiS6WJa68/OOWHSdkh8mtytcGkVlJae5UCVBYGIOd6VCOXUBxVDYi29TQYQ+QFBFUgakcVyRHfYbwce2X3AtJTI1wBW3jkTagJge1zvvBT3oT4oPKqrmvwgoikpXoVsQAEXBaZptRX4BkyajiGwUy97914GJqK71kYAvIoDUDb1jhg7lsMTFpieN9HhFJNDyfMEFUS9sYQ8WKQ8WPxCVfXbFiRt618ob9gqiB01c6LIFm8cYqQFpSK/rNg9eEKGtmSG8V2gUUuu4Bymmpa4wvTjK7/AJgmOQV3/RBT/EMmPrzC00oUqRSzsonYBfYMHiUl2hiJhm/a3x5Q3K90cXJx5HdxcjQIoZXevzGEXVrNFq233QHCVN/SPO5+C4nf6fmykbG0eKq9AbIxeegNIo9earrijYmrreh4XPxqz3uDk6bNtIpNzQLRc9wa6i7BRHfK6+UciXg7E7HZ1potRiEiTkOWCuQCljsD6h0zUsumLFVZQXlVEnCyudFE8hGixF/40HJrzQhKkqGbcwaXStCQuSoYFMLSLBcaPJa/MXIzVRldBmqCTHSzQFcob6kLIQ+MWJxm2QzRNWa+6JaiKBJtkG7hlaqK/hABkJVqNoesuxiJAI4gCzn8aBnEFVQRXERPIpZ1XHC2KU0PXDWaFSicrehSEyDjsR0gzspSSQULElVBtCpApcIpK/qHteh9XhSZ438h6VyuaFRM6fIx+MLoGSS7HwiqBbU4nA1lobo+hi8laPnnHHTI196V5tH5wEjKd8RUjN9H1jMI5HEDvQGvovKaalreEjG9jQrCmrvXS1iLiw3rI7YPZmSljZ6BhO96eEuvWIFLN4mIM35qvTGjDdiqzwkY8fcPQJa9P5cIzAmtbANYSMf+sejC8Mqx8bX7o9/1fqDAaT02eKbxWvCJkECFFpM7KxAt7FMQzXTPoCUYfAJRT5LvDB477+QyqykunsUyt9GCf4u2MmiKjn30Ma0iw9kMmN4oQitZDJM7nRhLy7FqRfFZYwYowSP8BYQlkBY1J6I19SCuMLXW8LIxSS13RFSHiv1eQZILI1oCVfn9YwSKQycmtb3DNCowUw8pEYhC8JVefv7Q2exWzJk0u+PTVRWY3f6Qze3qV6ICYyCIHyOmLYq2ut4DpGV/WM1pvQ84xn/xPKn9sZhK/l7hkiffEDE7mOGtdjNf/SUPQ4glW6hXCMr/AG3RhSPY+QVip/ZcWItZmmigh/QBdHFmurL0+L5By+pnjxOzr9JDPlRtlGJpJJeYMEXepQChmiJDN6VXHxvIsptn20HhBILduwAm9mq8QUncKqqyscDvSKpVFcgBrwUhPQxV0NOuLU1FWtQLWbuaGsCTUhBwcXsvlfYrO6mibUnigvUjKV11gGDNeyGj0jfsvQYTXQ3GiqJSlTRr9GRmqk6A3NtH7qF5ns0OlMZMzykhrt0e2LjrqzTygsppzZHV6I5ONdZSXxNYfvlUhy+693sqvrtjbKcpNWaOe3QLWR/x7W2Pd/j+K+Q8n183gac6Vmqn+KtlAeBklVRh2a144qIZIfY8MOk+R5E5SYQXxWWPRIr2/qJpG3oXppZfoh6JN7pFSRLKal8vcDE0FUlZsrXmHiFVm2vE4vACSFmq63gzYW8tFiJN9lfqj7wejC1J2KwETm9AGolAbF8DFoml7usGJQ5VKv3skAJQV3oMSQ3oGCJPKTsMRL43EBiNqBSx3r2NeAFpESzUoMwxubCCAspvY6IHQF6e0Cb8iZbUEIw1+gqhKFqZpu77MRsgB5CzbL2xeSOvOBEyq8r2wQmYH5DJ70XRhK44jGCQibkhJP8AxemGCFFjkA9ryoVpWqsrIDFOPsCbQEw9EwImANOIsMZUKWCIGBBVwHCKsoSjC+MTaoYIKzQRAyQDbHBMwCwxgyldv6YAXS/+wOCFFTlAEqjTaWaTUhoNPMssdWpBqNLp1nl2X0HL6h+Tr9PCNHKHjGUqdXQ4g154TLG7UzFJJU+sBpVJrWp7XEHmrkldHqe0nGxK8iFjg8oFOF1ce1Ck6k2uLWyDWLJxUm6+sSTMByp+x7UBcaP8tzzBfkNl0jBspNzoMRV33W8EyK00HpG9jSDqO6ETdDVu/B7Z2kqrNlY9Qa7MlZrm/O+DGq1qTj8UNBGn2NxZqzakobfQrQa3c+jN9XqHSqHo/IssQ5BeEEc3JyOOhpRLGyzQ2mj2qQEo9mkkHaMBeMFE558oxYwSSDRIwQpqyvg4Ac3dZAqRU7GJi2ozEowkoPGiCOZjDdHijIiDQpfGHJDIrJ/2DNfnBB1YkYkEYkF4xKDk0DmIIHTBMYTRE5BgtAB80BVE5oYnIA1ShbB2RrlIopTc0EDpMbW+INYpAoFGcYig6c2ylEywQ3PKFB0pW+44m0NrzhvyJ47Q/ZmDJNYKGpvTByRhqGb+homoLpkQCiYXlVBFktBRDCX+IVt48kLiw12toYCZWbbEEyi1QwgkX0BgGYRvD0I3hiJux2xOMN6AYzX0UG/xC6MbwrVKIV+cKBPEJjG+JCmMd9Eq+u4MIycdoeNtCuHtjET/AMQaGSLyxE60BTCN4XQL+kANHoxvDF+I9elVxVGF4Yb8SyMLyQgeEoS3oRjGbmhomitE4mHoGEYR5UeCv7NZaJQjfEIQvDEI3gA/EnV5xiMZowYojBQYF7JVoCo5hIxhUc4wy+R4soQUh/ERTMMK64wxRvpIxUtRCJxTGN8eIoMLZfBUXJHsgLftbwuQNyQahGz8t27jXmBqC9rmv1BQmeVrhMD263KjiTPSnFjlFWaDSKBS3V5IGpKDdJPY4QPl9gEIONaoUNTyq9r3AeirrrwhrBhIaon30MUlvbyAmbr8qDU1f0AEnx2MklJoMRXspQVJKzd9BiRlc7x8vcDL4k3FjNNWVU9kHENKsvT6wqSjl4NeYFpq+N+uEOtoV67DZDxIIKf+G5f4QA2U8boA0n4QaFYQQwsLys3L4gHhG+LiBha6i0u0JwMlK9j8xXCPihKqr+n6hJBrEvITkuILIH332BRD+YIIblfR3RogdyPQglKFSkNeYeViKqm+hGsh4EynSGVo5GRj+8RMWyzXbOMxIr7sUTaLxk49ypQn6gKuVLpzNcALOpKzWsBUYnoccSnx5RG4uTCQuKvKVD1i8m2vUEjpKb/sMMHCqSspXI448X1fpcdo970fqFVM29N57fUCGdIzVSdoa4VabvWgC2x1Zv4x5E+LZ68eTJ2beT8QYtnMqyCFmvZd/wCQOIfehHBls4myIOJoNTjvQSMXGtUHoubUMoSBnQxKlZCxE4qaqzfhE4xvieX+RoxsORLNBBSANI9kLI0gkkHTM47JuIyhJupNC1y7SVHmrsBow4UJZBc5h4oFlczUhBQgxhMpHxQlV5L6xF7gkoAxN40K7fYFEVUUgA7aWQPjG+IKQFRcTU3aCqSuvuC5dQbS9ZzUj8ca46bKpb12heEsdnNyRy0+wkeIiopVdfeGKrfLAR26qVRLOEH0fofV5dMj531no8eopv8AzE72RK9gowY3/wCwS/7fRL7x6/yo8hdNkyG+DmxhZestfMKSm8ULiGSSSm5ZAWBL6Zku2JRh4oRrSqgnW5hRPEDWJKBcjL4okciUoYTgr/rjfIZJAI3iB7WiEZW4MEKJV8j9hKMPYv8A5DX0g9vdmYHSlH9AVliJFilvumK5lrZDRbGnoJIpZDBjJSs0B6/6fngFx4WQNbRn1aKlC+KriNVJKpr5BOEb1cYU/wAQzYIIx7dcZra/MQTN8hOEb+u4DlQPjpGU/bFwoiQXQikCzK2YKYRVhN19QwaH8RI0fQAekZEClm19AZiUYPFLkvaHiE5XWAG4gdWYN+ISOdUQgbOYRlSFqBJbAZJH0BFU49/iHoeN7eSCojNliRR6B96GIqzR6JpX6AQpLwWJqeK/SMxNruCs5ZWaGAKM3sthHdgIG0BC/wDB5BiMbKb1AixdssgeV3w4oaUkrK73n3AiLC8rrtB5QyM1UeX/ACc8eM9b+MX/AJTbm8AQ6RSSC1qor3Awer2XdHymDyuz6xvpEiKv3o4BpZ7Zd4WRilnUtdYhHSSm9aFcWS6zJUqNnoBNJ0kRUMnZ5QV3NkVlEBdKq5aWmOfk+RXj+iSCiToTNGUFLddVLXcBRVxBJydlnXZmz0PGaNpaqShptDKyqmuAbWirvs3EE+S4jpDSKU21GoXVrJNUu7HqD1akNipdwaFdHSM2uN6RfYnKaXS1qqe19EaPdGdVJLoa4RvKieWqNCurhanta/Q2h9H6BL3Dwf5Cbwo1M8Ve4PJCk8VZosLGVUH0cJYnzzphbc1l58YFtJs3p9PaKAUbXuApOPofTaFU8iDW7GUCK63heiTuAZKKQLTPvWvMNizXXcuqa8wILms1+oDFh+gGoQ3qV0uyNQFILShkTan+v5himoBG5+wCUc7muwKqFRE9wLSMl0P3ByRrXsAQhd6BSZbX4gJGuviFIxBJI/B6wKjD0DgiOashjJ46CIRyBaXaAsIKglHaAoF6DEkwQQ0pJT2ScYDkUsrX6C6EZvQ6G4YMgJ9R6PN6AvLyvoiESb6LImyMI1jNMuQNNBhDBfE+RK7wJTOklrzBLGpxD0VciaCSmC0qgKSVEnSKRsNTMLS/MDQOCChjeWy+Flai1M2tUUkN6AtJZCbC7oMIcZOKEzC9OAZP7NF/QspVPLGg3SWVf0Ko6JSKdl2BoV0ie+jThkX4pYnH7p3EpU457STvL/2HQLrUlVVZsr3bQ52/ZK9zTHnT48T04crYnXeTVemK4Ka7l4RcNVUlbLHFafscQIx7/wAg1PNSvgFsCCmPoEOCImsux7QUV0SJDLGU1JXr/IVkMJFILxexJ3JUWncq76GFDlm64TdQTxj4oPrnSTVc1kCsEc3I5HTblGmQOr0ChZDndzSCWIOmUSnZDpgjinOUp6HaEEhfA3AKG8bIXHKKUK2XTNfILiKWoETOLYf5QQ39DhBbegaUwSoqgxBQCx0Mr8RmpEVEjNFtaA1mo9VgIFiL4RFUSyhRMD7FqRhdEoGSKCSSgyEPGRFKqQYCpUozAhUoUBrkDQ6YBVRCjNCF+VJIIHsLIbI+JZH+PyjX3ZRid5CBzDX3ChL/ACg14n8gIkna63w4rg15HDU6vfByZwsaWSs0M24WwV9BgIhDcgK0oC6y4RrGouSUF8DAJMwJrWQehaiWZ3+IkUoHIoLk4hXcRT0IXhGBhaaAyUgFjURNtj0EBKMO4JJlANRXCN4ejC8LTJCCoxkDGjliMVB5QnjRVW6gbNX0EzASkoACnFxTAGYUctkKIm7gzFcQicY22ZiqqPHjKzQoOYegcYNhKUBM0ANM6hYQ4XYZ/QQmUWwgKk4i4sEpQNfRl1FShuSFBs6CVAIrFJUEzoyY0pUVKHshGPpiBzhaAokK4ic4yoKzfMAZLwQvqiIlGN/XdFUDjBovNEWJ/wCICQMLSqjG/I/LBM/K69QKTUldioFEHKqoIRjN5QcXyPVnj4NjbLWXx6xBhVPG4nyCNsvvUrEDJJRLkg5KaxiNyLdj1gtuayzuvvCtBdKVN1wAxNQYLWMbQ0bqd/1e8HpuZWt8JElPjDBE+9TcQY5psbJH8aC0T+Nr1OoJ0FkteAHEWyOOGAuqI0RczfwA1A9rnQmIbI0Axa7QP9EKlY3TjK1ygYRVJLXXaCopu2DW63+v7hl07M6GRD6mF6UOwAyn8brzC8p+SBQupBpIZv2xI8ZSWu0KiHGYJ5YbpA68BScUvYx/yGVDZaumK0jTe55x4s1IBGaxJmhvorU8UkLDFm2orikrK+E4SXcpfiJKEOS73WIwjakFyRP5AhJn7fH6wMNGdyQIcuXZfQRKWaLXUrlfZFcVEscb9FIQKztvFVwOs19P4YAjZYHcK61Qk/TxnHZ0Qm+LSMkglN19fN1CwrxLlfQ2gFvRFfSA8S8kOP8A27jOmPr+SKNnQpbXX5AuNO64YDTTrqpJCBqQVldPtDP+P4Sj9bzRN9Ruk8b6YshdUkkrNm68w0IjybnfiFC7rklQH/HcIF67k7nUW13DVL/2tdwMkruWsrOjiJnCsoUJUk6S332hyz/iuNnRD+R5InfC3aNVd9AZ7sUs0OOI0q6SSzol9rOuUGX8Xx47H/3Gb2deLdc1m539IwW6tqlvo5IpS+vOKFqZ8bwZIR/xnHHsb/cJnc2l2DVXfQ5a3SteVy/cPnAtPOks0rjglK7ClJtqroQ0hzT/AIvL4nRx/wAiz6Ic021VzQVq0glNzo463uzdb6r774yS7BVJXOn/AHE1/FTiH/cVkdrTepcqSoMnXS/0HIEbuFRf/wA7V5Wp+IL/ALbOIz/kYHUa6Su+gB63SGg/898aevk8wn/zuaJ/6KeQX6mEkPlUUv8AX6CpduqEhrpZtrNIDE6dSVSzvy846ePg5eLZzznCZS4RVS3rEA5TSs0LHNKNe+BJtqfjj6D0/LJxWR4HqeLH4lyagsj4oUEUSFkFEs1rgHVKWLONr9FtblROB1ZXf+gqMolKlfHtCRDzbXW9wh7jIDgXpn9DDo84tLFL+YoTsq/k6heTOjM0ek8eM3iEEIQlKiR9f3HjRBA3RXVy9avOIEtRKCiWPocbFEb8oLeIjeRmBJvf82AWFja/AK6s2y6A9CPphl1du4xk0LLxhxkxFZWu3AevzUhApt6lAYmbMHP7fyEzRyJVev6iw849fS91YegXgB6Qv/ItjH0NcERAphAvjdYcAlXS3oYWycYa64BK/EQKTv1xExMsLIyskrCUkJxhl+QUnKMmgCmD8mZvb1jiEI3xIsVZXbEYGsgRq0TJ7Bx4hx40bIeLtDULeyV/xWt/6CJYa4BgumrN6IkWHJDYgMQNa5rX5icYJYmuG9tDBExkYfbRCFr3L+iIxNyothDXCKK29ANgZZC13rXgGyUCjZa3hrBSa4RtNC/2soeL/K/Cj3f4iPVY5TIK6SVVSS0wSytVSAukWNlN6I+bTxPoquzVmRFXVdLj6AKNc6qraiSZkmqofUe+mpdsJz8jjtHVxQU1sGQZ7FS7AU0gTfRtTiE3+I1qkm0pUea+d5Ujt9qKQK3KqDSo8l7AxRjcOCoJD0OJUrOHmlvRQxjK7gfMXU0KoJcl2+YGM05Sv+hr37iPM6Kp6Dn2aPa6A0Omo5emNrpZ9NSlJKjUl0lVVdb4PptA5FlEVQTlJHVV+Ic1u0WtZXeHT6ZUg1YfAYccumd7KdZ0fS/xsPJ89/JS/ASQjfFhc1ne+ByxlAmEcge6jwnHwXtyfBlgmHJYgGKTI6ANTL2A0RNR7haafJVNdu+DEjSv9wIjDI9oGIp2s3iCjkJcAsieQDmxPT+m2Ak4Bg3hKV13AchKDG6U34waQm+gRA3JA1scZPQiivJfesrIEpkm71l5Qi307XgBJUtS+cE1WZTSS9AXp7fdFd9L35fMJRjeC4szXUXpxBKUPGgVOAJTMCFoKLCb3L/qBFaVvQFSlK536C6Bpv4d2t+QZClsFNcAzDaFdSyFkDBvAVb2WFW8boC+/wDqFBY64BKtyQA927CCG5UFpqAQsASmYTaKRDklPFAkh7LW+ASC4ikoTHiq7hpFBaRTegITbBJDBWaSy0gosPbBiZ7LXGC8hsgEQUG7gSx0VvzWX4xplPIzUjjbnCvKjWKWLZAynSoqoHKLoqLm8TLiNKfUaljjqNMJWp8j5DVqQo6bmhxN5M7uNYnNqTorkvYGruW6qSvT0+odWd0claWQ1akqDmqnV44EVrZaa7M1Iik3ucYEQjZawBP2YqkqfIGINt69DrCYk+2wc0VROBxIyWvOMJkte2KqPk2b8FpYDa7lGs1UnojX21G2vb18w3i5RqkkqK8fyObkTqzpFzDSUl+EdCYIWU3uDVLnCZHTG6t01ZQ64nH8S9BMEkgK0YDJjijJZF0Cze2QZFZT98YgbgC4hUwkpteYEJqgCCgnNteIM+pDKXgcJOfQBqawQorpcqC0nIWqHgN4qDKZwCm430XRWDB0GQgJonlAIiotKoDYGMk1RBRYBQUVSHpwbIQtUOBFxKKorViMB9QseIWVlkDXKSJljZ3BxrlIpg0vIlrtE11VQDpwlK9vXCC3icriAAqtqGMlS6hk3hayg1ThkBQmf0MAaIGEn8hoBqMJouOYUt4ghWIYVmCQ8aLDGFEFJQyc4KYC2ZEXJm74DMcSiqHYYoORU13BfW5gCiqDE4CfkJYY1kIpm15xJWIrMay0O+MFfIvOabnQLWgMHVGIK+gMIVwjeApzWoJNKm63gIpG1DhS8Hkji6CoqiXfdAQL8ghv+IQZUZgpvX5iqBhCJgUHRZE/AMRVFZlBCtahWYKgcWEmgYhhaU4U3yD0D71pi4qgAipNF5FQdxAwuMbwoVIKjqKyhkylkMCimEZWdyBQtESVMKDgFPxKjzfKK4LegPKx1JtCiJgULnssUUEIHEYHGJkQWFPZaQ4uLtgcqgnFQEGR+UKKv6yglJXIC8ywtROPM2ezp9h41V5IMm7nI4/xcN8I2yncDEi2RKD+aIzuQ8bHsumCm6gTlc717f1BbdZJLjn6QwKscpfHplBJDWsoKkFgWRSaGQk3+humra/pBqJpoTonlZqINQV5L2hmyUlWx4RX5AhsYKG6lrreL9Qxaq+gGXSieT8DpFRLOzfaBqCoSQUyNPoboYtjpStPsB7Ep5DRta9sFFUlZoLW61qcHpGsv9S7g14gaW2gskfbxhcVXxuQBSqJdMGN23K/mLJEqyLkE1Ve2LIkDCjmqXtiT8iSVqDgH5LQKnBWUKVj5GuEMSQsrUUOUElbVLs/QLPuVhHVC4qioJTdK+8QkxEVrXNfmJIdrEGOtNzohFXehgqaqqumTb73qFTkvpnD4GzLyR+MDPl7XT7NbCMwMrKFaiU3OgVkGGgSL1XkvTHmx+VSFxU0hWpKCpYmcnLsjKqU0CbG7n1BLg/cAKri1Ctlaky2JPgFJiWpB482bKyyKZBiX4CScVUt6+e1EBB+WmZVT339hQWCX4wRGO9Y+OKyt1QOQMbgVxT30DmU13QQdmr3K4rOhanm1OjuDfjY/wAgOEdwSjN/2E4t1RJNsr29sDuCQPLm8QRMna63wUVoqlU6euEZUQE2sSsGCmsrKaIRV9MXqsxRBHXm/Yb5Gfcio5VSSIPGe+N1iPLJ+gBjoK718N8ahfIQobxp/S3L4wmq6m52z0MbcHkUnXYxNPrGTJ2tkkFUOoLf/wACdnKyu7jbkPILEaVVlZ36AE82VnRSZNVUZR+wSHMKcVVzqp+/g8uAWoU1K33vhEaO9d3s+UUzldfeDHp7DJLybeWnFd6FidOcqNPI+lV/jwgpFzN45+KDchJ8UTZY08rmpWvCCE6YVVzqv7DWCuOVyMPe5hfBykrU0CBkwPhibihS6WJa1/3ByVJZeQNCI5tZs35iw9ISs0qD7jsn7Sl2Rv5aSyPh6xeR2l0K/wAxzgtOqpVPTrm9wJLdCrnVVSE9Qp7i8kX6d9zfzOBEpuVGlIXS+O9oFFprxuP2tdwb3UTh6Z7s3Ah0hGpanlDXEKXm51XIF6VJ77+IaHJ9DP0/ax5DkvjHok4ArLSqSqvsHBJHc3XXAKZb2Snx4di+KXKiw0QPsi1E01rIMSUcScIJb0JxLrxRXFT4f24BlOGXa+mMFqtE4myLXEGYm/3EDaHixO+qqqebp3ggf/UiosJ2XOIQhkJdfWPTMsPjkL8bM1ecVxhl6wEoqJa+oZGSSB8kTh7GASibxo8QoxetZU0gMDN4mIzcdWUQWF2/9BksfFDxIcrxxrBWRGEL4xEw8pG1tecZhtgghcdHoESm6+oVRJK13BI8d6x8TojNXL4mDR3Qsuw8FZhEtr+r5Db6JRSlJ6A1dm3mqjeKKa5A+b/lORWfS/xXG1EZMkbUNVkUlUuUATZIXGmpb79B4Lmj3OOInpGh7WaIM0ZQauFVVd6FbZnNV/SOXl5NHdCG7Cm5LIJqUStRt6VH2UpIavS6NqOHi3Ms24orallJZoVQUVgMQdSrIEtG81IezxyPPmvsY0enNVDBw18UKqLbb6HS5EpQlOGUh4PpNXWZBBSCUobe6jl5BBqNLrcqH44YsWc9GoXVFV2Kf/bmHGqWWVVdH/2/IdbuvfWR+J8xyGkFZqp1eJf0rw+p/jINQs+Y/kZ3LXcFhH2wQmUUk3ATAmQlj1NMetA8xuwhCFkfT6GvAL4KWspXQvd6HOBi/wCWprtAkinK/CGSFdDFt4r8gaiUL2/ildMHpfxDCTqrGCJP0YoOSKAW8PGgwuvBeB+XcnvEOIaVUBKUcsBoAxL0A6QtMOSjvSXEBN/xoFSh8Ot/CJliBRrrQWUyW+1+4JVbUVwhK6FfWEBeWKXoZYNjFqPjRdCIqILa3UAjV+wlE/Yri2JvGihMs0XEjKBs0/tFiYtPtCqBrUWFjrWBBBqWi21lE8oyhNETmHk45fo+oZoMu+g0m9glHbAiZwSkqEkPENTjNE0y9wVkNNBCJQjL3owQWlgqM1IDAUwSSInW1rASP+UWwtQUbI8vyo1+mDckHasQmpCG4J8mI8fkadSKaXthYsyss1ruB++CyKfjRwP5Ho8cHRr7mjgodUclmpQ3Y7ebncQL3LJLt94Vi/so9HPHtCWua9EoUKUVajo6lHzQA5olXkhSsiNmhKUdK/Fi5ICgz+VQbo7o2VvWWE67P0/oAoGsFZk8UNzueSyPINTRLKG13NLB4dJPkOo0DZDb2i1kNDodwrCpajcG7myHVx9WzzpjQpxk6gAg5Gdk6/QWoiwuBlROKlkAYrCJVvGgAsYlOkMRjuxARXAsm71+EYeLiME1BckulNC8sRbXSCNeAqVDMrv0PmL03PjccKSqWQuIcYXLIbwXlSxfOjqYKiuBaRwDQyY0nQ1MPROBSnFpVBqGsnAwjfgIxPwDFaAYVpA7ooRPih6rEJXhMsYU1p0UKzEtQ8dkCdyTkg6fgNeSxq4DZBQJkCQSDBIqqQWX6HrQ3SXlAiJuELUTxxAXFWyAJvRaU49WiKa/MLSQmgoM1kYicWEMKDmFcFQwsPoNrgpFdVL0QsTVFxVAg3yGhnKW+j0FQARQZKcYzgFKKWorKbehVAwlE3CMFFhoClSImYUnKDYKrser8kMmzQgUokaABv8AkSgQQNC1GE4jMTDGogZQVmOJnMIVkhhv0WkMLYyuVAl+AsJEBiBiSgyRYClMJxOCCwsiowY01IUEjrgGImVAsZGTR+YqNtC1SPoesDwUADfTRWpADGKClygSJkveAIys3zGIG8VkDxY70JELvQxrLCn3oeVED7YshGaGQXUj8nYx8V9RJI38BBQlqJX1R566j2mvoORU5Xt814GkVCpMyoYQilZ2ugCn5JvvoaIKJA5BbvkCdusql3/ZBaceSV4NeoYzgh22Vmg1FVJII0j5AYpKZFqF6sib+TG6a++gtBXxuXrgCsqlkCG5vjgHRN67jtJXffzDBBTWtux3QjQVSx9YFB6B/lpBiTQ1QUlTMvc4QyQcq9D3eXq5gkTUDFEwN5EsMhuidVUN2yM3j4nSANG0a6VtdD5DYGBZXbrVO1AWirYjhig+jqMmpTVRbBOUqdLpwBCZ1UkrJLh84HQNKVmqivkFa0EGVVSqfgFJnCqvTxw1RI1Vazcg4XKlapZrTGcxoa7BFaytanZAZYze/wBYzMSFcVZXYP5yx2gkynHL7Lzk7lTogW9Ktfwi7ZSUommAqRcTQj7dIUvJJc0rv6+cDLlm1Jvb8vUIxWVxPKITP4cwbLSFvJlsCpCtc2pRQdTL0/wiByKq8cYfUWUrk5L4hU3o92rXmg5ForjqqpC0qn8QtCqdAhmKojBuklvQJWdqqq5rH7MRXCCuu3f8o1DKT8EFBVXSm98WRQVzSo8dtZTdS9YSsTLIrgpKVPkYmgMnUtc0TH4oqLBLXa8nOLTRS5X3XwbKK2DqG+IeOTxWOMROl2+9G919YnBwl7PlEpr6HiwFZNVJUeKmrie3ugtVxN3ro5IFisr/AA2wRtolX8V2+iKVs7apdgVRWVFmyUlUun8xgxce7MKp+2KDQ/kC4E+HWIqUhkTcjsiFjYqQNAokUtqLFIJJACMVZudBhZmsRgij6Ymo27G55ogIru1J0ASR1NBaZl3KzNuxkeUUSefpcwLNCbnQKYviv3CDvQOpH5Ck0Jut4ERTFJrIGwf0XoNJqRxam1lfjEW63wg5GM3NKh0ZlRm2RhFShLLoBjE29cQUmVVx+J+Yn8ZBdLQvhHxXZ4Rir1ghSP8Av2vKKzQ5L67l/bDCRjiCngKARFVLHy9wVkIlNApSAspaZ4kVZvmBkDqjBCJK5r8xeVt2Ohwg2aPcmiurnRcWkFce1A0UJXQEIkV5UCwTipdw9KlJXHy4Vxb9teNC0sFUtfOKFIKzfOGc8u4fb0PE6byL9cGJXQ2spVXpcw0+MZXixWY6vK+8L7gvsRnX2dCbU9Nl2obJUikrncjXzjmTZZVL/QNmtISkuPrtCqmS5OD6N9TVS3pXI0xZFWbre8sBqDamwxSpbeu8QP7hGXC/A+KdLviRo76FCVLb13vqL0qWa9/1ecN7mRH2pRGV6bvo8RTxX1AhX6Su+1ARB0liZGR7xRvQii4ottc1+IW1b+dqAeCyW9C69kWoKeLB/wAiUTKyrLsF+cR4kddwRMfxuu7gEdeyCm33J7bJGj8eP1cwlftfh3BXEvbxB6Mcjy43yBkFGIqb7xxmtKzqunAQGYEtSaxviXL8GW4oZTSH9GIZE3WI3aj0vQGlUUpakSG+UTCy1vj4v13I5TPsvRwwhSGjNsCjUckqMN42QMbqjyuU9Pi7ARqJEW7aV2w3VU9sAHIOVvE6YB19KVfGpU2kljh4qtKGu0ocDgWMrKz7Core1DhOUkkFbSIONNxJQ9Tj6o2zhm9jqj3AxSL8CNYykhSse1UVGUtitFDpdXHtbMa1Sq0pL8YaUnSCTVIahStJTUjqpaA7OKO0cnLKrRqF1rv2/MOemNan0/qNmuoeTVT2tSuNQOr8h9R6VYwo+c9RO52i29kQEynFJYa/QEJwS5IdhxSYQSORvgJSLN6HvwgYsZoIQzVjrAFAdWMUzJTc1wHBiSiqW+1K+QUCJxsu+CYFm9wMTaDkog1M1kT4gCRT9QugeaGTJtDJopvvoH+QYEV3rjn8gVNT2XYDRsXI44KoW59g5up4rLFyREhBMkrXdF8S2WvnGTA04IthaiULXXAK0yTdfULikDB+RcSOu6JFlCAmmVIJEGISQ3oCxM0rjiki+9ShbPGaH0jMIKi6BfFYggS17AzWlWQe8RfjsvIX9BDj0TZHEEVD67okia1tQbM31UFpxlAlA1l+DdAkFAUkJMvxpDFuCEdABon8UDUdsTHj3L4Q7ghfSlXhmJhA20MFKjEdsSgbgEFDShXCF8FsJaeNkFNInsgwUMEtIK5YnyLyW42In6m+hYdTxonSq0qIUqvEt9yx50/kejx9Qcs7tbL5AdZzvQWrvdeYVFdWudBiUnoZow/+smuEYPKAsHeu15xbMHTGVdzjlFi6kUJu9DV30JSo218pKSPrrAak+ztrUD5RDEWKnte3pVcIf0Mv36+t8a6pCaG9FKypcoBPqFmjpNDOI64Bs7Z3KSzo0Ci3dkRLH12xsKDsdfGsUeZyp5Gzpv0h4j4a6Z8KjvrWyFrJtm0wfTd9qD0HfjRrf2jNqCRX8oBIT5Gyldpcr2wSmv6A1lN56fl9YLRe70CuoaOjYk1wUVca+VzkBiityoDgMpq6G6SgsSVC1NbL6fsglFUYyYcmtyotgcCpxBaUEhgfENTWBaZgDCO7AXorDBCR40RCBx6vyQFj/iYWIFDxLldMNz39eEAPyBkL5s1p6lr1hI7h4rIGwUhD2AieJqh0hX9AiJrUMG6k0AkLK75PcCW0dwaitUhikf5AivZd7yXgLCVKFiZ9fyCUKy2B+fuC9MwCiXX5AhE41C7ei6Md2IiWKQlAnwio8LIahfjs8LCqAcsRYX5ADR+IQQ6QknEDiwmdGGRePRUHoqWQhCIFBLYG13ROMBTVgPJH5UEDJl2hKMN0VntfTEobQwr+iZoCChpQzFT9IgaIZoOaWis5hVGN4erQFBj+wFGiERUEixAs3nE01BhAg5hMtqBhcgeUMKWIRFpjCmEbwlFWCoVdQUSgZUYgWUPVf9hZEgNhKVEwOqkGJEvFCB2wKRmKFErUWyrUFmayhXFOyGaColESiBBZLGDZ0YzVn5RkT+YrqAs5ZXx+cYKTIHm/E9owiTIwi8p/QA5i8kJlKMmhMcQ5M6soFoH8b6IVxUBTdVLv9ABPIZfY0goGSGdm6+4JUlbUGIntQy6iK7NjspsjWALQglvve6QUtl5vcB6CiWdDfEk5IYILdsMGRsgKUf8AKDWy2u4GEfcfJmteP+EbHQtGTVSTQnoRpspUmsPWN5otmk1V/wBxbj462yNraQzQjsVrKSSEW8LWaGJGk1KakKIw2LXmi1YiZrHEepE+650I11Epud/ceWpFWVphadwriBZOMBYRGyiqsqVN6eJ7ogBU6oyRay7nzF0UklUhNvLZbCiCK6v+wKPCbxwucIylSK+j0ucEt1Afl3EbLTIpcqKIopZrv/kL3SHt8UCRbqpKzdeoTprSKQkYUilKFKBUhItkr0BitKVJ5Q8V4Dkgs5Uks1jk6QimeUqTWqIqRtSAY5Ve5Wrc4Aklmwsy+RZa/MUHSVVtUsvJPij0NesXNlVUhSDjJjOOKKUWkrXJFleH6xJw6ARjTfX+wE4/QvxeySxtesAqOFc0loe0DUipclj4P3Fa0rvhClfQrPBXoVz6GEYUmpVJuPt6IMidLkhBROb+gI08SlCxWHJV+l5Rcnnc1ka3r4NUQsv0gOKavJdsDwaJaeVK71errtgeMZSowdBXNd6v9BXU7/F+YR9JZdRFSPcFZD2VlvYmtDI1gBYKJJV+ODD4iv8AQyvqgZU8q1EkVks70Y94VOVEleOIPpY0JFSjmyshRFebmu/uQ8gwspK7YGm+KrjOVDfIyc6qQKQVsgvv9+oL0FActB0nsOrjE1VL0uv1CJoCKpu+JZjY1tEF1UpQGMtkdAmKMOFP4gUx0uwGzFq+wSVWVa5AYNVvkFMLVK19CtgBjQk1VPLxPcHyZlAbwXVFJjDP+ooLDfRObyHwwMrK/AKFD/o3K0L17nFa57Wbl8b8hWspqcZUKlkywhkpWa6JgPFSVruCMVP/AK9feKiRvekFgNWIwYLWvKBqgdLfccJmRA3Sh4ogpYiLqiWdVA68rdGVVQKdXxuv7BMse7M96LjQSVA60d6Srihd36fyFcHIOaQcFFlq8Ox+YgmWaKDKK5rXnEkllZvQ19YbplsUYppzf5AorYRZx164BkQs1IbMVR8i6Jd6mjMTq8qftAlSUkrmvT4BWSCXQmA5RFxUygy6vK/sJFpNURVIlrhAqxFQXPsOlXSxinTSqVTtBkjdByo1A03v8f3C2/a8cUyIuFaRvCFO+h5g2QpObUHPEIb6HLJ2r/sHXIS/0/c3kjhJX+Itm+30hqqVI684LRpeVUFFyJnNLgnAfENKHqsQrJSCW++yDUnqSvcDJok4SLo5qV7QtaQSm/CBCHmq2v5XwTRhElVc7iDm9XPoqzp9HBy5EbZRKSSVRXXCNxozNDUGieRK9IbVROaHxnqHlKz7TiVRodkNyQtbqf8AWKIKSks0BoqK50c3IlhovCUoseKrWQyhKGuuXSuIlxwfRSk3Ojz58cvJ2weTGC6QRUmikqH6y6Uoa5SbuarKEeNPJFp1Wyhgz8UCtic4xRxt6Bpoj2oLpo8ucuoGWhKSCN4qqkNolJSRrNOtxoQdjT5EaTT7pW0lBIdaU1tQ5pJG1ONapk0pI9qO7hjlNHFyPCDmaNdEvNVOEcI2s0X0ipanAhYengH1XDHGJ8xPkynomaVr7hdCbvQo/wBxeU4uuog3kEp64wNSLZKJaeuEBIlBSKmpALcTUoxGCUZSQLTj4rg+UQImWb/qCUvQJ6xWHUieoO0GFzvQ+fACSw8aAym/mCU7UYGa7h7U2Ra9oM0YWtkFTfxoaIGGVpk2shu3FxYgRrBVK1S9HcBqUN96GR7w6QGiaYsPuiBBZCF8MFEkzfoFyO0Kq3MLk4/qC7+gLuWVvmJEgPEESmyOJpAAfcviX4hmJrUQGYGSDtG0XJQm2omhC1P7PzFcY2Qkmt/Pd6gtjX5ZfM7AKbm339gGlGyBacqVZKhWNAOIcGJqqygrTNr9QUmrKC0Uy6rGJFh40QEVwLIKhfB0FxjDBYAaKnK4gnM6gLFowucIqTNtqhw6PN6A1ylj6kC8hTjX2a1Sy6VoNdWc2tll6R/yDOl3Fqca8oZKbnR5011noReKui9RSUKq6u+iqB7IeKdIHEaVS0EwcCw9IhWspZWWXXAqrsWiqQkn+LDnj5VWulxMfKjtBM4Vmqn09rSFqik1XW+Bq1r+rcGy1YqWJVCCWPag5jCUr0Avv2p/TqfmDmB7X4w0XciculWbKyXtbIOGzmUkRIa40UsvhKGKaw7+NHlct3aGUXqv+nUI7LABnHwCoymvMLUKmNiPdfeLk3k3uYwSJnSVF6cLXtn9wyRtvRsCLlXNBk3MELUsrsVcsNm5hl3JjlNQMUV5W9BUiWaGDb/L3AV2GixgmpyoNTVAKZQSkcKyljRuYGN4pSgubGByJgBWGpG8UMkPanGCx8aPGsgWBMkQwtgbXnA0I3hiCwVjX4DK0QM8gJkNyoqdxGRmuoSPk7LXdCB0SVmtMbG7iqNfpAqWvWKZUahWQ3KgpBQBqlBTOINip+BkntAgvzFKBrITPGaEY1mTR/ULk4iBSjJEwA39BUDD16yvCJdoSKDY39lKkB6t1C5UVn8UAIvo9HlRgvfE6sBWaMoYKLymEigWJhaVQBsa09BBTjxigcpxbAwJiUI3hMkRXGIxA6QFGbJ1oCBjShM20K1YBrBVFZtoDqRSFhvkIHKGB3RSUvbEon9gYq9Q8XufuEBCK2EJmSE01Nau4B0lBO+kMbGNhR1RiML4qEiRVC4/Q3yCCGsheWAEriaStqAag+Bd6Ht5ESLDKps2Hg0ZlJygRwpKBCxrUCrWoLYPBQc4zA1kKRUjEACZ+YCqc0QKT0AYogrNFKySPY+g859Oj14vqvwCHJvvp9YoMe1F60OSA0Yb17fOFsf5EyF5X4fMLkYygNGCqX6ROMRscTYMYJOLXXaBqSquIFaZpVr6YISUlb7XDIXFWO0HMpL4AwQUyFZv7hGgfetAFt4+NBJzgP01fbGw0FR+ylf9/kNTaxtSDptyVGykpqv8fmKw6jn5PibTRLDYqWa6QbopzVScTQFFGm2VU4+HzBi5aqpWvexNEdEenucikPGUZTX9I12lndrZfkL036qqUrT194DdN1ZU38QXkbsaEMlZNk+SVzvp9fyBqjGb/a6Gn+QRlQVSqdsPaKfJJZ30QE/8ijT1QpiZXsEJf9WEWoO/GiLlylNPKyMPrFcVUlf8fk2wraB1TYad4lvomi7S7H54AvqeKxxXE6qVrp1o+YbLyMoZdjYjpTbJJUCKrSs6KWL9Wbag9wlspLp9IHJyMoYLQAoqkqBlzb6kIrIqtbLL6Yw2XVV+Hsw5wM/IfaS6hk0JspLziLguQkKkTKpZoZLDlRn2BEtQKLayUoCnhruCcE1ZQEAyS8gxog9JslyVT8QGI3mq+2CFoK9wVa0RTVgTkkquFZoTdckMqqqqqiXoiozGUrxzgOGSKqeCoHgzlV5quvAJoQSF8zlfqAXERIy6uoLUVAjqCSWu6PIEyOILnCP8gGUt0LZuvOKFDdwEOGff6IgWEpK1E5j8c8XQsWhf9GIEUJ8HkKGLhTv9sCqqJfhL0giZR1HbKErL/IDYpzaiumBEUbXQxMvog8kFUkpqWOM0gwdPQEu3VS194FUhr1hhH4/OKjpJe0IrQf8AkBppK9+ppghNr+oWwIlNBJUUtdHqhuhm8RodRRAgHU5VUXmPail1GyHM19FL2BLQSVS1gBjQSSzoKUh6ArOWaDVGyyIkLvvXUDNv7ADRIl6YaosrIV/E3jRk2mll7QrWIrjqi1ZPXn+gpMZUTvRqyFys1UQMcXOUvG9wUGS5XL7Ia7F0ilGHKywQkmMFbqpb1X7oOaNptlkY9YNh5YEyxsgkkrK6vcDDqJZrHyxFJGUlmtdy8PKpzQreQ3YoMpNAS81JUHKkhyXD8gComFkbH7AllVfQyB4wvWQV74oTJKV44FhLIFV/CD2jPvkwYnUPNW4ZpESFLUUBlaZEkhYd5KV/0EFI3/1Ac5wjf2bAws8Sm6fpCg7zksv6CteGXrh/IVwha/p5g14ozgXK0gr/AKmAxX83NKiqKYiiha2qQzFcNrZcm6/1Bze1mDCDZLkgYklvuJj+TAKQ5L2zPjaYQ1bykpvdqAsqcqpZVALBdJrrfGTv8jTJ0zDe5YHEOjDua8HCKq6qWt8DneWRBQd5yQfM3xGEH6qQtLSqqSU0JjPLIUweDZk8Iy7mzoU1vU042q5x1NqdMc1aKKuqnlHU7i2eRxyFgPP9fz9B1+k9PHO0b3RjfvjaGKIVUaSUHzEw+W5eSR9FxQpByLaaJKMQYkkJnKIPbOha0IVGFqSyB7VrKEoSpoJhC8I8s2XgshbScLIaseKuyrUbq7SSlDT6ShKVD+mWTF5VQ1aGmpTQTGF6oEtHqyt90w4RUtR6cXSo81xlkFGjvvdGtU2ZVUbI5jKSCNwZJUJm7A4W6NEpEspU9l3/AMhod1D1KUfp3x0e6K1ryhye6iNkfj4a/R6h6XoIZzs4/VPDjezS3Wd7Aogp4oZVPan184hEsqp8Q+pi+k+aaSlovgbuVBcVMDEh7fkF6MPkDkFLbYYkWV0wShD4fmKEzzdfULkCpTbJKv3hT5EZ34D0oengBCVlvXfFRIfyrYASUvK6Hv4YAXjoT28dsITL/EEppgaBf1ghGaD1A0MEPFBqgn/ILm3cDJslkcQOnZIPR/y/uD2xAGgXIyAzRTlJB0LbkRilK44xewfiBiac0DmTBDX0QTLl/CJpx8aMZ3eu8JpH13MHyGGouhGUPE5IRLKEiFSSCB/osia1HoR8aMFlTeIMkjkfEDYH9ltf0/kJb0KiwVFkFLL2gAWW3/FZYmWPoaIEOryv8RIiwLb8jxGJV8i10xKLuUFEXdqK1HOtYJNFE7Q+TczVbUElda8Ua+g5SBiawTE6IJpDqvZAc6oH2UlreFCjmb/sB+RRxYU4eDXaQXS5UEO1woeLd/igS6gRezXqaOrqUa6t7A2ClDDXVId8cM4bO/jeiB1lZvQ1vQGUz8qBVD/5CCB3PfCtACFzWuu0BYnssFfiZWvCMTpvwCgxhovLYWyCqn8KooMfldeoWLxAiiepwyezfiXFiGLCyzun5dsKECSg4aaCXKeUVh3JcjSQ4Yl9PomB8TeKqHOBmaeRZEB5y5fofsPQ4zyeR9RTAtrZd7pCK4xAqU38XUPF/wAQt3dhvRMkMjtdX73gUkS1FSfx6P0iCG8PFBhHPwMGs3fewG7SNqFrVEOESJStb/OJ0Ku+xk3L7AYokSlAFAnJBgiQNkUVJ0ghIGJgdIovRlZ0IaYUgGBIgFOAJTMChA8h+SHjKWooKoPKRDGLa+WKZggY4qMcTY36CE1hhVQCFUF54KjIcFVOET4qWOHC8QqelDITyIlTf6AtpC96AHcxtZXx7Qm25UUUcokkOEARAgFbmmglKGvFARRlhYWuvuBJkwMWaCkzBZhgZqwFiRZoxGAkmdJIECIKlFRYghWP6xSWAQdsnBMDuBfA4guUYXIoKQW1r/4hWeIlvQGGQaPQMLr8BRAouTADd9yQrh/iFxIDBia7oYyPQjruCRi2QjGO4MwgCjNfZQcgrMXxuIL1CiitAMJiVHh4oVGOqCIl30VGKkMCJlMTiUVi4sQqG79yxOI9CMoZILDQGaNvwyN6aPFUHoQSVGKvJANDJliKionFdXdAVa1su/uCpVYYP4hiy3JCpRUUmVFcFQEIqkzMDqqiChhSdS1E1AfInhn5uLIWoWuYJTQ2dFSxwtc2v+/OPOZ7KQvWLKqAep7fS8wuXhN6ZNPFvVRWYm9BRqREg8aEq1le0LCwSx+OKlIb6kNQb1R5KIJQjazdABX7K+LSmmq8Q4Z/oDX2NEj5Cut4Foqzex6wpTja+YOaHS2e6J2sfqCxFlLE3W4+g1X6pFeIOutUZTUiUrQCG5Fkk1apqjcSN99Hco4x0cHJLZ6h2sp1N1vcAY3RP/uspr8QCSUlccndFC8JvTqa7Q2biLhCXcXNXLpra+2HzVfZVkr8IUxRSVBtGnVSzWQFzcu5ZQWNl1Ks5Vrr5AO3Nl2ohT9KKq9wa4RZXOzRJm4ePIcOUFZun6ImWEqpxPqMMX03O+1zfUExJ6YA7eOiCSis0GoQSVVtbQnyApvwCtu53r6Bc9gp2EuklUlbLT9wk1fyqmWJu1rKarxQKnSTXNZArVbQo4XSSdJTQvNR6vK4gkm8mpWXxAYiqqWd7gbQYtrv2GDeG9AgsQIk7SVVzvALiryrWaNUO7JW2y8rb2xfE0qy7wCXdpa+76jySgyY22XqnVSVm+xuCtRealNyBlWO9cfGE2jSa184omTccWAQslddoWLqi1RvazegKVEZqvY8wEvkFvQGUs1UZXRSVr67QIWa2U0BRtQGvIVNUVKKJJZr4hMzqbmvQ14RSs1la+4EIHSSSCySoeDYucny7Kp+IAnKqrXtcQM3SzXU24AFFUptkrXEJl0BKIqgNVv43IDU5fG/uAzfISgxpRZBqQHSpWa4oCIrKqSsTGB6C/wjT7WGBVBtKFZiJYnTN1Ahx4oLnNkrK0/J8xKy1Fpy2ud+UcAmV5kBSeKqQk1mq65ILqaIwTjMPUPNAihgxKhZZ3vChZr7Y5knE6MBZGV/oIZrXdBUhXXDEYWSm5pLQFANUeZWqvE421fvjYUoWWvlCJkglNJoB+geylSsgFuxfiAuM7oAKJlddsMlFUklRTCCSuusQDRoXxgrN0/RFR4SugDVCa4RWqhN49f5BhsQduW1/CGzYu9Jdj5/MBNkLXse1zhqjDeg0nkJErPoJK9/6xGTnSFxpQpjG+EocGUgrrwAdRBX8QYKbQkZObrAZR+xqT7iRUmu2JooTbXuhmoyy1UhFu28UB0ilybGV38gESZStkljiZSpSvxfIeOrKr/6xC2NoEUhyoDcIq9wFxNN6H5YRVfSlB0a9ApiWVqr2MUDLElK2Xog9M6SudE9jTdbwXswPsJSlmqhuzoybUVEYUerNmhozLKSJZAuWhaIGYSv9x4zflcsGqr/AKMUDlcJJWunrtCT3GxkwBZJUCHLyQYru0seUBzLpK+oBKVGl3ADmVStQIZSUGhzpa3oAGKU0OnIRrdFJVFVROCHij67YkRvqcHIphlMKiE0Olak/COzXINpSU3qHMqEaTbXEr6JB125VvZJ6e0PH9dyeD0/R8ezc2JUpQY0bD71rtANIiSSQMo6NrN1wjxJ/Z68Uba2JZAZ1EVFfCtwvNzQRst8dgpTWoOIBm6INvxEORNlVQqpdzKSGsOjzc19Q1phSarKFbFHlR2enhSOflmQaN5tQNmTeV/IYgnKFiZ5tcdtHF7sgWlnEpI41hZRWV0w2pNTLGs0i4BrHYt5OxRSrpXaS9IcvusUy1R0ikv7Xzjk11C33qVl1B6f8X1TPN/kXhFfs1Y3oDyZtfmMLGtRmUPo3XY8Ki2Gh2PKL2pQK3Ol/sDCQmpdv3BcQSC0oSrL2/yBSML36AEjri8AKSiKk02MkY+wCkvqBUe/26oLIQYE2whGG4CUzAZCGu4CiRGFt9w5AyU0NmpJqVlrDgCdtH1hogp6AeDE1djNmpvvEDJJYJk1fT4gOQVmiogwIqM1uYUFVHq/sYwRsNllaImmnvugIJxshbCI3UGLJVd6E4Q3ICBICV9JIZsOiZoJCIyXbEVDgxYESrzRmCgrPCymikxwaNdElTWQpi4lCCqiQFMoAxQoy4rMuBjqb6KIqTdcIDLQp9wwlISgybUkkqNcOt2Bkq8rv6YnZ0wyRscXnxiqL2ar0yH4wRwpGbZCcXdqFvbHnY3Xfa8YKnCuu36hSZwBjrZYnySobjj5YK+h8YTPLLfQxeGmq2QUuzJe/XnHI2dsXrQtWj3Pd+4GvSrUWrQ112hVWVx5QQZllXxpBKPtnGUSykhMsPFfsD2QKYGokr2wNFOaGKiSXK1PwikpMvL13RSAs+kHSJa6AcsE96mpgJu2lVFQ1alFILqIT+I0bkmgw8bICNS+gDY2SWgO/jPM5I5SYEomMXuVxKmnxhOBkv5CSRZtlx8odERZRSQW1LrzhikhvopITI/IMW8N618wHxDejKSeu4GzVPIA6JQwaoAJBTYa3T15wcgZXfbQCIl1KC04yuIA6C15CSmBBIa4AMkYWFiEsUNKYXEOB0twWENyo1hoKrjJhRA3ALDQDIBWcSLC1Hr8oRJKSCsxMvyGYk8aK4n5UZrRBZrKFzBW9MkGCxpQWOSzRik9ClyWbruCCO2CF439d0UwjaiqshYekbkgwRU7gWpn/wBAe3OkFdsdINhFKAnGHD8QqFpkwtGLiGGD+KGSSh6Mb4etGo8eIgLK0BCJZQXwZmRA49FQVmgqC0DsVm2hCvEeVhyojYjG7k0zi2t1ii/N7AvL8wKGir+RMscgWwOKiREy/Ib8TKjJoDxRkZNEEz+ylXdFZiCxSIic4CFxIHKB1IAg3yFMSyg1UbNEavihIsRjfROBADMuSh8hcYqQGKqLixGNZ6JuERNESFR4DAIqCi/NF5rL4hQoYLQzejMCCB90eTV5UZUMAN0xBzkEoWoxE6U3iCEIa7nlBomfna8Q/gFjhOVX0NMP1SZevmCpRHldYDzbPWh2EpyyhUUiqSXwhgsjKVAy1lrzjUMBRRFYIFP+UZlY9ikxZQwaHJaGh+YycuXl684xCHigpi9I/bHRvBvRGz3RLLEGg0e3VVVJ2h3jweUAq1azZWPg6r0RXiWRDmaNwO3Sa1EkkpY2ahV7K1xMUIJdra/CD03CSVl0dYDohL8Tg5O1IjdHSKTVU8rs7m3rEK2FKJTdfWMvW2ylZubxskUpNpXrEZvEtDiuOzYm6STpLQ7IDdQ2ArxNd0WUavKS7vFCimnSrpWVl+/yho/HYu7wQQ5Ok6SsscCKtlc7KJU83vADdWUr5g2SeJSrVXh9Ym2XUMdWUN4a8UNEDJJDxKOSVSmpfng+oHKrKzoyYX9BsIJY/H0AEdZKb+wsnKq+jELnBgG0BR6hg6XmpWXEyThQ5bq+gIFeWuayAc0cpTbX+XOM5hUFLyDJLukbLUoeN6QSVStfz6wIqzSVtUpnviKzJhL2M+pUHSMhVJXE+XuE01lUkhQ3dSrLIIDFITf7UUcsuxNrHTKUzb7+wZtYhCcqvJd0MGcVUlQyZMbV7UMD2XoVwqK5S74MI7mpWtToiqn4IO+7KnBNdoCKJq52UCXBt6S7v7gxmT7rruBl1Ct4iZTZW+gMkOV44buSpY4Xu00t6xzjPYV1dipway0PmFqynJYgMQRm/wCvyFLpOV2BPkXgvF4i1dpN+OsAClteJthqkp6Yi4aTVVPJ1DnacSv9AyEZqV/N6eP5vmMmaJb7UFB4KpKiC71X/bohXURk3I8ogLkoyq6XtgA7wXpRm+nUqDNB3H+w45/hCxyffdOvxReqfxvp4cPN1Be6NkaY5y8WYiabvXRNUE4E33QC85VZpA3Yl5UY1rwSTdSqkoQXVmqzfrtjKpEpp9YAc5lZugJ9QyopXPK1v+UZIsIKN1RCCUreiH7YKYd22NmpeVBikZVe1ATFWVZC9ZWaDVdwQqgVQyqvE14BakmIpyptloAxNLIVVGffQI9wFxDlfzFSR+4DXSfJAZNv/oDYzRcmkLyQtemTXqHq0ZX4BQdwqAKwspsj8Q9En+4pbLTVdDIDhJFJXXm2hjRQsteSBKSe9SqnmF8jfej6IqhCUMnoOIWVqkr3PdzgRVPXyjxn4Hi5m9++YYxeQn/7NGsJrIK+3kbnWBU15SoaNjzak30ggGKzMVfQv+cDqtVZvQINgU8akAVUptqGszTxEyyHfBbCGRZfqBJmqSQoiWUrK1/cCwUFqypWdA4qOdXEFcXFqQLgOg06au9eh8xUuzVS8YCGLwMFYpSpqQ3xWIPGjXFWPse15gEo1VSVtdDJGxqFSC9wSbXsj9oK7oesWIjQVm/78HnFyZhNUniqgpOSUrZV/kDdCVl1Fy+a19YqQWm/p5uYUqRy5vf6h5rCa606mu5uAvpGT8G93N7wlr6x2+5hmlsUkrQvY+DbHH7nWOQrxCQHZbkFvuo+f/kJ9Wj2PRLWxg+XlBlQcZoX0yiGNzycqoPNnLKB6EBsZHkhYmQGRTEYFEYrqKy+ilPOg2TZBMs+tbIN2rma1F5QQqZrtKM1ccUM29kQPXhJqoqTbSs6L8c8UR5IMFjqQElRlJCMEBapCyFIPJkmqh+xDSqaU0+vmGiUw6lemNvp1xlpDQ6SJsp1K4nmFG+nZGClJgdKvJTU/YHIadVmujq8f2R0e6hzsVqccmeOJr8/bxB7n8VDpyPM/lHlJR+igxci1r6Q9f12wQVCym5fY0RQrD0x7KPJax0ZTj3AQnDIV9j5CkhFe5rfFySm9CjeiNUEpfiyeePUDUopcr3dzzgMkFUlbLQ0QY3TlKksv38w0OonWIe2jrWvhimT+AEQj3NeoEkUD0T+GmFF2v8AcWlLr8gPDbBTblcvX5A44qwpKqDSF+Xq4QejH5gBMoPbppApEZt3SC0I+KmYnV+4NJD0PMBCwvpAlOE3jhjBZFNfzE4Q3ICiBbUmsPKCCx9sG+xolqZxaSHihEsEhM8JWu4AOWXvGiJv8vuGSx3rEGImV334fcMJtmBOBOEZjG+MmL439Iwy6nRUfOxFEc0LxWYocWQEoBTH5L0AwOBDw7AQKBVjWXEFMI3xecooP6HrAseLopWKl3z63xVXy7X0hNeH8t0VmLrVCNHXCaekQKaUraiwivK4muAVFPyokmVLtiV7OhY0XwP3+J1DCpsuyy73nE0zpYlkBXhVUt9EuRsaLyAHkOV16wleH8V6YZvFAsUKrDfe+Odl10itZflRFNTt/MWrk5XLEYJengC/kVUcgohfG+neFkVMj0PNtipIuX5MoE5rsCuP2TnPZSr/ANYrhN1vbXkF8YdzXdAp4ZYeCoWfUGJwtdY4IBoimlKm9YUMoJYn+wesjJckKwqyUw1qhvsrIEz/AMQShCyEpSo7YI82QAQvxgxunrgGU0bUXIRSFBfFhSBcgGtygVM8oEFPZcQHMWg9I4JSPrzBYiqDU1ALruEbonm1NYC8qnYC5Fe16AKgtagP4jZoYEVVBCUAAQwMbiRryDSQFpIegKCxFptsYDLSmGbLgFAsJEEBYaO+iBv8ojf30YiWyGvRj0TKjBlvGiBogeJQAoisfxoAOeaCHUO+QCHMHSHct7B1ICssBI0fT44yWUlvtcWXYhJFyZcjpg5IkpXW8BkAUU29ADLXcPieyHky+NECmFkCBQVkFJR1/YSMQQTKLIRlBg4kIF4BUcX3oCpYgHxD4KY+wPGRGROPJKgGB1ICtaAtq84gctkMF9ipMsrNc4tgqIQLr7x4kAHoH6LoR3BaUCxMLSgg2yZjDxhCtDpjIwSRoimMb4maAjEoCBJ5noRva7oxWiJD1lzgg6YshCG5AeNNGTWo9GO9DDUjMCDJ4iQwU4xnRgygjGPjddwZPEUwjuDAoweNqfWIxCb3O1AVqREa3MMHXkmeVN/0EVDiMYTc0IlOqEEzPQjlzfzGSl9AYLtjxSpCiHPz/eN0gqOmHq6IBUSyx5i+NHofsTLpe2AnCO9fmHZm/c/D9AG4RvTLXHwgDweS/Yoih7AoXTsgeojkAReFrNCtFlLVAhSSs1limMbL/QEqJqqixBv40DEN+EbNcNQuynRNOofi7nCPoChmqTBgRJVXXcvjm3g4o1KUQdDpGyzSuQTJ690dcKicPPLLRsbdnsq1mkOA6RQ2BnfzFVBvFUkrVXh0QNTTpV+rK0PIA3jOyMLfSWN3KSvJ/mDyUdNSCFg1lemNro5bleKJdy76BSkgqlZY6YBftkrRWaGVPvuSGrrPVd9r69QE5BxdX5CCojJISlbXTFqaqSu4L02021+I3B9RJumVisWMKPcykrWpL12wveuEptlxh6SrNztSv5PJuCtdirND15NIsNSNlgSEyOElbJX0gLFPehWayzWPtaw+gIyXkKUZ98DwTlA1sv6AL2Ik/S6dSOkENeIKyeSlSWoYxRSVSmgODLYoKOayJxKvFBg/sSaUlku4DFBWbZAn+17Z7wBpGkFUs19AuJSjpX+X0Bi8RcHMfHfWuhkCRX9l8fWBEF2qtSyqH9XNeGVW3jQcje2YiqrNslQcyVVVzugFMYKpKi5B+qHi/sD4zbikVVS81QHpNpWdxwkot5rxYdQbouP0C0Gc7AnaOXKASySsrpkDl2QAOoWU0Z9JvitCpKalncTX5gV2WbrwCx4tN9P1dUYbYmwbpY83X6BZMpBATeO+yqm15xB8/lV/J3bwg4VlKyukAH5+xrw84jP5BgnKOgedNVEliJa6QDZ8rr7geu4SlaAScC3H26hSZG1BTU3K4n4RROmq2u944rVWSE88QrOQyUdJexlihVZJX+IULvkhBu9tZU0TbKK0OSIWs0WxU2L/ACFZFkpW+HqX63l2gI5dKibY6X2ZeUglKAZaQmqysjvboXvIq+mKEZut++FyDjkbKitNSGVDSlUwI1c2QtjNV7Gu1whW8RqYQitruiZ1t90AIVLXaFxY2UoK5BUEiKLmUrreDtnGyJNy+IEJi2uaBzV5KFc6VCa8DNyfuAMidrpi4jjZVlpnFkuUFczOLfcxEmpeEL3re1lZYaFjyX5AVUnitecBTHpeShnGUrmrOqH7VSyCmCKXJY4vbKytbwp8hJR3oYnNZZ0VKwstfILE4TeJ7xfJSlSgk5Y0jCRyiMFSVDBZKVU6enz88BcRtrtAN+ENp6FRtsF0erkC41HZasqptCzYuxQb8CtFxiTe4Kj5rNa8IYIJJKpE9vGFq5Uks18Q2Zq+xLsV0rmqgkox/wBq3kvecNIwSgBltev6cIW2+xnQAdrKS5T6AJZsDzm1LfEUyKq7gfILA2yEpUMykVFZ0ciakCmhAvuArwV7E9P1AdwhHkg2iTucT6RATppvuP3AL2Z9AocNEt9/luRABkUg4XSVC92VXksQDAa9aFirWyOqIUclKdTZuOGEGM3/AGBrKjd918oE2b8jcbmlbIkr4sI6lcuprzDlNDI2XE7I6Vc7BVKWPn/WntekXg3JeM3euh5QZRZpX+4CQJN30MUEZSQ8t9melQ3I6A7x3KS/UB4rygFSTqy8/wCQXiu9jSADOFVVdeEbNRSlkSaNOTWmqjZaOPZWSo6vkK+gbqESAh3KQqePgtK9mqk18opXSLkr6h63KAaScShcm6S6ATU5SKSSQ6OKOjj5prtEQ0upNmDU1YWp1Q4f0jN7/mCRZxZHtfoDN/QvHI0PwiUhKanS4hY+4crYTVX80bh4SaSlfxvjUaDU33W+PovQf+LjTPH9XPOZs7dv6AqXa8l8OEXImyPJiiZl7X8RL1/8x6FnDNZdQti0332SDBE5VQMiJJemKjtuSFbyIcnG/kVttsHIksrIUpoygU3ha63g8EQl8RgyOCoqq8l3AMgWUC0jan+Qou5LbgSJa2WvUDk5XQ4gElb6kCSenxgZASpbDEoqhm3L7AVomVDJFTfQVYrpToJhnbUFpE8afueoBwMkqDU42X+gzF1dl5IC8koVFjK7YvTtQTN+S0X1fTFSfKicDjGaLClECIKiahxiryowYnjQEjGEInEiTfT84ajXieMTsCtUvt/UXVeoRULlpeh78IUYBUKBDpg8xRUcnKjA7gRkwObXGB5ya/UDOId/bAYRc4KKVi8l9AcoTIEFEgjKw6HYCUnfxMbrHlCq713hasS11+ggmbkvbETpi/JIpt616xUufv8AvvCxSEr8OMATrWVqEf8AyLwVSKHRfQClaE0NF1bKUE7k01KyHGzsdIFcQS7YEOdWb5qouMr6eRU4whCIMRX+gtAs0FpxyEpWvMBW57KV8d4Htydju37/AKg8RkvsrXR8aADlS/EGTkncU+QCg3/kYVTyEZY0Ja5omt4bC0N4rshI0Ja+fqvBy0Vla4RaPc5uTk1ocoSRGKkpI830t0Dwc77Nr9ADLuR28Zw8uthyh8gSRW3pLL43UFRqSVS7AhF3a5oMxYpdzYyLJcqLk1961KFTRb/GDoG5LsVwlk39hsI5FqCU4KgRMvjQaimDl+gqpBqRAwRIA0i2tqGaErdGkZItRNKBqUQMnD0ASmYIPVBCZpoJhC8BkYgksfFDGiejoCRh6tzCMS8kMLXUSMIVecWRhqUVmGA2QvRFMS8IuOYDxODvwK39ArjkgtW2wxcGmhet43u8IpH9mkQjDciMxMIQhkCV6119YeBP5BjcHJlASJgxTMqFkVaqNBJCiZCCBReSIQyPJxEjmtc6Iw2xgUTCTibhGFBEsRYaM0GRl2K6vWJGgJwKIhTFKpRiCYJqwETFSA/IFgyhRWb5AwyaQpOmHCDHTE4QVgJ34iJYWoSwUWFh40RN40Z3oRKUMhWYKMXpozLhqYYUhljM1kIw3IiUdoYgS1zQkeIIpKJBApRZnR6MLwUchAw8oWVUGSkHjQmqjCsHPHfRScwvjDL4mut4UqFGH8IhEwpjD+Qshaq2olGH8QGCv8iqEb4uGIw3RmBe+FGwx2Sqf6jySQ9BMWQjN/UMK6kfBarf0/lwABZKVvQcrl5UAKk5UcFM9ByVCxVD0wvWR334Q5UJ2PmBFLUAaEllYkdpK70Fq5VdeYPHKCs0/sgBVKarmqgxRCpRK1E2ZZqoIOlan1rC2iGirp+SbkBb2UUsUdZuJlSiDcFVlVVSfFujWLjm1qTyeYbrsVJJW1F4HI+4Q1IkKztUpp/iGIQ2LXVVyAOWnGs2UFkBN5aCZEPdrgBJH29JVBJudq/zVTJ6gK+a7Ftf2wicJKyj64bRS7TVm9A4AVZC5OmklVZSuh5gcnCbX4gHK77Dceu4qglKSsgZRyyudEjJqqpSkkhhGEqukrrETVjye7LKVfpSiKpZfq8wVEpBXW+CnraaloY58kBxbKpKgu4iL7D0FUlRadlNzWOTj/IL6nigY1Mqkrp9gpsADnkiiRMyCqVfsYlcWs3MroYnOGBYpOktDJ0/cAXMpICPYD+gtzSKSSVqFRqVS7ZPKMOFNlWWIFyzBXOxzfQ2g7kZRHSbpg6SlAReipVfYqoVxJyQYtXioVvyFr6PJFVmyuICEnO9CxEiTr1DKzBVJUL5DAktGb/oA4RtSaH7i4p5Veb3QUkxm+oOursZ9OmTZryvGE+fAHSDiakmlxLwSEYqiT1dVglKSx9sXUqI8qy+JsJaQmq/HWGFFZtkNUQptWaRJUbE0W2Ul/qLRqRGccQZy1lKn9ML1oqpJe0NjVQm1NA+n1BPSSMpI4ZrInB1p9jVXzmUrajxlbIQfJTQE4OqklKHL+zoisdLsWtj2oFpZ3/OsBknu9KhTSbmbvuQIS5Sy49BTd/a94TeO7Ia62WVmygUqsqrZCUpZFlEgsqqJtjCKafKibkll3OLhCW4lElQ0RpL0MGRt/mCkzJOrX8I1ci6quaD2i4q9jXaCs1JbLV0pvc6QEgW18w2HYfKgBdorNzXB5gq7PQktMXqnlBhRq/8QKq3VzXsbgNoujvbAbH0tjOBrIUOUVd6SxOOHSNDq4k3iiStGgJZGbyRrRi2vbFiifYJ7w2NRX6OseVo6y9jhBu2IkBs1lUqll3/AChsQn6xSxo3xVcmu2NnZ0RkWWIQkAf2GxORtNSGDMN60/UNvRofxQK+wld6qdkYX9mhxaqzZSvcGVEZVRVJLtjcXVCZdlU7vzCczDv1DYwDdmT0CMWaqtrKxNMMkaOVVV4nnDeiKPSmp6wD9CiP8YoJniaUei+VSE0GSvc8o3iNBzUtYVRbCgvYGDF5LZpBaOVV3rh/IDvKPldz3jelaMSSCV2ySVVlKgZIpSrZrLFqrrw7oOMzVV3r2RsLKjUuS1vhwhRaXJB0iTm2aKWiVfYywMpRqqvHy/Xe9w6OpRNkB/sWb3wrmogpyNBTokQWYSvVU6PCN+WoZJK1CN+ytQl5MKWL6jUV07X9/UGVHslVakrL062iG6NBqq/qKNho+iUuS9n3jVGIW34NXPQ4zGi1cSyG9FohJXOpCSlFJcljjPkMoS8nOTUFvXH8orjc6qql0Mg/7DohKMagKkGexbVJL2Qmaloy4nHuaKrc+kklmgvWZSt6G4xaTVbXI7ICdUUqqrmsjiYBDk6S/G+qqJXKMtlb1kDpaDSUkSVxBqdzDbYquh+Q3FRZKV/qPD9W8j3fSJKIzocw2RNtZZ0a9QKY2Eqw86TV4HXbQG8SVCh4mqqHbkoEUQG3CiiEzRra/gDeBpSQql2uaEq00dcGqIuOTF7twqqLEkJVQFQo/fR5QqodPN0CbxVASzp1j2QSUm5dK50Ply2QQ0jFId0OlUcDfk1d6VVWv7IBfnSYMLXeyB0cs1WyGnXeUhsVqfT2wkFnypDZYwbOOXZUts9+dKbpfkK6ESsrIKFCbPpQ6quuEbfRLJIfUccMIpHg8k3KRdf5jjFRUM9iyuJ6oiqQl2A9gr6BiqewCEjemJRapK67ozI5XE7AfJCSiwomh0xYkl8hFNWULK0210BSHIRnxIJTh/uC4RAkFUrP8IuIqkKrlOafGwqBAQmXt1AKRZJUEJK9sWvKJzvKthrc2RxNbwOSLvQCSztr9PUDUrVK1y+N8hoCPqDkYJex5OcFENZAVMEpk9vXzDIVw6tdggkPjF5D+wB0jAougCEtLnZouTgKC+wLiw7gKNRIim9DIrhCUJQ2xmGj0SCdeAic48mYABaWIxEs0QgbgE87/jGMVGhytfuioyfigTGFrxMcYWTDm+IEcvcApyewD1EbIUKl7m1VAY4vjCaK4pAyML4gcgXIZIBUTAJk8vthofNKdgUGQ5KuIPqOqCQAsSyAJzpb6GazfX6haq3lcSoObk6Tsg7aoVOThavFXa6gxeTQqcQVlWuJ64jl/I6fl37Ay2nka/XaEEo71jjJib1iHBiDTkhWKQt+ApmkriaYOT+Qk0RyNdwFwQSDqGti34Alk5vcAhixm2umGD0u+ysc4SuVrUOlibYzQP43IBEV/G4lXrCYi6XKi1Rz7fSFeN9RDlGaryUlNAsHivKgRRUCmWtbLsDpUzjaydsalc8rr5hNFxyXMAUrXXcByBf9/ID37iuojVmp8w3bJhQ0Jvut8N0DBlRz8jyGiHN3gcjtBajHuaf7g9uYEaI1R16waQ2QFqSkrXCDUjDDx7h6EQUlACInByUAg1xL4QBBCClLOghOAwuUTNQZqwHq0BKtEYDoqNEQVPKFhkxSuYERmIx7gFWhuC4xgOaPcDAXUDLKWU0L11AYsULljK48rI+INChU35MTLKbKxxJE/tihOPti8sddrAHGi6GTQgZokChvDIDlGNkBMMUq2WlIJlKMkgJQMAZNni7QxHbHo7YyfNBjZHiQE0yTRVCIPZppKqhQ2XNmdlai5SjrIEJwF6UBsQsQLNpQimmHz1hNCqRKBSFYIoQQiQFxL8xUeAIi2CKIiiFkDaggZIDHyNsEq84tKnKGYkEjA2G/8iEsZMRIWH0BGrzhRbKDjBoiwxBCJRgmYbYyXaEYxEyAMFmKsBGEBdEgiYgUIMdL0xQoUGnKK4E8UMaIuOT0xIEnREYpBwsHgf8AmJQMLCpCUbIKwJ/ZnDyQmUm+jKJRfEoyYay2fCi6fp9oAHQm/wC3F5g5ULvsroVQDFP2yR6xwv4nTSYrURywIdLIDRw39ACqp9js7X7jRotF9ImdJdv5AJRryXFDlwjyQAcpyuPU9QDQ8Z/YkVR8bU13AVQKM11ncj3CxVukra/Dwhpc80SSVzWPhAjHEdKSOi3JHtZXEGwv6SSmkSVGp0TNSVJlg0zia6GvEk+pm1P6QSSYDVUC7Krq4+XrfDSRNa50CNEJSsoJNjKGI8o1WUkTXCK6acquux0fmMok3oFxbTf4+8Jxr7DJ9STEKDGVUVVqVw8o+ErOpZHmGTt0sQWJpylScQnm24icyzoPRil7sULbpV2rVKyzgMSUSVr2uOTzeQKKcbKq5pXoh4Oyd9WIlJSCs39g0YuklVbWZjhahR/K69YPQQlCbZaHH4CzIduoMQRVSSsssZTUVzQOIaaAlkK4/QNFRVJLuhY7VVVVslThsuVJKZN4nGC9Z013riinx0IxWaCqWvvB7Z5ZESESkSddMQg1tfYE85RK/LsNU2qSqWd7goOzVSEmq0rOho2WSVstfJuB1U/7NWMbYrbHtewGpHOyrL8IGctFUlZs0lT1gZRwlj5Ho/MFLHUiG59gtwglyv1E0YWRJXxBOvNVtUgMq5VSslcjzB7x7D4qXcdn2el0xTB6qrncfb6gG2eq8qGRINX+axD6fWN7n0L7f6Mlg1dZ2oT1hixiqwzWOQgTOGarUWoPVkg65MhXA2vZqStRXT+XCJnRSVSOrKxD5e6ELZTfZv78wdt3EpI/Y8vlHQmc8kq2a1T9ESqiqSWITojSqUcSkj8cdiUMk6S/ydEaJdxcwrnWuOTilLuiPIstobjlg6ZzOFJWs1XLAyi03oVwM/gqkrKlVMeOjhwCbPOzfQHHM9GLCNjeN/TzjCaPoA05bL9O6Mtm81Xp+YTsLeOiaKKqVrx7+WPKJqqpfuHKbCalai8lGf48QuMFYsHizVU2Cv4MkbdQdHZHtiluwmq/gG30axlJa7Qk5vwM/wBgUKPVFStGjY00EkkugcDqyt67HPwhFyeBYRvbNUc0dNVlDYaDoOyJZDBWft9HCbrGxUfCVUS09INZrvQQlRyUqVK9keNQnigyaKpZriAuclmgvJfgZNR7mtuKHy5tQmN6P7hc4Z/IdERo7ZSU0JXdDSldYQ8gaAs27E9HUakkl+3CHbRolNEkErLiSxMr2VmhqAMEkUkgcgVJXeu8NfSfKqq9P1B7REZtRJUM4OgqcLAqVJK/SNcgnNV0MrQ943ulqImpStb41z7H2KrK/KF8ZLEST2Ro9v3w7bWWdSC8hZX+gsgqrncgFZSM8R20Ua/zDVI6SvEGqJbKV13A+oaCu+9wFqUQxmgOl2/8QjSTmq+bzDob2jdlJDXT0Yk1Vmyg8Zx8iTi5vuUNGNkQHkRlb6IRW4RCcqr8IZpy+JW4QLVVwNBQeO1VV/D8wSix5UTfHKPcn7pA7bZSXiwjdsLXNZs3qG7sk0legKn9F/8AYE+I/wAzXUKP33Q4oMhFJLXdHjxlWWt/mGJKqu9AYSkOpRjoHWe+K7ghsub/AC+QLNROQPFbJalDrj/yIvklZBoWakCnlHcqLmaIbpQshKUfopF/5GjnZJNbLj+8UnSSDW6NJVKuFrEs3Xh2xzeouK2dXBhdLuFsm6SSuu0G5YJK1ACmgl2O6GTZO1448Hks9vhrsjZKGRyJuIHEEEu4F1HJBmkYcLWctHUm1HZhQgoTTFz48pI/TASTi1zQ6Z1FIVPJhCrayCJVWUr3w8dObK1CX+6VOJwTyANGR0lUpQHcI+K9oGtkJSQodEHYrzVEeTsKnUJSQ1Sk1OV/MbI+WlJcTXaGj0q+tc70R6HaNnny+WKKoKTc1iDmXhNfSkpU3IJEdAO5stD5jjPhEpCaqe1yzVMcV9BD3eTJg9S8OOjUqFJ96m6Fb1De2hZSQ0ygSJXpvVrDAN1ZpzaiQ92fc8lUSr6849szlQStR/JVwpczWuaVrkC3Ey0EmcWWt8YKtK9AAqOJVr+Lh2xhJwlvtT0gMgNZDDZWR5fMBirqpK53tiqvZaGX5S/uKDK2vdxam15IfMNCQMMhuk+BKb2y09esa8Rzrzi3ZMqp+Hg4RTJ9ydGxFdC4lJjXCu7UmX0BYZRXle5uCkOVg9uMtUbo0eJa3r98NkHXihzlJ0H9G0xyvxDohyI5OX0/0b0geal2+lwApE2u5gCNhSHCGaDtJXoa+4VXV2OOUJRGBIa7nkBRc1nQKhFVWoCCp8qHQuwpL2BKJ0hUjGGIM3uVGMiyuMwj7BhTCOX7InBQGgxJJrf7iZf5CkphMpgAF2vSFkE/FCkhd9FhT71j7gw60TMUYVT1rXxKMdSDEE++CkJ5KYwy9MDqpegCzmA8UgaDYOoSyEDpguMBW4S33LCUPkL1y/BxQOaCoPXIAzFC0VhLZQdPX6Ba+Lr9A1OXXm1gAF7Wv+McnIj0uJmvPUJvT94VqITf1jYnSKoVu4bFHI1izrihRBva5o/5gxsXuKa3oeWGEUOVOSy8jXzimD7XXcFuMi0bCnNxAVBdIImj6y9gZ+0JodTQim4+At8qljhCs41MYSePdfmFKznlVdYibex4h0Fld6qDJXGu2FsDWWd16hYQ46OM5+X/ABDIr9iv8MRNM/Ky9zIAhzf7C5OOQlifuOlI5rHTZKUGbaV6F8Km/jdPiho3jvUrg0Qf7J8nVsYIxSxEtM4YJzZWdywElZb76XMC0jzUgVVaJzb8dg9AMk4+N0AubltQwbFmjMWCD25ucHpwm1JoEQ1/MHoES334cAGYzD0IpAxAoFQIkDiFBZlEKILE4ispRaX5gGrROJeEYMUShmh6JteYFM34lYqUTmpShaK6sQQIGMXh+K+KVjC+JBQtAN8hHoCWmha5USmyscM14a+4LFjcqlMDLpFrQKYwuTW9MDmRm2ubFiKgZAiOGgbIw8V6QSNT9/phylHXnGK9g5OIzGF4RTzROPx+bgEjkGNZ6EbwjCM34RkeBsUzDbBLdaUAziZTdsAxsKJ5oYIDW2ruUrrEO0nc0Y0Q5ZXegCu330WkVmiZI+gMUVMTLJSq81ID1A7dtUlQsUQVSDEmqYIoTuCJoAiorNGYwSiMEFMl4oUVOcMik8bwilRuMKn9gZyCJi61gRFMVRIBRmUmKIlSFxiCBiADFUsTLAZimJEgMBfsjCNrrAZPAWKRSETlGFK78BGBOEFQTGZcQaDYIYgjBEGFIMRRB8GsBUhKFBUQ2igPEZjYgkAIIg4iIMTag1JiHUIjX0nwIctr2wIuRLNegGKkEgMomkPMOnLEVrEmpARUnz0g3UR9sBuEtfoFLp6uxQsmAVUpvcDlyj6HEAcUoJAMFZbYlOhK13PyDOiCpJZpKoKlkc4CGULKVxPeFyKJjxtSmxUps30/cBSUmqq6suP5CgA5O4MNTyle+ItvKiyj5Ok0VGal+DcDGDJJLthTc05SVS12hbTT/YqtkHJO70Ok2uRHUwoevdi53EFFF0oqr/r1BddE7mugjeI6gGtqXSVV1gHrQzV0NQbI5GmGzBNXO5Ai5uTHd0MnDVVra6AUuaUSzSvphlTD37rKS14RqhGk3t/IUvFE1x5d2OEFElbUGoIpBIjNSzUT+oMkVVUqlr6Yi5ZF4IZwSlf77onFJKVnRNkokrZKpd4ZpGGxUpU3E+QK+xZdhA/MrNPl+jubgWrxlJa7YbndtVVddwUHTSmh3MPgBbqq4mh7w2aOcjpiozbkhiCcoIGhkajUlbVLujJSqtbIW0aqqrUyBTTDtJLt4Q8EK/oDpJyrmsvbqeQJTLKzdcUMT00krvWJ+QwQzVXNCl5bBj4BW66rXp68wNSO1VsnWuADmbq51LIwiCEVZWayBLIfykGRZpJb7iCqMZXH9IEsXdlapVwUswSdJWXo84X+jcnSZo6mmqv3V1kdIMHVHtVf7XTvBJGjtiqyvb3OEMqMcWpJv5CsGTeOFlZk5VlNyDaxDFi+VlSlcQnHGH2xVbUDOWv3WyVr6AvBvyQdS0PiGS3pWuCkipKpSlcfoHGlIuXTXNK6et4PKKpJVW1m4/FFU49hZwyo166m4FJ1MdNcQ/QvDna9CuqLVlKpdkd5rzbXe8OIFdNUI1pRrNlJ1xLl4r7DcXI4yo5Y3bKyrUXtWU1XseQMnVFKtVZSqWIIIRSmjzpqUTtU4yDEkpSX6hApt66QJSgCEmWuDXCF3IVtRZQzTlKzRtjJRKUTsw0QmRo/IVxNfoLoTZsrLIItZaQ+eK2FLuFZvb4gkxazVdM5xeyZb6G7Nn+sOuLRJ8rl2JmoeymyssgGJBJKyVG1t0Uti9MKHjC1mgRjfSM6i7AEJu9fmGLRqrNDOiaI14oPLR29JCygRlPJBlFFlJES6xTS7Kba5AOYs5XTDFWjdlJBJRx7FVLpo54odXNccXoUYqrvXBWDlahfvQctKMsvg+or7ZH3JGtfZMoFNJqSo2Faj+SARaP8UHxN5sbsS7KSCqmqPlJHlVw6otNVKoLqTQmiT4y2SkjRWrRV1vQaNaItbVL6Bu0YBsRqkKRhj2I1s1k1H2ua9LB5gcya+KyPMHSjHxQ82a5FqHrIKfkKZIzUgkpejRtbNGUBaTbpKift7KXo1BtRc1UMiUQGbRmCjQshdQOZzEMWIgdvyqQcS7URijwjNAgAMEbUPFmU1ISo2jZqpA/VY2VkIShstCTOdr0baglNkGr1vajMG4pARsTnbewBVWlr0w/M0FB2oD6QKxU3QlKygyboi0rSaGDdrKSEnAqmavdAgkrXCVoy30bFS+dOETleUlZYg8r1vJ+J6vo0qyILqSlZQKoteaqT2gmUXtQVQx7UeNyNVR6vB07OhsYykpoJI4ATZSakmJIlHnp9ejs8EnNqK26Mq1BUIXxSqtKSP5cQO+phUEJqUcyhiiTfGA35poOoiO4OjjkTlDVmwbyAHSoNgYK6RhKHoRa7nDydXY1ymXO9Zeu2NIft5ro/l9w2l2mrj+QJqQKkkkcPN59icFXc1Wk32xWp7LE9Y4vdFFV+6lJV8vSHUrp3FkdLj6I0xtRKrp1NlD0/QceEMvJw+snbxEjGj5VRVLE9we0e4VSqWuRlnBLxrKSlSgEzRte3i1OKPRycjg6b0OzO7IK3ZksdUHFQSVSAjlD9ADaGFTiIoKv6fZBR42vbABzWoMQOw8pJoGNZK6fyF7FTegeZGbmkgWGKYrSzXnE6uRKBZmcrsCUUbLX1AjLpiLipWvY6Q9A3K1+iGZ2yW1iAdRK18Z0gV0iPpIZ3ega2OrNEUkf1gogaD8itDVi/VS44bsaWlesawmrvvpbosI4y9cH5jozxIPjy8G+Mqa8aHDSlUlbKaOaIPwe1pyVUtRVckTl5PTPI6eiffRaNHo+6Lxv0D1pTKSorGZBwcR1GN4ZA6bxKUJEsg1ik4RFhTKiEYXhmtyoIrJ/5Rb7fe4BSUTIC+kAQQwmQ36APf9MWQMNZiwxLL4xTUVm53uC0vxiUYbkQbGXUUQhySQjUm2UoGFR7gu2Nyv5gZICsSOEwCvBXOh65R32UFryHphWPBY7YkUiql2PhC9wtKF7uG9TekcIHjrL1wjj5ju9Pylzh8E7l4lj8c4GVf76l2AsdvZuaVJrtjjkz0osmu+ywIZ3yQAXd6/KIEI43rvFBJ/kO9meNHtmyumQJDrq9/ij2zO3j9EbIelYc4pGbZKgYi83uBao7tfNwiaa9qMkHHY2iaarxyaALmWVqFRFxaVdXfR1cezk5GFkj+vhvA1JX0Ca3uoKUopK+r8wWiruewOryck1oetlu+HCR9dwIGB/YDZsb0AxNR/Y5R2gzbRsgqQ0OPp8BeAMUDgoV9xkjBWaGTcLG8bXNBoj4oDyjB7c3OGjXdC1tDfQzb/yGr6BD9sPRBaUY69YoSjZAlIYzthaUARAtkKCRlC+KoKD32SLAeNESq84rODRjJtsUHgJjB4jeDA6hBQqUXmFCkQUIBR9MLHEcsNVeSCl3uB62JL7ADmEkj68wrP4oe334xtCIbMTckHbca4xPa9sP2mgGKpDJtH1i+pNFCO2CIytwYDRAwxDbFoxegML8SmMN0SjC+kI1/GjIYYmU9qDG7iVUAETCdfegpjYW600GJqzRrqTgNmx0pQxo9w4sBW5bTRIqgkWINGE6yUoVXt6DlZKb2wuXbygcTFBSjJopCEZU0ZgRIbEm15MKQAhyemCzRld8QMUYyf2BqQEIwvgg5ZSoqiUB9hkUxhujxYCRU9TDBC/qAMyRdoSMYRKTUwnEnyDNAJE8aLYFGNj8/qBSSUpIFIH5AxSfzE4t+EGSt9liZUAfiCwQqYKSZi9NDxQvTSAsdEmzMFEbjKMQYSKSoeDGPzrPr+YqWgGEpKVN1MBDJjy7Uir6gAxFfw5Ot4CqESDJVt4rt7gFVRshmhlJdkKlkc3xPMBDI8rUyw4ULl8fsgJdvytTj8/UJXLsWEjhL2PKLmpZouOTksvi83CKko2o2JROiC0c4qqKa+Rrugo5PTFN5XHHPLpdnQuxuFyjtrKPNFVPPklX8rEy+KNcZq7FEHh1ZudA9zYVA3mi1wbSLaba2fo+oILn3iUog2hGGyo5oTUsmZ9wFm331UMy6FrU7usRNJuklvonFuqqrrfGl0msw4bzUgImwlb1+ryBoo4lVEgrcU6lyusAy6og1IrUJNzXsi5MioJaKtVUu/jlweYNoMUpXwiL7h3EBYw32Vka7QFp50qkkRLoeUNUmqSSvHr+QD0oilKldfPgvCq6gXZqaEJquu2CUib7N9EXkaJJWSXd/OIsih6HHCvpK9+xcna1ATFhNqSviApE5ua15wc0c5HkL+YFm/RekxVS30KKbaqzZs3E6I2hy6a7FPNVxxqTykpSsrQFI5eCS+VCkjFWbmukTd6xfVlb1kaWu6CSPklVf9OAERaJK2uX0Nzy9Y2RT9Hm7uyJxAYm2YOvSxuDaC4iSvJez7gYgbYqvb43vAsVxskvRTpra5wnR0Re3UlfxvbYYUe6m76Q/b9eAVvG6SStkria4QVsSWibhdKVaq4+j+YAK+SzXodHXgArs6SqpLXvgNZKarnRWhNDdZJJVL+6IBtjOmtdLLJoVDR248IWpnV33QyA6o2k0krJXIAz0UwceoFnqypSWWQMWanJYh/i5hN0xav7VrxMgKVdlMFSTcTpjR5BfkbM0cK46SoZNiKyrUayzpRJWydYlT2g1avklc0rXqDpU8iMuOQc8oJq/a6FfJ3PWNOpS5lVgqpK1vevDEbOrSSqSpJuJruglKCT9I+R8wnJxrl0jR/8XY0qj2Ss3NfP3jYSMrIMY0Mk1tfZKLTIWXHHn8vG4FocinsBbtd6la+QWo0Ra63wQiSy1vglke14gTihvQeScUgsjOUl0OyIna8liaQcFIlKJrhFR203tk0g7y7HNeiyi4q4/E9QmYiSqveF6LYVNG33q14wRLJlZPpGTYll2NcANK2te3eFrdtZWvMGCTaV6Y6U6ROn3LWKSW8/CDzIWQHapWvQDVwn91C4FM6ia1sdKb3g5QbWRJXEApELWyDxqh4oNiJeSFqiPigOixtc0HyiPihEqKXJDYhitgzVrkCL5DfdfJwBuinKSC17nZQw/wAQVq0S5LtA5JsMtSA9Mm+ikOwt+QGCXti5JoDpSXOLUUwHQIkUSJBY/wACoenNKSGvulZqoSPyM3iSbJCxVPxQsbQsponEk0WFyAJQtTQF9QFN00gLNBXsto9tKDJzGyGWKYFpRaVXEpFGxGsSaqcERQyLIUtIzVThhestcUMu5OQCu3A8Ed6DBWArl9QUpFFaTYZemSSSBCZ7IIaaeWSmvnCtj0avSjz70cL4nmpCThNV1X5MUOE5SRB8/wCvn1nt+l4sYWDnIleOCaJlTe+B25VVQ6YsZQ8bn0er6bqWzZaPNZEDEkdd0LGJQ1RKIwUYs6HssLEAUhFJJIHLQlb6Ndph2qrZTe0FXVMy0qBEipKq/qDtg0SxPhCJoirNm98OWqyv+46eOOL2Ly/Goj1NKyCak07IMTPLLoBXSL1JVIelFZLR5024mp0geVr+Q1qkVVcfTGyPlEsca+63AGtUL/zNFptCa6lJBzQdzE1KbpnyybnqFZm+yn83pYnuHVblLn0kmGa4D1qo9v08cYI8X1eWdnFbo6FlK2SQRlo6VvWv1HYbtaCy/YGkJUX4rI06o6mccFI1iKcpK1r68IFVTsht6tCa1b4Vu6GVSr61QJfEr7jNMdJcrkcStALl0/1jZXtGK4/E7PAFSyEd9AXYa0AkLKBjdzyuP3sIoiX+FXKFZpOJygfIdv6DzuxEh/FYnGARfmCGyYf8TJ/YWZTXdGFDiKrZXElaxFRoqpWSugFA2WoLSt97u6YWQcWun2dsLiK/HEE38vXCGh0ip/YZBeUrp5EdYilRXXarCCiquvABlFfi0g/yBcb0Fld/9Ysn5GpQqUP39dwYKa8lnQ2WHYLe9Gwt3uXodAGs6eVS33I4g1MrpXfRaiurneoPx8miU4wOjUddTvX4hszSm0lak1XHHHyLfrDtjTsqpNVriy5CE+FSR11JykrUFhY3lRpFFXQq8riDY2tNJdsWTOLkhjQ3MRITIayFCLiy7YuD2Ky0kRYkoB4mshYSVvWWBECL6/iuASIW1J7Vb6xA8I30hMhv4Ath+IxJHtn84nFYBwj8hg6gCfg1vVGXaoUPI2U0GrrhY9P3Awf2a/Sik2uNPpdzZDZqUNKrjTaZPNr2tT6wwDl5XE7PToTuXnb3POFSzoFHMqrnfTC9Uw86fUeiiJlJv8tfOI+x9OYQOcUnUVxJvc6IUrGBcspK7YDcKTRJZVLO63wAdcMhrJmWtdfcDGy02ymhTGN8HNIb7reFPAjY3SPvU3HJrfF6UVeh0uEDIZqaqllgiJR1caRw8tqVFqJgWlH2AGUoObe2f3Q3OsX8nO8paGjTdDdrHxoVM4pZrIDlkT0zggrH+xkjHIm/Fg1iGjTUoBQSS9DHDJAioZEm3YelAM0ihagGSEAcRGxggTX6Bm2T9MLWp+V7IYt+bHBsFJdhi3hvvsAtIwHIbfeICUjDIwSkT+X1BBM6BynE4HBMEGPrzfUQgYQgYQOYaxkyRVBirERNtDEI3hhGeU+YGVgLK3MImiGSACKQlBQ8JanDdXlQuefGUOhWvsTql14orTLa6w/cXnzp9cIrNFXlQr7ixXkJbqK9vX3jYWcbIg1tuf5aIesYWW+doP8AiZIeNwWWIXox3QaWIxQsMURN8hkojHaGxA34KTFHoR3BMu0IgMNZGDRGSmGIx3BUWM0EVsIKoC2rjxoXwheGSqDAibE3czbVLLBxFBrDdxKDZFzNshjDMkRWsSaIEW3oXFBsdIVrJSlegKjQ9ANVUpqvnAKyMqyBTyF+IPE1lmhSoUXEMIH2wF3BiDmKKasQXGGu4KIkVBMRhHUuAWJoiZCC9JKaMYrg1BKTOyteMC0m4ZNmU0YNCgrFUGEYB8hRXigejQ4xTGjW4MFROFH+KG2fZcRA9E8kHxNiaqdqIlbjZz0UB1qMVSAavRnx+RIkmC0CAwzQeIgDiY/PUyAHUJrxvoGBi9/vR2/mKDQyEtcI82yiW+oXK6fogZRKy7evB+4PiX4gOeAAemIsVT5IBuEstX0g2PACqx8UFHgxEoRLevz15gOTO9MNXKU2pa90CuUpQxZzUogRYKiUDcroeYEFbfddcbqA+a1wjm5EV4307AzxtZouWNZTRhRDL6YnBL7rK4g5mdMaig6hl4b0N+ufczanb+Q5eyPK1vDpFy1IMEkiTagaInItaM3SUvsBUlll67QvYU5ZEV0wjuhdJOqZJKl1O17gWRLeksvBrtDOe9mTcV2HtI0okq1tcQ41giWyuPxC1PeGzgs1rahYzbylfZx+ALYUthjQqrX9G1hGz0a9yJqvcCciH+/MGDZDfUu+F1Y7njEe0s7ataLm6eu1wDQl3bpVWb1jZKTTmpESy+L0Qtg1lJZrsBm0uwkcZKwdspN/jfDdNFJVK1+gGTab7xARBS1/SEodzjEyixvdgYiy2LUVBbZdJLWIbJnaukjpKjJ5CiJ7KdNZQ1ddmrNlB7SDpJq6OlyfFwgD7QSVV1iKICTW0CRZyq+sTR3QQ3sgRCKSuvrFjllKzv5gsNZMLaKJd/XaF6tGJK2qSuP5+cKSmteJ9Q2ZOUtTRAvqsDWRBuoqlZKpd/5AOmHSuOGNLLJdg+UcIF6Smim7yFdi6KiuPN7gsSiqkrNV9DaBreCTpK1S74se0WqrapK/QZ/cTeC5IyTroYmgJrUSqlapY4Dbt1UtcoN29I7FqTcfG12hPqHfT2Fbd0q17get3qVKJSnSQw6opq/SmpYh9PWIAKxVYKkywfkC1VBL6g9i2rX4uEAsDSlc7U+ocNHc2yy+OAVitVbVJWX6h0Q/ROT8DFWDpVIiun0ReyMo1VtUj6wCd8u6sFWqtfj1AWlSjrEm5GAuP1Cqe7RBcUjYVIq4iqSuWLIK7Ka8Q5BS1XSlSuhr5RSeNrKTVAnFS7mSQVEqqSXbFlH2tqqLKn3UlkfXcF7BCUqTp+8csoe0zWpDcpNdwWJpWvxitKG9cQEox15gkmJHvoJXMkkkRL8W4K6Ohahc/dpTZWt7mBlGmAhsrOWJsyRoypQLSmq67gXIrWX+QGIrWpPLjdYdg/GxzRyfKi5+6SlSgEm6lJAFZ1spX9XrGQydB7OE1UOSGChlGy1vgwU8CeQmKmvOJJGARlBNNeVr9QhQYLKykv1BVNmqgekH/t5I8zVmqhk8WZ7HbYgJKfepQCIuLiORmxApOIIT+YXEXBR1kkkgjY9mKRc70EpIzVRS+dzVc6LWRQYCzWhs2KJCiB9fkJkPvX4Q1iQ7mRe2iBr8QW3KEbKNDZNTYqQR0o6m2QIpF7KSGvGW2UqCmLIaMS2oYRglvWmAGZ5QKKb+ILYKMLJDyCIkW1tVVRYSMrphGxvIE9WlJDUaRUm1w+pl3ljWVDb6Iy/RaEisiNkSyAFKHlJWv1DSEMgK6YbpOs0PD5+rkPd9PftgTB2lNlStPKGwFXSGltk1Wrr/AB5P1DpFVVVUcfqFGR38DcUbiyNN4lQO0SKygjoVIPyxlJdyI8+oxOjctgj9eUNWdmV2UHdKq2R9AICWqpwvGspUW0kPaJSSVSDSLJIJGB1UuxruBxFzZbQ9CMdUcEnLbKF0+4QJKVdbFSOkkGyhggpodkHhE5Z9RqlILK5rTqBIuZVKvNDd6rNV7AUvlbIJblLQNY0y65dkq6f9CuO60O0lMM1oDmNwtFqqqkVla8I6k4PsVrKSH0nBx9CPB5eS5ts0m7FrspUamhRiSQ3GlCbKVP5fPuBOoxVais+CTRFc6FZmLUK3VFJTf2DNxBXNBc5irrfvCL9PIL5IyFjqgUu58I1ilLlrI9kN3iulvumKzLJTbXHJ2QnXAOUZHIXVDqpVPZ4LwSLl7fuHYaRotJ1reGpUjc6qlXlCilkOrkaQQ2QDmitqC16JVSVmzagog3VzXthkN4GRM1+rW+BlEklUu30hJJu6laYlVVSSPr8gXrsGxUZpK3oYKSVtaYMv2p/IK1pWdBsF4qyMYXxQqmrNtUheha2vWDTt0lUtfWM24ixX2Ij2VTtV+AVHhruBksw19wjBqHh1DfHYAla64ASRNUFoMt6BBWSQaHSJKpAEFVZQsIZWbxO9fBajPevwisiMrO9yqHsXHIPZu1d6/IPmlKKpdwawipKtUu8CknPth4TFfGp6N3bU/KqTfqHTSnd6HNyu5SUqaCkaVVS33E8l/Xzh1yZHK/S4yOpI0gk6B1abUHNGVO4JoesLo+VFlMR8OBuVbrEzRyNfOEzOl2qqRFesM0lZu+68wchKP/0JKcDmU1rCUTSqgpXGNZWrG/XCp6vZTcf0gaqoFT8CWkFdRrtJuZVfQ1wwGmUqukNlplbLGk0ovKzo4uXpO706AzqzUvh6uEUnNvQqOtl/AKiK8qlaDjZ6HciubepQrXPNqWuvALFVEla4oUhZSvQ4fqGKQ0VLam3L4AcQBRj8ql8wMsa1BQ9xK0i9w/qDNsnNtQrRL3w2aEDRWRCT+hm2LZdAEwTy5XeEG6fKgoo6oHFyVLuYIjkA5qnK4+vCKYQm6/QEoQ7HG/IdGOrIJ+Bgx1/cPmSeQErKPt+cO2R+4HJSt9hyjBKzV9oMEib6rrHdC5v9OGIZE5Kbr7wWicXsuJC17APbRtQClHxoYNYgGaGbeCoatSqpemFLaVrhB6Efj4oCYBoj438wSSPoAVI4uTLa9D5hzBsyIsiYBlshaVSUCmJYURQVx8bliEFB6t1AtFH2MkOMRMKzG8UPVpQyFbPRMMHP43sCEVfFd8VKRmghS0eWjl64QudgxW118wBXmg2T+QtUL6YCVzoLcG15wJE/fBQrLWs3lfaGxUcpZfjCBumHTE2RN1vgvY0HQ7S5IFlMF6Cn6fzBhDAIyL68RkphTCN8WR2wcg1skaAjfiPZ3fRMpALCukqiWaKwQQRgQFbFoqqxHi7YvMQRlA/E1EifzFsFZQqMSyHhmAbN3gPIpZDWyqBg3d8rr1hbHGhjCox7LjnAh3MrXh2hYdf2A4rKjQEJYyZT+AnMmhTJldXnGIoApEntgvYgKFoXVOb1AlFuCzNBIjcNQy7k2aI2Nk1ClsmNhYJK4gEfkUiNGbZINEKOEaObB8i3lDFaFxaK8UMwo7xQdFIMSuYNYy40a+vRwXuGQ24zYLHTYaxWsTWTNEgKsz8UH6zYALpgxFez82VoWUrv5Pu5gMqlN7APl+2Bjl12h5zEn9sBPDff2wAdaCvcJ8waoQUHLZZr9tyIU0OoBVMBToZsHKo2vmFC039YR9JaLQtil7AEXTDMxOS1iK4o5fwAj2BFzUqUFjhO1zodkT3r0gnpZvKV0/34RKa2Vg1ZeRul7GUJwZCDaMpLt+UNW5sgck1R0Ql9mtOaPdJWsoOqLskiaGu6DKUglsWy1iFbSbN6AnP4lo9zz9RXZVlia7nMGtGvJqtqqAnrf7rNlZBhhgokkroCN/Y/x2bqgWalKS+ECqNFVVehgFVFuxuLGhknSU2zOKcb8Cy6diNFNWVnfftc3OGDVuqkkTAFL+kFWD/YqSVSoHDN/NSJ0xtCrq2HLJpSv0gSDdqklNVV6YKiSymq6A1ikKTVmzUuNVDLaFfyHUE0t6yO1e8o8ZvvqXwgJq+siTQ/aFSV7fqEn0jvjEpyKperz8IPSgqk1P0y/IHuaPVSrqgaclKPNVJrwC3HARzxNFXIrNPymu2LSJykunrthm4g1VdWXwipZtkSgzWRWDQO3UV33uVL4boRspqtcCFRlZ30KoYtUZWdzYm2MpbKisUlbUWlaKsLUWkOkkrxyaAbLLNdgH2Ul3vUGTJtfRq9KNlXSU3QCFRB0kDHNLqzTpJZGuCIyQ03vhwUyprHegwbKKpWXfq8YRI2S7hPeLlGu+zQvxKPqCWqjVXOpd/i83UJKM/YyfKAEzyv1hvRrrZVkrjkJ7Ot4NcpCtI8zgqrvoLeu0kmspVIhCEyD7cfKK3aKTW12UQnQCt5SLV0lsVX09dsPHpOf56K21MNUkj9MV1EnSqiWQF5KPSm/wB1X12hLYyrV1a1xRzUQqA42I6YJEVyyVvcJt301War6Ai0pKVZK5ANPQ7ClEjqtVah9ecBcn0FpxCG8JVSUtrzApI6SrrseUIDbKYKkmpZGL2oBu2Xaq5rEOcUhP7Je3W0bCwetZp0lcj14d3yCyCkpXO6XkvDWnMN9S5vMJtHvja+u1AUfUxcTckHO9dPTFzh9KSsgobPLK1VxNA2u6Kl09lJHlK8GkJc3Dl2F+KsIgbZSsrHPr8g/YlSSspv1GutISrLTOHDZzvQ5acQvq7DxBcFJOtat8KE1khk1ISkhnND100NXdKD1GKzbX2BrcHeylQ/otRJIFPQPJsyBhdFWyClN+lr5xYZ7NtQXIyWxlA4gu4lJAKLyUEz6lpqoVspQadzNVzvc94as1LIa9R55oeJKAxBWhmRxZCRlwtTVFqa4LkLQ0QcJDDl/KSAkThS6dTa4Vv6GXei8quylQ2bwsiBQwgGdeUCmLP6GaZxOeAIKCZFJQLYqQZMSFxVpSU0AQOIUg5SSSC3kVSKaUpAVso5AWFW2UqHjNJKUQZMVoPTjZDJDzRGBhNOOvvBNiEpCTk8oVF/ygalHtlZCbeI6QhpVxahSbbBi5pqudriheAjOfSV4426QI6W5L4hrzilrUMqRjKSONWikqq6m8fojwuX5HtweNIbJ2tTQDSjoWvfClvCVXm8bEDiiU+5rwjknNWehxm70YdKUGcC2QUMS5AZmNZDim1PwdUNMRU2slKAdHJzd6EKYN96OCqL2g3HDHqNzSy7DVBhwDCicqZa5HuBRVUpQTv3M1UdvGcXI9UHpShrN0YdIKSkghplUd8IZHFN4moqEy/iABkFcQMnZwpJH7+S1DcEP/Nsnzz/APHZ1i4tlsVIio2Okz2Q1O5+lbJNLIDQ7rZSo+p4OPGNnzPPPqo8k2m18gZXYJKpZr2QS3T9sEmKkLtkEjVnNGJckFbmiUhuKzcArtxF62iitmiuqKCh0wV3rQG/OmviglfMhN9Xcfa7GpytcIreUfZHGxJ0ba5oHLUVNa5ock+lnZxdjjFMt7XNdjXmCxqkN1uiohKb2DhInR++h18QeTySKUqVr5wG9Y+NDIqKsoDOjKq71UqE12xlBje54NeXQ/nzgIxVZQeKpzVe3i+T6gJwh/LbrQBaDH9i1JaUlmgYk7lVLL3CszTffbAZiqzZU2uGTyM/sbRMkrXA5j67n7gdJZVKvkCaqu9Jc2QFqUQ4ZbLk7JXW+LTuf1mAR1ksfT+ooMrZd71DCOOGkNDr5AHVcgQqowlaq50NkN8QokdfyGU1OVA9a+r8QnBX5jBarYTBb4srmGNlpfhycIFgb/YVmU15o7d8NYrWWxqi6V3rWANSpJVLsesIEFJWuAWwXmpTeIHTkLWSNvYU52++Nloy6CyzumOVlda1gajSio6OOco9yHJwKXY7S1pKb/uL1Tb6ObUVTv8A/lfqGwNKdm53Q+YuuTI5JcDQ+WhkK4gWPlrLNCJqZS14YgSkHk1I/EPl/QNN9IkIOzWaZNlzfyGi0kdW0G5UqvNr6ZNbw0elllR5/Mz0uCAnVcCmK4gqcCWo5ztwQemsl0/XeEzKWWt8L03WRr1XhdW5hgpV3CFIBeZKVxPyBNaGphSY9qE7DNKi1tDklegHbRr+v6hG0j6YcomVxMgdMO5zTY4KRLNaH7Cw5rXQA0D5GmTQ6xFQ/wAeMQdcUcPIGoqfH1eQEIm3rieUKyr71oHBKClrnT/IoN+BHDyh43WS7gcNHHt4+6NcbKTehUygxQcq9j6B4hSNpbKyu3gx+YHouMsa4kv8YZION616r40TndRZsCK+QD0YzQhRXSzQaJLCjQubY+bHBzdbvhC2ccliEDGDjt4gygLY9SPagoqvJdvg2wmbLZH+wLg7+IEGSXcYRUFxVklQtg7FpFEs6GoQPioLK1kQBEXSx+yJRUSVGaK/iXGGK4qreNgMX0scFWKYVU1KUQNEeNHkhUYwxjJjgNweUkCljJYmu2AHR/QGA+kWrLdza84qrJ8AkqpKA5jA2Iw0hwyansumEiagYNVZqpAUZGwN4hghEJ0DWv6eYME1BrGQUU4thtASJ7UWFjZcQE14hJDDNbrA48moEDYZA++iZSClOIvROlvodaCWwTyPKKjQ9gSIqMHgMzEK00RPtCETiBjhWwUSNETTPyooJaidbmB+RosIKurmviFkHaoEHp/PAED+QbBQSRNa9ABwPwi9FSUrmhjMbtihimQKmZpvoB2yKNEb5F6CU3egRFmCEUAdBuKfINATRmH7FMUN2iQatkQH2GSGtHkDtEgUMihwjtBWXgESuYYkxFkIXxmMbwA5QYgCdJhhEwoViDYGInKYUuSDZFkwpeNUg8ZEqPzOKorvqWRpCo5Jtl8YJiWy0K/a3BExfGjgIp/YConkCmVZBgcv6gOsTkuIMNbgLXKSuIB4k13AaonkCqJAk0Mk4gEU7WyxAIcquvAGR0svQFKvp/QKPi/IuLZK/h690UPEElbXLBjhDktbwhFJJVLxlYaukaLoTrH7nrBKDqyJKx/eBHqSs2bxOkBUI2vfya18cPIjth1DVRVVXOpKKCxsl4oWM/G18f5BpRCKU3p1xzzWirfgjFhNa8Qg15RDYDo/s/sN8Tb710svcvDXLoqMVx1UksgTSGsvoZzkTfyG6sn0pqdVJWoOXUKR0qrKGzmskpU09eqNahIaslsCcOVXVKHm5deOPuh0yQVSqWo12jbJ1NVVGzMFNlKytCplge5Gx0sYjh6tKYWWOEjBNJ0r96zeH1jYYs5rWVNrhOZrKVzR8qqap6oCuRPTDlmjXNJcX1jDRdVJWVxNcAHQmq9ggaFQSVqfsBkuwEM2LyyP/sNQp57NdHSSyNEbK0TlWSunxwifNFdlHmh09aIpbFCJVUrVX4twFIrylexr5gYdqlsU+QK0mwkmdLnrXcOIRJXfQSWi1VakrHArdOVndbwasnnJKhnQI9XcWRYKpK2qVQXvVZrWUHbhw1Va8RQg013SuXKxD5P5hofsV/SFKzdWaey6Q8Re1IkrocQYVUVVVBECWXT7IZtSGxcdhRSK6/uC0nEqolKIfp9YgkjNSsvhHkJqtlkdvbCmTyGRaOSVS4h+KIRZqtVc7iCxqf2CidKPpTC1yyZB+cNT+yTTWhTTBFVaivQCdZuqrUV9naGXFIKq76JFfK+xxcIo2qCo/RBueUG7Q83OqgVs1mqzUsvBla3gUZoqlnRPIdNFqtH76ljnyea+KSldMFc0LWrhXfe35QzIowfpSlcsMnujOybSkmr9IiTpIh/VECO2GxVZrVWuSt6IqXolVrapJYnQFrZdWba6Ad/5EsYp2ghmvN/iKSs1Zs1JX5VYghVLfWvoVQqXVdNVZXHxh0J2tomlseUctNslQxI42Kra5HZCShXFqRJ0rUOfyjZ14pKsD9DI+oaDFUPspi+mq5r0waksEzcyW+4hNLdDJdNVrUVSx0Dk1wBOSCn8O4q6G9Bx6RlJcTpgBekZqsrLAL8jrOpZApoxRLfeccXtyj8h6yNno2G+qq/pDdJ3KCBGkUv0DH2s15XtboIqi4vZsp6Q9v8AYXEf2Xfh5oDUD02klmlcQCuro96m69QGeinnRtz2neSVArRVVVXvjUWtJqulfxjY6Oca7QGYZm1N9sgKK4Gvpv8A9HWJI0l40U6RL8GykVBCK/jcga+R+lnZuu6JGpKUEzoeMFEeO6QABFpoRq0pag5gvvv7/sCmjPvo2dtCyF5FgjTpJITJSXJdsYTHqNgK4SVFpFghTpFJUWke8kEHUWOjuUkumEtIUhNFNIUjKSCPZs1XvgN4jGxUfHdDtFfXnGusDygxSXSGgK0OCOJoJSVClJYHoKJB8wJBsVAgpd4Gjxykkkcam7czVRKciyjouQhNzoApRxK1ygxbkshqt1LxLlRHkl0UPw9xa8ppKaLmqyStr+QQNzzXXHDxFlZSkh4XJUWz3OFOUAyulnUg8oaI16CO9B/QifKjkuNndUsUbY0cJApZ5ZBUmiqMqq+NCWnpBqYrpI33oH0YmriBarC1m5f4QzZxVGnPGkPFMYrGsgGklNtRld2liaAimcdfpYOW2cvqH4R5yskkkNXpE03NB3SEFf11gldfIetFYnnPqNfcJWtr/IALJJTSKg98dXOhU3jNdBuCGfKR9S8eHZt9AxV3rXnG4sGuQNduaZ5Co3RqWUPpYJRjij5vk27Lk0sgXQbi0sRKBAjYQVVtvoBcNw8MnyoGcEmhUwt+BCq0mha6ZDZTIAdVpljUMnjo1PYHb14AwIysjhyWjwUnR8rW9tDl5IZHXxs5NdRRtrmq41gtG61R1in6Nm1xrsaICrpQzhZpZKMAziicuyG+FotJKyFTmiUlQbAuNs5a4o5UJnbJVJXoDqT2hfFDXaQoeyPKDZZAjFo0YxdaoDdRSlf68O6Nhf0bKCBVJVLetcO3wRGSHYsPFXO5Zxc3mqqi8yQjmlbIaL0w7jVhUGSWdlAF029jzAwrz0MnHEyxSGFbz7CRQqvoZQnf8UGkWnzAq6UrsaRt28FQ1a2YTjyQuKgKG8LWyDWKdlrihgRt9xYaAphFX0OMCVSqzeJ2eYYMSbndMMPOHkHJKzojFRXfcQXGQ7GPexRUu1S9C9whk/sD7aK4Gy1emLYRv664BGDdLv4QUk2FM19iYoIaGlVA1RfKpKhYnKFhFPQFMxZwHqdKK5rviUXs3O9wlb1+UINk2uuKJQWlfg3Yhs2Rhx/QQ/W3oanSZJvrGxqK2QEXYpCT6i0ejRo7hBWafXqAqpxs76j0la9lrzhE4o+Aj7Z0wmLyZ0FV+cDlRy1emLin/UJO4lYFpogdSFrncsEFjZAI66QEP+Rp6CGan68YNU1ux0QlRjK1w+QHNs1xBWPURmlQ4KrZZ3ujBzzeOAj/AOXRxRkq++pcw64SxOKdDBNWy0wUgvqfbCuCgIIt7Af+hPxG6K8oM269lndd3ANdSXsgUk7V9j9gbEibOg78biaH1DRq5yPYGoNnauIGjN7yopEnOCkbY0eJeh7w0Tdb16Y1VJf+f1DBJz43HyAbIta0bMk8lBii58aNaavAxTXm9AH3ULjfY2JJ33OKCiuggTU5LXqBSTiV+EU+W0K6HkXepQUm4yLwTtXAOTNrzAoUaFUS3oTgcBomy+ICJnfICGy6ZHkhksRWlDLE07UYBKEEoCmJhbvWt8U1Bhn+io0d9ATrxQJVUlK9A4oVRslLIZ62KlbFC5gMpEELwAkY3hjZRLCnS3r0weyU7nuCpLOg9tACxbT2h+1MGKBsgLGUrfQwTzQZlEEQhNF4EhGULiKK67YAG/stOMk2hWJxjuxDmarqL68RdA29ASEb4mSPjfZCB+QbA/oDxoCosRKM3dDIJg8RUaAmeIgYEx4pRgsR6vziAwhZWiJCqt2xKENyAxiyBhYjG1FVXqFqcBjDJjEPWSoQsg5aJShiivybI0UDdCA15oYPmKiobLEokMUShk22wEiDkSjXkPhoaMyBuiVILWqORKB0JoUC6QgUniKFHCqQqM8BYz5EXmVFSqwHUeD0FUlQDIqVVApzAhQopAs1ZH5lR8UrZ6P5jEDCUCjEIjl/o57ImKBzJe2Lon5URMTuevCNjWjXkCqElJfiAZ4e2GK6fje79QMctkBWAFLwLnCft/XbvgdRDxoPUTA+x48AVsspOQBGF4UInBiyaSX8QJFO17AH/sNlqkLnxUklZvpBSqpr8hsLwk1LiBQmhyvOINHTx8ioZ0MjNzvFxK+jru+QH0etsV/agVkaUkJnJN+9cQ3WOKUMS8Z5baN0SjN74i5apSlNPEC9g9mpWStTu8IOSUm2U2YJTYWv8DVEW+xXS8rm94YtkuV5wORH70dJXjhw3TVSSPZCMm7LfjsQO2qSToM6PPKVJZdrqFFKoSrWVXEaPczQrgVTTjo3BFZJLO90m6PKoqq15Xt/kFCJ5qo2yhDsM0rjikOnuSl3sRooylZWQT1AxvySVQB3cGSotX7qrl+a+FVC0za2vEDcjXgMFmtm3FR31IC0kVKba4lcnkBVH0k1VqWoT3TUkklZJZfy+QPFyfYMHdkVDpK2SVT0Rcm3spQQIkdZ1L4Q9o+kFd90At5DxC5KSqVljjLdjl6Aa0RFqqr29KrC8GD1tKSm9EBPqrwLPp7GmU5BVJKUNaSaq9vz+YbxT6rBVqS1xwhaoJTZs3ubYs+nsLxt+QMzGyJx+JtC9FjyuIQOiJ2Way8jhGFqPm2vREilsgzSSS32uCU0GqtSbicYANU1c1+4JavrWUql3hUmmpSC1aPVSSmpZBMvqC98mk6SPNxOhzbnl4Q/bxVlHVyxp9NOlVVc1idDbMHS8iNW6F8aMStFZvuiMlZfzEDkm8dMFM00s0qr0wLTL46ItCqpWsrI6QcIKpZpXv4wDVaq/wDqjJ2sq109Pc+YyNV9xo4oNJW1YK68wWJt1UlZWRt43uDKj3kqoDnZ2CqU1WoQ/wAX0BgsibePcrYP1ZUpVUgVuXjVq678cQDLvUpp5X5AKCqTpU+gcUxYnfwNYvLWydH7IkVu67f0CYiMpXO6xBf2kqklKSFFyA9vyHJLys7Zn13QzZ0grypKnaC1m6av0pTpKofRPV194I2Eq1Sm5ZNEMuTEDWxlsdJVWboaVQNmb9qklsXPk0a+2EDF8l38ivuXxRSUFWqs3Q+EUTVEEpXZsJ3SWaVAz2jEpU1qF1FmSdWTrudINjvUmH3VVLsH4wzhmtC7vZqLumVWqp0lQOjdFl6HeD+n7nmtPNZrXP1NEcqplJ/Qysp0kftDh5OOUDqgoSN0NdGATU1NV6fE9w0A9NJKq/3WOLGtLyt97xhJLdHRXTVHUqOpRJL1ZYdJ3Rb1r7xyhvTU3fcQGJU4qlvtfXaDJoR8fg6ulT9lnfqLS01K33XhHNEaY8bUxeMCvtTxoTLYPYOlf8jlZ38sIGVupss6OdL0vZZ3H84DNSvjcTBWGc8hsK0dKSp+1mzQxTumlVLXHycrAOYJUiqCDUor/HX1hVID4rR0v/k/sAxO6Lxo5cnScoEJ0rl5YfLIVcTOqIXQeNxPmC4XQpJJDlTemldcPlF326r3NHyc4RsdQxN+pC6GbvuWLqNfDnjalJusPyDthSeR/sMbkR0xGkZSQKQfTeINFa0x40MUXyWJK+IMmRlF9zeGz7LDBN8kkNJbUoDFqUlJZ0BzHSyG1L0zKr2oStXSrpUIH1K7KVlZYeUKZLOq/QTj3NeOh+meyGlXQk5LnxjjbXKtlNGmU2rNzvOIeonj2O703Hl8hO0JKtcgNEqSvVAqTUtZX7XhhSFqfye4eRyJTez1uNYmyfaSSo2m5mKSvbIOdIF3pX6je7lnaSWuu2OLlgorR1w7G9kRSlWuXVCh1tnDBV5ZZoLVVbKaI8Sx3IeUn2Mt2aStRXN67YKct5QoZvEhdSStlN11iNi3MdvQkduLUFoHSlBCsa1/CDm61lKHfwvE4+eOSCHS838YTOzA85Qqeqyh3xnmziaoVOi76B2Cc1UEV5qRwVQTO1m6+Uej6Lj6zzfXt4Ujd7nW1kQbIiTsBfRZJSRA4ImPbT8HgssIlZCZtoWFKIniB0jUQMoKzRFhiWQgTxoU1FNTnFyTIWJohg2bgTKwXkHQY2QofQ2KH5CpJJWo1qnFxowC54mrUkebruhG5JyXoDYIt5qtqK1GKXJfUws+KNAhzvE1BwqqkAjPxtT2id6lBGrQ3p5RRBwQfdnIXKPPQAZoJKpAt1R8roAA9kJPi8xLLlcdMCd0M1V3r9xqlK0Ba6+Ybqmur2wK+Qm9sRdx7loPLaOXrM1WoWHT7mu0NwptvKr2WvnGuyrUPBmAk0u2TG0cIuTm8kHEGdlKyD5YHOylVBS0IYRj2KlUCPZQLglZWXogVaEqvodngC5YhayQOkWVmqnzB6Z7KUFhoKpJCBH3K6A2QNxGKiU1XiCitEQg+VFSq/6hqDegmEpUVm1/MVpqcr+Qgc/JAp/Y/wCJeWVnesZKt/1gUiuuAegffeJol5wt7FsIjGb0PxdUBgq0roAeJ0s7piNeaKoISVdXt+7bGSLq483uAM0R46+9fsDCYuFLuGFX8bia7YwZb51uoBFV3qV7WSPRUm9z2hVONiPsErHm1PwgZwxSVtegMFMrvQsgpkShrFh9idxRFqfQAJqJdJKnssQbiUqSuvzFhWXf6Br3vE58eRWHLizSFW6sqVxArXJKG/UhRaUridka69oRVUR9tl486ma+mpNqKhm1Na9AeNRKqW9C1u3la67YZZAm8kEQIl0O2LUY5f8AqMJqSu/7v3vCtRbN6Bz4mPhj7x0QZxONSpMsNGVa63xNOE3iJ97AKjmyO3xfftj17xQpf0K+kLRUV5LE+gsTNaipKPbP7haikD1Ga1dBySsrfdd0MWxwqRS30NWyXJYnr2oeQPDpIvqG7VaakSy0qgatYeK1+QXs20oNWZJvoh+TpWhIR6sUMWaWuu7zhqiUUsk5qRA1Sa+KHkcvqcWetx+myjVFN+alK1KCUY2RJuRg6xg7XxROkPIw8V7I6/TepzPO9T6Z8TsPRm777O0DUDa8wEbTUge3ja/pHpRZwUMEIeKF6afc7oHSU8bifTaBqZ/YDGhUSZExOCfihIpkhiPK8TXaCNBdUeMKVTi9SAEXDxNLpiDrEm9sULQVFpxStEYHz2LXBQCqVUMHCffAKnK5HQ+gws0VFja5oFoRtfMKYElb0Jox+PWAwPiPWsQxSiFTQyuIGBVeSGAg+/8ArEiHFIyWMqIK7D/0XlMLKsBVBQTjEDY77Ei7QtrcwGrR5MZOuHEr/IMIYXxOBElrIXFOEGJxh4rWIrNtjMI+NHoJ67YazEC7Q8comeAiFMRhC+MCYiYvp+cFCFyZheUgGjtApHQBsahozQV/UHbNIAMCh6ybgjIMaIhilCUINkgWVMYtBjBkcOG5JoVM0bIPGKQWxxqybgkyQvZIA7YgGRX2xEqgqAzpJDYXDcKHaAayT4xYciQGhEGKFSAp0xrFwIRiqKxMqYicgTMej8z4R3rHE4+K0MsRL3PSEk4CEuk5OxGBZo8ciuvWMkU9sehDL6et+I2xmsY2VGhK3rXyCg5daoK2rJUYjDI4mHKAZljQsOnr8wIqS11vBiqVLXCBlElUku8BN2MkgBUyWpckDKJ8l8INXQ/+zS4BQoQDpYbYvUtQIukD1i2U30x6BUlUpUrXXdCzL/0BEjrgF6RrKV6H0AZ5qSspXIICW8PbHFyLqKQk0GUSvnNfMNhosk1XO/S+NQJHYqoa0W+dKupSSva4Ry8h0ReqQ2TaJfah0vS/IOTs+Sr7mt4APkFWtR/p8YbHRaySrWaljn+HqCY5bK5dAmjRGyq6Wt8as9Yq0W6OkkOppUdl2QUXR0E1dWqWWQgkgQnujRkniSSs1Xi5GHbD6iaUyMv0cA15kySSdH2Vj44fIuks0lid3dAct6LtQ7gN0zvZ7okqv+Y81bpJJTVRSZGa/tdPybQJPNmyleJrhGyxHVtaGNEx/R+YGpttNVmqpA+jSbFqSsc9fG8vCCKQSVdJWSXa+oa77ASyYso5dVWyxOkDDN1ZVkFp0ZSs1LI6PCNkYxSVSJ2agVN+BJojRqmxUrUG03TiqVFnSSSy7+OJHbpQS7mt8DPqMmpShWMl5J2aJE7p06PanP7ge2Tda9YPhRaqSpJSUvHxj7YZmbpJfjxYBW2PdIsYKWVr2NzyhgVqkrmlQjRRVStVcisHLZVL9YY0ipw0+9SkkqnuFra5+baysgNYOGso+z9DIPuhC4u4apV2rXHFYkqt6L3MVUs1kdmI1Z66SVVzWvMNlJdC1dNTtVcSv7IQLNFWqs3LIfX6B30oaMN2yhRqkrxyH9Q8mzVa1NPR84YIRm2vE/YZTa7KzWJtiWY8YboygWylJe3t/sDiEm53XyiJKOV5UWEMklZa+bhAse8HtGFKMSVtUssmgAXaGymp0uJrujYZuxWE1LLIWJzjR3FLKulTza4rDpVkpTz7FJm6qX+ojBOVaqgoisqpZYnnBMxV1xPRGc8g2wFI9qD0WqSo8ajUsSUMJJKpb0fofmFNKKLFWbpL+1Srkwea8PMaSdJWSqVfXaBDV6q1V12uAELIpOs1UJphoy+wShGW0VKlSdKzWqtRTTJ+YlsnZSR2CuvUFxJrVXt44OdqMEmuytMg6oMg447BUSyrKaTEyMbCNgRJs9ra5eQXrgNXapNdlTeP0t0P2b2UrKV9Lcvw9wpf0K0TIqq14+J1AK6GgGtPUWfTOcmKfdLHnDGkE1UkiOkseplVL21ruj1HKpYkrIPlErefyhU3LUjQ6do+X7tKCpm5J+fZSR6micpY3tbw1pO6rxo+vLprmWFKNTpP2s9A+nVwljuQHDbvvARKanf3OY+1ZcwV8afY6OP1H2c/Ldn/AP5WICErs0kv/aGkUkwdMHR2DpKooToxAkM6Je0nZdTy2dSQu6SS30h+yYWku6//AMr2hymBuAXonVCPiUSlvudR/wCcJK777Qn/AM0S5XE7Q5VCLqb3uMJkm9PHyPOB7UBXcjr7e7dLEtcTtQvhsjdeliZHzHELz/0AekpSnT4uUFlwrwCP7O1o3WJZrEPUFyV06WaVyMA46SFPTSSkjhm0jTM3NHCR40u4J/o6+ndKlKlTdEXGuhSxLXujlxDUpj2RzgxONKZ3HGw+hm/o6s1pZKVnU6/FDVpS6SW+2dQckQdUol+Ph84Yp0tSiXKDYMR9Ts683p1KVnUwyZ03ayhxttdG6330g3b3VSqk3E94k7C4Kfc7QjT1kTQ7e0B3d0KUrO1+97xy491krXCAT3VOleOJSi6GXGjpiFK2s2b+43GhKXSzSo4Y2uhdckfojfLkKQdOqiqqXzAn0oX/AE+7OpPHn3UabS1IzXXQ8l76h6sea10+8NTfpJTemOKUsvJ2Q6WHtC7KV0Ac6bSkvh4PUFlF61xsEIpKpaw9Q4eT5HqQXSa+ovKshsFz7xXOgBVilNzXphlRiSSSXYEWx90bi1pBXEtdfcJvHPjcQKWzkVuXPjez8xPpKQGlHrJTZoeHLspIaxRy6So2RIv3XOgqIJz0IKSaylRa2ilKEaXztl3gGRzKSAy6qFXVGy9yvKGv0itNVBrleaADQm9welxtRjo457ZNBPm6Ad0OS1lBUmVJJINaDUmqj1/QPI8r+R6Ym+MoJJJEDMhwrbWVQFEU8aPXpeDxHUuwwgoIwjeAxFOwcWliMFFhi+NEyJCBSi8lkFsOP0WlRlA1saUlahZspIVOqU5IaAWw+kKRlJDV1lVXSoi4dqut9yBczbeNHUvic0nZgrey7ArMiGlSApUQAseKQsUQASzCaHSiIHVTCNZBVxZqT5gkNfd0ermhvrhmEztqJtFbyNM+y7UGK0QrKDiLK1tQZBslKlDm5EdEFSOO3SUXa9jRGvQY3v4jpN09GpK9utl7nnGomo3/AExzApiVsUlKrNPp8QCuz+KDzYSsrp14VerdAi1HqqqnssgsfduBqNGTEpz67gpMoCnbP4gtewVS4/TE32K5/ZF0nNSOF7hur7ic/l5wYVXlcQ+Cr5hZGNl+kBaKOpoUlU/6xclGbxKnrEjNLK1yxhs0lKzVQcslQHB+C45FeVOA1TSs0HZUUpWsQGo25L2gAJC8ivje0MlVVx9cIsWbfyFB0999ndGuglsDWRFfY+YicwsITIFrhEUs2ogKkNeL1jETyuxrtCyBLXCMmSm5oE2iqCggdTWqJRRVm6dTS13BcVvkcT4Q/wBMTRXeV5X6gpIuQqIRZys6CE0JWaCuRkghvDXcBBD8r8xRGN71DEFLW19Hr4RSMtgoLMol/wBnTFSjRJWpa9sVTbL4NeAeIdVJUU+RscexUpRW9ZYDVoneg3budaosvcql3sAATV1mHJZYDOmr09wbWo1SzoDWo7L0OmHSIvuI6uWJSVcQMI0YrqUW7ClAqOMhLBSo71j4gvQS5WvxwWkzyAwQY2XohiU52CtmPt+yHbBt4rXaHmzDlfrDzhug0DVRPO9HkUgwawldsDwT8b3xMq/fE+Sei/BDqTHrFRLlQzRcb0NZbPu59QwhSHjR4HqVmz6LgnjEcwU/6+iCUCBM3dTQ4aQm2ot6FSOH1ryYenAEkLvQgiXI184KNHesjpD6Hj+J83ydyaUN61vbYOTIAU9eDygkh+4LULEJJFIZhys0UQV+QlD4wTSJnUtZQHPC1micTShVE/cGXSM3qiqMcvoCB467mAXKiqJgGZC5fXgN5QFGG5EM3ZLULlShLD5K6uvGEkU9cHnGIkv/AMhNOGuvuBiLQybwsvN7wyRlewAmyVl5sYGliHMq8hCZuSFkTyq82puVBSnoZsehyQwysKrJKj0IJQA5CCyBlZoy0Lf33LTRGIxvjF9KVfGP4g2FrRekoqCSnsgCSG+64AQkrZWoAYthEDiyBwNBS16AwXXqGDYRE/APCm/ATJGaDQnyJQLaiyBRFL+AtSKAaMcTxiCxvtiVXnEUjA0MbBRphsbA41Fk4sg/YuBrHgjamu6GScBrrV+G7d4A2VSUexsDFMO2xRrbN0HCL4TvIqbMwVDUio1ZvSYLSpUaTxOlPpHasQtXQGIP0hWorNCxmK1kLnbQKF0lUlQ8cxARkwzYmPgVQKqILzQzg3EVEkldwCPyBgfmLKS5UehDIVmj0YK4krIHjpKiVnC2ZMabZJJCBTfFUF16Vvogma1Px8rzwDpk2n3MVBExRZD4PmCWKCSqtrXEOSftRuR0cfDLleipGjptqqCkrlnTresTs+sbRQ9GpKpd/wDO/wBQ3BhRiUruZY+c9X/JST6D6L0n8cpLrOUP7l1WqXcGh0u32KrK6Y+hroqNSlWSWiOM3VUVnLLh84n6b+QnKWy3qf4+Eexzd7Texd9AyN1SXK68IQXXpqtVT64Rz9Wm3TVXoa7o93j5MonnS9Oonbzu0n6U1JWp2NsZbuJVkr/Icqudu4lKylVahFDcYdDbvdlJTWvExgtt/InLix2bBsVJWpK+INLnKPlP5vp9WsAko53KVJZDZWS0p1N4+vzE5QyiR9xxdD+kI7Kaiq5Gk9iq7F6Y82U2VZTQtU/8XSllkH+W6IqOsTKe6OjQcWR1UsviBDScVUq8rTKHNFv0lWBOzjil+kk6SPK/MRS+yj+znyLaaqdVXEFiSCs3XdDdNlayuIC1KJVlZrLE5wuWjohyLGmJFmEr70ladASqze5xjerAGZC2UruBS2LKfnSVGSWysJ6oZIn7lf5cAZsiJOrLXD1hQ6ir3AZQxuVVGvVh0XKUSrjpK1Ojr+Qpg5asFbVX2RtpU2qrU83HqFrc45lSk11Sh1cepW9QfUEKnnI2kr9JXfT1D3g3ZLJK15Q0pBd0lvWWNjoRVUTiqHnxpom+TlZ3thNPSdOpSStcZuupJVV1Ka5GCuAaMaK52bUx/SF3LHsJGP8AkbO2bTUpX1FLhFVL/QWM3TpqqHqaaTqpspL0S4QsXsXkjl2NcdpKumB0tM+n8ho0GLpJ1K0x1x/RCTVI6uWmOfOHLVJ+eVl+b5C4IdqINmaqXYIGJVNlfg/MWMVJqpOITil9QaHZteSqfntCWQ9NoCaMknWdxMTyXxYkz2KrK9rmBkEEkqiSQy3dJd+uBaGyQe3Says0evoAQzFJVUFktc0rU4wvTgqkrapV+IaqHgT5H9il8ikwSOkqriHGlKkazV7U9QPbql1VVZWOQmvAEJuSlCzTiheOBkht6S+IEIRVSqcTTFKbaarxAwQa5AR0U7F7OHt4/ZDBJRJ1ZSsQUJMt9FcYqpb1p5RwlCt5OqCH1C/+01VmVL2LtwA5c6GjJaalne6E1Ov0tlSpVQ/GFYrIk7XYLfrMGqU1XLq4uLrhCU7pJ0keb3RSdRV1USxMTR/MWKoJK50WyMouPckk0a5rZSmP1Xr8OAMkjOmqUrLJ8wBFnKS6HnFqVJKtePI7ODADmZrIfsn6UqV6dbh+ghAyTWu6lZBo1yVsmHCFbJZJ0rZYinFNw83AGK8ZVkrUIfT6vmKQnRzyj4Qwb0uwfpSpuXk1gCQspU6TrudXCEztjsVUiu8HyDcWP7g5i9m1GrpXQxD7v1D2pTs1ao1PwkeCai7qGuymDUiDqrG1q5XNH6j52f8Ag3plg62KqlUOQ0eHa3B9jwdKpJHSVxyaPkArqh6LplIk1Ik8nVjBJ9ukvxyo+Q0fBtTKv/q/P5DZKM8D9KOrVVKp7vcPqahLhaLdVLImJrgG6sri2DXsVOseHz+unxzwo9ji9MuSCaZ8ipeBBVK1VS7gMb+B+bnUvePq5zc3Re9JAKNzzVLeiCP+unLuP/pUfPbTwOpK1PupPRD+jvAs1S/9XLHcGrRJKylYgbsGiXJCc/Uz+xocMbo4yj4G2v8A8XI6hNPwTNf/AIpPRHcdjSt6ywvcJSu3xOYRh6icvJWfHCKo5F//AAyYJJZon+vqAKtwjWbKSSQqfMdHppzvSVfjBAS1HQuSfezlajdUa838HbDkhF34O0kt67o3mjI2Vr9QaokrKtUgVyyb7gwicjN4O0lbJJIEI+DW1zRB0mtKVmykwzZwSVqWRAXOdjVCzmBPBRNtfgLhDJn4IpW9ZGPVqjstGIJK70QNzs0uS0RP3plY8cI7OKR8GaUolliVw6oy5pJhmkqlQb09KlyQUHPlhdp7YravQhpZSUlKS14RralqrNG20kVJUKDM2v8AAF9tiQjlIXtI61Q4aKWVqB0GmR6IMVSlJDj5TugRcH7YMaFVlBekebU4nxBrE8pLNWeu0I4OSpFXyKAYU8oCLL5enX1wCiDv09fkPJttlOidDHEpwUENxzyY6oco2hNeyCdgzDC+rKOJxf2NLfYGfG8UEi6kriBo8N2AuOVKUfX9x0YkU3HQDDaFcTWomtCUF6brehbsib6gpwukkl8R/oGVBO0lVf1DUKZpHxvYBdydJzf8g9z+PXRZ4f8AIveJ11s4DBNcauyfzagapOx6mWJ5eA3TWmglNRIK0FQairyQ15BUBoiTxoyscUFc2XTALqkbICNj9kVu3ICmKqq50QmTQU2T5VLHHUoYnNJ5E0E0u+GSBbIRTKJJmmh7J/EvvRETEFhYj0Y7sQiGvYKqlZCkGmhNr72Bl0++N8hrA1EwtdM5obmKK5E3egjQ66jXzMBkzbXjB9Ci1ZQocN5SVqOd/ZaPSaDTTGbXCdG5xLXhGz0wr4oLILJJa3/UBi34HTg2JnFBJe2AFqJS6AbvH8oKlaU1q/MJUjKmxLSFC2uaGuP6HlV7Ibn9opK8cVKESVzoXcQpRkcvdNpX+4HMoqla6A3elaFSVV0OyNZf0aGyQYpi0h5ovJBL2vR/cDJtlUq83WA9A9r7VbyhW6KwoMgpa8cVHMkJJoKq71iZZhQqir2/UGTyFLZKSv8ApWA7lr43uC9JP4x5Q8rp9IYF/Z5onyuXr6gSqh4omOAkVsj8YKTeA2GlIoOytfPlitNvK7HzBSjlL0xQdayFY60wUXlapK5pLSqGGYocr8WAwgksrnRlRW1CsDKlDb1r6r4HWPKskhNVT4+oDqGm9z890axbJwW3oSUMqrmsj1gMx5VcZirKzqoa/IyoKOqIzd96IFOoPTbWaGhMV3kHEWlVJqvoC9NRXpnC4WofGDYRknHetb4NTMlvuu4FyZpoISUDp2JSk6DStLXQF0aOSVV12h5A6udV5vUDU10v5CmRJpx7gJGqWpfcDEGiQyc3cGSLApPuScA9s1BBoSgE3c76kLFXU0O2Lxx6j0wVKGEFTK+nkCKZ/FcPngPM5+XE9X03GXoG9g0a/WJmdyrIUwSy9cIwiVVVX4BxRWUmdk+lWP6MVtSDaGWatRrbBJXEG0UckridiA9X03Bjs8j1XMhq1T+QLqeh6wOhGUCCbg9NdjybiejDLshZ/iEYxvDxT8l6Yf5dhZFl+akPeU+vlFZTC2/K/DUBCq8k66WvCIrHmpCSZxFQioDY1ZdiqJMgVG2xcY0r/QUHtQP2Z9gVztABYwNdfGFxjAGKq3jRcgYDmPvokQ6Qwm/I7ZGBsYBSwUDMgaAb0EkMMTJVfsD0DJZrHHjE9AEZdTMN4i+CgoSiLoFGAkTKcTiqKYGGYxvgI2RJIvt+YFFjvQCTOqCixGsJbH6DNfIFZTWWv0EixSBiZdzKhhYkcUHjyQlAwzZg0gITiAiH9AEEVGTMXmiMwhrWFUVh6Z1g2Cg1FSUGTV8EJTq+yLklxmMmbUk9yJobs6QGjEdKpK50GtaStc7liTyKKZ0VvSgvhS2AaEnSwIjTHjQvYtmbtC6GVvoITuk8aOcK0uMQpzkhp2UU6OuMrovGhohS83fRyBrTocs6fVE+xRTOlxfeNEdmpDSm9O8qCkqWDXYU+o3EppokQg1xvTAZIUokCmFo/My/40SJZdgVQjvosJEK06PKTR6rvvEGYl32UMH2x4keV9HcGrEHknA95X9IeUUxtdcYK2CKs0brRLGyIPH/AJT1OEMT3f4v0+bsOo1GVU7fONvoonCkFLdqlKINmoNCyHyaa5Zn07XtQFdMMJqQ5ZdfReX5fMO50o0SVajm11KFkfoXxaMXCRGc84Hyf4QKJy8vo/mOJUsgql6evlH0/wCEBlNrpSh88XSsJSp+gaJ/Lf2vMPo/RzygeVyLFmrliN4uKuoVaq7FVVyxokTfMeSVVSVIrNPiDtS+xJdSo+g27vIVSV7lUP2jyaqRUcquOur2UkRqqrjk6Q31o6sifuHcNHm8kcZZHQGSupBKkW81Kbp9rJ6+YIqKpGVmsf6DYILWVkOOcBFMMoWlUkmspXQDdi+2U6JsDHrjT1GqqSvb6WDCOkXCUKk1a7PVSx6ojPRfNCoyMqlJSuXh/PCG0YTUpSVSpVC268kp1s9L0twNbnHST9IiWvOFxMn5A1GCUoIqZueVa1KUSy/kOikohLfRRSjZLYp2srLEcHY8eSVHLqQeJNe/xcPqEGUaUdWqSVQimkfSBbiiJtKdAgaLISkiJJfEA3j0nVH45FhqSdUW1PsqWfE92Aaw1S2Ursqbp1hsL9qkqwlK6YVMG1lncjQ/cBcn2G1F0vIQuokrUS7xNsG0dBVLpgFKj1UlddcAeNYSt9Ay+hnUTWKVbKqujqyqhMGPuA2i4pJVOhxg0pRvN7BAqctlc61/INmaDzRsCRElbVLWILKqkklna58IWUPFUHkLNVst8ygYtyeyL0yi6akXX2WRqlp8X3jSUmSqrrT7/COhUgymtbJK0J0cIQ7ESmqaAo8qMhek3VSSslcgMWj3esQ4sizldgXHorYqU1JKuTB1+QTa/Y2biTJsVXfanuwjLlmql0yaJyaIjBKbUsqmu2CEzqpK8cnFD34CqMUbyoKpd1sVqdVURXWSapbKSxOOT6DX6ausSdWSTWuQnHv4wpGOG2R3KSTEdJKKv3RJqv7CJEJSvY4gkmp4onH5+qAIQgrKvcfzl6+cF8hZQx7F7dHfdPigqLbYqU2Vl9cao8yIklvR+/rthw3RsuOh0tsSc/sPyFzEm+63uHz4AyTVS5KuQW/ZqSWaxK+u4B1GKqSs1JX0BSDyM46IPKMSS+9NVT1OJxRqVNKNZs3ZWPkDY7o3aqVFk0MbHqaUBp5LXOpYgunj1HMiSEUpudywWgX0+IULoFtc12Q4RPyXEE+SasurlG2FpJSrWbl6B9oGJMmr+ym1D1crcvwAaKCqqU1riV8oTTbqtc6lifMMpfsm19Fa9Ev2Cs34dLnvi1F/NsnVQ/T0y84YM3isqU6x0z6GH3iS9GtXX9gloZG55IikW4vRJ35BF2qSrXYuWgfGr1sJQEqikwsklah8spldKHWC0FFWquxXXPVxcAFusZtXSSCWyqhyZB/fh5x0RmpdxcK2hq0W2e1lK+kXbAZIqtVZSugf0gNRrB0wqOkqi+LjFKbzXucHLIun9R+1xD1cchgJ3+IOLpfUOaHdOkvvTXQv1iDb6OuoSdVElcQaJRa7pqrKlZeu6GtJMv8A+6JZBM6Xi894cnP6OHqY5PudnB6mfDLBdjeiqpK2qWP+YGpFeUkNdoempSXHJ2sI9S9OpK2vcqYR4vJ6SfF/R6kPUwn2GDd7NddAbMyMOb0c6Vm2uR6sG0Nyo18IcsMSvFI2FdaytQldqpCC7jLm1x5AySvoBePjBychrlKlV3rI9fUF6baarxBsVLIcl6ASIK7FVzWvUO+MNHDcsrG7Vql7gxWRSC9s+S7+iLF3/wAxFxblSLr7ZSo0tf1C5ojKFKS4IQLazdAPGL3YrpO0PqOXlJBwakJSXc1vjVyuUh51SvJfXCEXUx3PQZSNIBUdSaKjqKqipVXklQ+FiL7BH0QuRKrvvdFz9bfZVcBqUglK6fwhXCUjRnvYSkvayv3B6kZqXT9QTMTbKVDNaNl+ocnOsTt4JZMoKpK3oEGptLNfi5gvLNVsldfqE75mqlrALxJeQcyeejaoOklakrWIe0OnakGj0EVVVWVjjpdCM5SU0c3LDro7IqojdMkpLNfpA0TC9dSUK2qc2y1wiHK8eweNPuwRw0VVASjSUNicnSapDX371LehoynILrIVPE+SCN6mqlayvaDUy6qqtqFtMmlJf7C8JuUkmbBKLZqFOP7XQ6XRBVzL8a9TplZuu6PUI5lD6X0aeB8v6xZTOv0fSPjQ/ZvvG8A5lRtKeNr9MbMxpNLlR2N+DiX0dDbOAyKukNLb0xZfqBEabm2SX5B0jPpNjWpBWaKUjKqhY0OqqHTRGUOiCIuRcikkl2xfAwknAWRTDymRJprWovSApIKgopuVAyGZZAw8Y83tissRYco2QsEYjD4KoieGu2LoEshlMoTMb4g0EFdSghu1lVAQkQEwS8UFblIcrigkNapxVJKuHNI0kk1GnUg7VdV+3rAUXGJKeOhK5b7KVATtrKSsg9i2AjtLfe7U+YdvwKjT3jKaEzxgrjysTb9Q3B02la/XAFyzYQcBspPRpi7VVLsCKLmVna9Q/RGxuWAUO2Ym4FIPAijapd2OiF1JUdNSm9EN2jNXElc/rBtI0fKajml0yOm/JzV61lb1ohPFK13sn0GzUjC1PNVqbYSRRSxNP68OAUwsCnmXtCyu50hB3K14BUeb0BSt/lD1EomSvJb1lgJwbt9oSMqKjHV1whcTSfgHLmuPUyfyFc616fq84KhGy7egbS82GAr2LAYzuPYiVZX/ALD8XCPQNNqJAdSEr0/kLm5JuuSHVxMGIxla3/2GTKb6L0iTfhr9QFct7XjjNit5EDKCtU/isQgwpHetfWKin14vMMN28EIWojFUXQJN3r9vIILN+xjkArIVrRGbvqoxFXIyBTCKs06XR5gU3a9j8g3g39nkzWvT9W2DEdAVEbal4OsM26CX6w+YEsitsh/oGiCCXf8AhFaaUrXCJEMqlXV9oMmHGuoJrqiyCoCOvZZ33jMVEun8toUvFCvqDlTys7kfPgHq9lxNdoBwXyPxbX1GDq71N09b4KmScdhUXaSQlB4F6q4xBxNr8cgb5AwHySuRx8ggLIVL0AkaOUvY9YYJOu5tiPL6ZTOni9TgXmLqbACmxbUgCKryuvUDWznIE4ejxeQOT1WSNlolEbMzR7Y1yh3FlNGzNFbIehxrA8ic3L5BaaaX+gthG+KSLb7x8na84sSPyQvBxI67k71ra9ovSHh6EJqpBZGPY+QcCd6MwzQkTbGK3JZfSE813wGFdRE0bWUkM1fG6IwaPJCEPFfmCMnjIpUgK1Ti88Jv8QPGHsa4AKrQN92DraYXuAyUgkqFqsbXXW8FDHqBVj2WdEYHtePiiNXU2HzCJFOVyxgclXTGbdYNmigRto2pNMOEjdgYT+g4o9M5URLN5UZtUgyD8SyELwynH0BUSP6RMprWVoAjIsKaytUuyJFikKoexoDJ+V/IBgRZGy7AITikBIK+K7Qsra1QoV3CYG749WiIlj3BAudOHiB/otMqMRPKFMFRJL/KMDYTE9kJpKyqgHL/ANgvrcw14jxV9wo6gjA2QIENNGY7QRMEi+v40eia1FUDWolXDNhsuKcTKoBon3oSL9QEFBpFRIzj0wBA/CPGVAKBR1poq2RKFFePKis6gw0Z/Qcm+3oHN6YVS30a+ZUYKsrKsgqVG9yUTc06bDBOm5u+jREnKuaF8HqoGBT3DoLSmpW+hw3pyaOXFpFVLfQchTSo1DLkPkcp8iViesTip4rhEb+R5fyGFIBL+zi8WTKYSiUYhG//ABGSGGZSD6tmz3PNJvHIcbmzQSSSskqnHGj0M+lVLXLGxmplKUe19ofHfyKnLkaPr/4zCPHo2NB1ap5HzG1USf4Ry+iqXSVdfjrDcS0ylKJkekPNhx4TPT5ORThTNkpSkEkkuwOY3U0ll9PzhhSdPTa9rkcQ18aLdI7VVr2o6YQy7nDJV2OeXaLTUjysfvDgd17e1P0x2y6Aiqtkl3ByO7Fvvqo9n0sHE8/nd7OXKJ6+8ZJAWPtP0/IB0jJemPT7kQli/wBiqzUuOOq3L3RJP0uIfS4RyIxQfRVJKsHRFUle2GhIjy8amj6Fox3KqDZGr3Im+0OX3PU8k/aktRuFG0hKBnA5HDE36/Nak8g29lTqqTAjVJXR8o5yzdzWvm+g2Bo5siDj5OIXPLSNoWRSftQooD7hSkrITy/WGVFK70BKdo5VJVB+kliadTBHnEXDEpxS8G5JkVV4+u6KXKas3sCiiX/3Uk0edulVVbJWoQKO+kRtGSqrpeUlXtYA17Re+ysTp8Iso9eU/WSy697H14BsyzHZSVl/EI4WWhPW+xo56OspSvxBJSiStFqkVSxyHxTjcnbFVJI/sfULX9E7KanS1NER0Op+RM3Wm1FfY3Ackoklnah64BbElWUrINV5xXEqSSp1XStTiVzQhh6tsaKG+bs2GDHZSVlid4UHYKsGqmysjKrbnnFtE0zRaqpLXS9wKuvfNfsY8rTxOfnDVGSMrhLRpqF0irVU6TBqc+P5A/Yu3StSa1y/LV8o1ijqPm9vXCNiYzUlZQVtx7HQ4xkrNnaL2UroDV6aeJUWrK73OGSi+xUjqyj1MI057sqlHVqrX1wCq5KRDDY7QpNJ0qSUrl6Jg3ScWUqUQ4XUZc2lnVcfE5sWPAMKF2KrKSrk+nOFcyiknaobxQSVSPoHEmjfvn6YsbKb6rj7QMpR41otrsrjkDQk5EJ8bTs1m61KyIklia/mNbo6jXTpXNZHu5ucHUldFs9WyyNDzg2iHKSWdVqVxSTryPxAKrCUqT7riAhsXLsv1B+m1mqzcslTEq8wMaMLKbKHPyP/ABKpuOxFBBJVLiCcSumtqljkya4NUbZyVx9bwgnNlSv2C7igqSkRYGmqypuu6GaKKWOlNUOF6CCWyjpK+z7wfsBVLfcQ+MQX4Xn0sXkTijVLsqUatfuCWPXyy/Qak0eSlZSTXhysODyja7qaMmujuuPk9K9tjXGtGKzbJKuSvjV/cOhvHpRCEApMiSvcLj+fcBKRUkqkpXoCtRtKqJJJYnRBrVu1VzugOdyvuXW9IsTRdTeh2sIOI4VS+6qpYnS12xNFNKVxD/ELDt3WdyyVhv6E3e0UtUVce1r9E+iCUFZVlKJXweYW0e3Szs3hxOL1hHdTSzpJ/sVqloZ3a2x1QVolyVJ0V3R0uqk6lJNam1j1sIURpTZVSyyOOK4RdOq83v1je4VoR2Krmq/uDe5EpHjwjQ0Tc2pNDvecOkzzc0rXJoGS+fMEabfZ/iz+rqE5b9grZZHFqxvF8gK5XdEZcZsbqCqqRHSWfQLVxTZXkFCV1LqUdJ1kHxDkPo8IEYUwkqrKVxFONtYRKlKLdOvvTVIlfTq7RufrF8skIulhVHn/APiq2B9Hi4doMXRElUibFVJj9Iaewdq0W6tdM9erh2obgerlSVS2ewV6Ry8XqCSccaDBSjK7GyDZWbKV/IbIyONPoymklajVXL4w2Wj3SSqvfj+48j1Hpq6ls9Lg5/8ALuOlEZudriuC8roBiiaakQKnyKvAONPE6nbLnjhJVLNY/HGtuklVVengDQxFZWt8eSbTc7/LgFlyRxEcKE0JqVTWIsgorNJa5fk8gewoZLOq/IRMzSSzSRAimvAZJ0A1sgGoqAM5LWyB7JgqDOWhYkXK0q1COL+1tQ8pFkrKtccauoS11vinEljYOR7rwbM0gqqkIrl9gUM3iSSVrrEV0osrvWn0hFueQ6qqQppl7vs3gxAlgdVWpkVAM+VVVdSuIeOMDqMKrNIqrjkFfjEXu9jmi2ys3iAp9ySv5DKCwsWlY6Xcx/ePO5OpnfxRxjoVpuEks7oYhAppZ0qrZJAh+krrwito0m11RbjxjGyfJc5UhnciirNmqzK5D4uNlbQ6izskiK+wNAoE+xXRLLLG+tjJKpcoOTkds6YKS0ReuBQyfWtqr7QhSKoEaIjhgspbOp1GIZSdIzUj6xC1O1En7dWbN4gynDfchPsjqdR0c/2xY4gkkqF9ImS2LNV7PrF1KucvICN+4lNTqq8QPDiykicufpo0m6ukkkle/wDsFNG0klNtVcfK+nrGsXY00rso9rwBbQ1LKzSa7g+p9LxY8Z896mWU7O0MniSuaV+WENEKRlenAc+oh4riKzRs7dyL449zmaNwYvlVVehWGz0ab0xpVEQ330xt1GPUg/TFWQf2bjR3jc4G5DjWWtIpYnthi3e/PJBU8TOBsEHNlai5NQI03gLnwlX5o1ryK47GVbmE4K70AiLi8pxrDiGJxVFxYAGt40FpRBTF6S+y4RcmQVlJyQvKoB8g68l6QDpSk0mu+gd/SkoadStKKqq/GKwhYrnjotf0lspUebtssDs0ptqGqZRdIl/ZQcgCVSDJRMDHgEeIF3EjlpNzoBct96lB64SAx24jOy8IGtOGmvWFzhr4obWq0SzoAWaKqjINUImbWUroCdKoymoet6MEKVZWVqOHkWzrh1Ro41dGlKVsq+Po1QqRQV7muEbfS7D70ft+iKCUVN3rhrA+5YvtuPY1mLbIlJCszPsa8HONqVoaUMEoqytUvoMaKbNFcJeKAhoK8lrwdQ3ZeiZuvzC17QyqX6Sil+A95GsKxEJiuPakBjpp2ye8K1rIZM1yCoFsrXuC5mhl8QBkV8b2CcwuSWsj5fcDQYw4IZLUoDVWmgeurvuIoMxjvoaRviQcJKzddoCnil3wdXSVS19wHVLruBMDOX0QaGByrKakBUDJJBik7SSV83uGsVtoWGo21mygezbC855uvmFMF0t6BbGildF6aKXJCV9JKy6eKBSL2o8uol0xjF0X3JVxgzqy1vAJVSy1xfrgFc35FKGFn2GB3KX8xEqu+6ACKqqqMkPKzvwiiYqeg5J0kqJGV5IL4KSu/wDMWlMrjpdCp2RQ1lxHCW+9/rGTntRRAgyWNqDdib/IPQMlvVcM0oq8qFCB5VTpg1BQV/ZKX6GcVktfeJIu7XQ15wv2RhlCmbah0LJKjaWdOSt9yPMNjYU7r6xzsi3Kqgpq9VSVzvYDKcSLgpHUm1J5AYJv5uaqYg5u2plVWyVxA2QprxvfKKLEhh3N6I79P1AtNUaShS/ja4Pa01N6G1i84170DHHTNuS/xV/wicyHJDX29KR5X2gYlSaSqQdMV1HsNTWowUoGI8S6ZPcLzrckCFEbVXuCtUvJYg9e8bHjiBoq52zAfUBT/wAgdVNKVahY5IGKhgAvCyAaCv0A1uYUkIrNzoviYVwKlmgUxZdWwxvANW8VQqblyAzbgi1+QyTh/uWoM2vOKUIemLL6u+hR3TPQPa4ROHKiETb7x8kTKYF/YfjslEuvWMFjZWtoIxj4368wwc2tUBA5JLuWxPyQsha1BUUviu2JlNZfAN1Af2GQKl3xGKgoSVVSteP7hgx7Xt6Q2HmzZLsiakRiCmRr5xlTkhXAsrp93XAGT0Z3Zekrai1NRUClKJl5UYybDSjBTJCkp/8A6zicDckMai6BxKxFJxkxsgINeiZjDKffFJ4jxTjGCDGyBCaKInETGGGdhET+2MRPKFEVRXsgHchv6CDG12x4hBXBTIF6avJANDQ2TITL18wsTiIp2osNEHuhl9kYx74nAwjGG6IlgBjEVfs+aYmlfBrwjBya/QRiaV6UO8LFS9ffEaIN5GUb+9CUI+gIQsqgze9ABoJ6crN/xiTqktawxxNfKIVP41Rzc3pIcyujs9P6yfEsbKmtMKpK50/ZrRvBrC6d0qlncsKlWKSvbHoM0vQ945X/ABkJHX/ucqqwpW6BXHSAT6mlVUpSuvyEjM5tqqBHdHzf5YAj/jkMv5PVM1ymHSSX6r/vHM7pjJK+uuOp0jQ83OpaA1Cl7lVVd6D8fp8Cz9TCfc4XSydr+kLSl1wjo9MXFOpp1ZQ1N7c0/SVzQvFeAxlCxNW5hCKiu9ApZg6SzqQoMgDhiMNrnaeVot0TiDr1EUok/SIqlkafCOEwKNouNuiVotXYqqtge96w6n4J8nFmrid1YPt6G00U+mpShzlg72VUVSyKo2Kh3spX9QScOk83cJUdOopaUqRUbAutspr279UaRRdJTfwDZ2C29ZA5JwyB8CbRxKSXSV0BCj2jqlHVlXkcbbFb9krspCUrnx0ygqHYUXRcrlCY2Lu7e2JOO9HVCakJaVotKhmrV0lxMf5hnc69SfpWVQ+iIUtBVVqdrl7dUKLi3ewHR2CuJUNpjYxKLehzTLCa6svQ3AJChZTU6uRp8w2wyFlNlZYWOjKq2Qm4RaAl3OVUk1+y351ssh9Pcv8ANEB0dc0k6VO6dY9fHKQ/yHQLomCUoiUomOaGJ5PqAi0alvWJrtCTW6LcbrYkktUs01J6OSFdImSdOiJJV8cmQNjcNNiqytD6hXSdHKpKkfpJHxMX8xGMO7LPkKmFFqpJTZWvBeBtGJ7KVOqriVOj8gzqJK0WhxKmiKW7XfUg1+DX9Fzkmymp0pvRqft7hrEqV20OiN1apSqkpKvphBT5Ukn5LLP5fBfAq1QE6dEWj9VVKar3QxK2SlTVcs/zCpqz+9Em/DEP28OVyAU2MkUtTbFVlSsQntBFdrFV0qRJJLEISJ6nyG3HSlKkV/a9fCu6Jhsp0R0lkZHnBzfgT8jRqJo/ISVSx+lo+cNSMJtkqlUE1EZTqVj+jAP6LLKrzUvcDWSKNYsDYTUs1kJ9LXbDlFVJWyV08bzbgAeElWqWsBJlNVtcgGgylSsJdNZVfpioiMpK1S74vpyk2tFsJqtufQKX8xoz+7SmVc0kQhNDFD3FIkk5bRuKqcrNZeli4QJS1NK0XRZ1UqkzidfMNcoam37pX71XDmkG6TqizpSsc5AOOCbuxpppGjvKXfulZs3TrdmMQUxW9P5ghmylfdVcQ+nW4ActRUpKbK6OJrth3b0u4YNPsVIlV9MXpxldMlbJGaMRlKk2ekeQTpXo3xcqRLZR1UsQmiJycjKmwgqc2oqlUPt16+35gzK2SlWXEr1K2C/zhY2gkkla5fH3QYhHekleE+PwBo0O86pGaQM1asNlK2B/iGjPniT91NldDzDaLrElXTCymYh6+SNL2Iqkl0x0942csYPIuKnNV0yJ5ePgw7e3EeM3S2VK79atgv8AWPJQVVVlK6GLkhlBqkkkTTJo8ITJRLbsyggrKssQ4YkirmlccmWfF5tq+KEXAKlTUuP0Sa4QmTBryVJ0Qk6SmtVSTz6JsEeuEY4IjzZd01rpKpV9dsYgeU6JNDIx0nSVrj+8VhN2TktWDbHSpRqdLEn1cWuXJ8wRMqY+y352qqWlVPXNg4MHMHKzDYCs1JX9gspgrVWo62Lj1qpi9e6OnO2TXUWOHaU0iqWIgveKfxcdzyRiH1CPZSpGCuQe/UNxefqCFuxayiNbTHLkYL1+PPzbgfsm7Vg1mqzMTXbBwcnrsHXk2ZvS6rCypTHTySKk94bKO0lUpqQ1dtdDQNKNTsFcvR6+ED0VSFqdq6xD1qhDbcDQ5hw+p9FnuB1+l9XgqkbEV+lqUR2ba9ADokm2XS8gvVo/IHkT45cWpnoxnntBxKTS5U5+2JKKpOs0rUOE0WLoEt1Ni53WInnh8SuGSC9j/wAxek+Sa52X6ha2VSVSCmmCKypqSpMoPF59yVYKyNJ0wkqlKSVJuhMUmylTgVYjpJXNEBrKVK7ZB0xhLjjo5XNTlZUdvKslRYsRVJK1yAQodqklxzihV1vXsAxbfceUVHZrLlorsqakrU+gYsYyt9ywQsnN7YpgX0xpLKIIyGZiWVl3z1vXARi6lK9Pj67oDgvKFLpJXO8ccq470db5KiN4pJK1BZFmlKsgkZLOkuwHsXKWxRzNOLxOlTuAvSMqk6Ja1PUN9ohVVVqQc7LNVfk4mHzDpFEpSmtl6Q5uVO6LQeiukLUFUeikklmuALKUirNzoIaPLIS+Mij6lbKqSVlKgE7rXXdBjkk21/cJHxpSvQPreFU82RekAPTbKVlJVAlp88pgfT2wzJCarNyAtukT+4HV/baHdwS6kjl5YadHzxdXav5WhW0QTRCKSVRWV7IjdQrKfze4cDs3GtYfT8Pxo8OcUb5RxklbL9xtVHmsrXI9Y0ShVd9yD+sPCUykkl8W0Og5WvBvDV6kklKm5fyDFpSsr+N8aCjTCqudVDFN/wBzpVhJ9Qri6OmMKasv394ZoUrNqJJfEOXI0t40PGNKq8r3TesJ+QNvudOa0iGCL9JW1HPWtM2octKTSVDCuSZuyD3xoPauBqLekeSDds7m1BjJGyonmg5CITIKpSgeR140YOFjK/K7gWvaSlZpUCO6UCVw6mq8cWgiM3Wi526VVshQi1tSTQQ3bgwqMoVJkUk5VQEVecRhC8PQjfGyMZOBjbQtNEVGOEb6qGooMTsCqMPFaxBAgeIDQ1gC6QtQo8FIohi3ba84i2PBeRSRhK9YT04SyG3rllWo1OnFZtkNDjyC+fBHOXjOa6OKY2VdXQqw1iNlXZJBU8a5coCXEg8fqHISOXff4gGNSeR0MoTesFUuOFi1HKhfaiV9walfpK71iCpwklj/AO2Vz/kF6ZVUqiUoei59vo5Ik+PEeE/sBf0TyXEydsIHdHSt6G7NiqqgakWNlx+jgE+rIo15RzxVqriK6et68MkIqGz1LL7YETR330ukKwTBki4jblcTaFCiMpWy9sMCxSlWv8QEuolvSpxQLdlBvFa8wHOr2PRwi5Q/K44ohG8BZNr6KjLWolBfIsu+MHRtQOshahRvkGweWudFhVOSx9sK080px6wZt7Wva1O6HC9IlBTWqB3K9qGKjWyzoAcNu/8AhASAljErmTfXU4PzGa+QBzNlUks6JQPa9jo+sOZ6JFhrrtdYuShliZPGiKrZXXACmTq0TjCbmvbGEi9vtn/IXIJcqljgs6E1LphkwfEqSzXdxeoXJoWoki29gEHTlJStb0RRv6NvyQTPKssTJqC6/K6ZO0KzckMRUm63g0ZvyFoyZbOWX7cHWMJuJW+4+gTiwFEIKqjMYcllk4+iDl4J/thEHO9Su2JIrSlTzdecCQW9AYSV9AmmHj1Cyxl2GyLq1zR8fyYOGAYouZW+hEgukDUFFfaFot9mSfH5Q7TeqgqFIygqSst9GZiXfDWK+P7H6FMylfwl2w0QpmaNIWU8bl8QEJO5Wa/MMmc8+I6GjSk3sdqAaI0nkJQHOmj3fZoao0qqlvob5Oiagb2R/r1CU3fZvANSQptLOzQaSk5u+jbDQ7OYAL/BxBWV+kqIquEhrJpA0I+wMEOkJKR7HoiuEd6GsNBjePigzbmsgpQMqlZY9QNW5uSDNCJB5RbCbmvi+QFSNN320+YKrK9DE1iM+kYkcqudGIWVTiCdTlVRCtyQCaCyJo31Rgxf0/UWHTstfIIGj3wWwV9kyxVFsIeNr/h5hWSCXKnHk45YCG7oIgaytdeCA9GErfRGvrxdYCuMb4UFrueiVWUPRPyX5Xt0ZrK44ySIa/ACRVPFCyBLIUpw5UTIsrjpAjXEvLtDKcb2aFJITfTFhSK8rrzAMJIiuWLr01ID4eSE4d8gFCpFpI70IqQGIwvCNoAMvopOorqbdEYqq8lnBJaM3XdFJ468UYRSfYnA3K6wh9RVf7idf1isqtra/wAhit/PmDIpYQkqLiqpJV+mFsFxNNyliWQDY15dhqisqkCp0eAJ4ud9FpXHYDDWuwwjHcGIHAWyewPQc2vQE2xqPn+ML/8AIYLnbXEGSkm5qpU9YhCCqtQTIdicfFDMTTd6tNPrHoH5UQhZfiGH/wCR6t8hI0fTyRGEbLNa9YySOWNSJy+ROEeVHjE30YgQebk8br1A6+xv0kTrzfxDBkfFdPmEk42tliH0ybYsvyhrp6EayQNIywA7o9rmleOGpzanEDp5vj6XyvBa2PH7NZcXOpK9j6hC+uIaq17LIvjfTp68UDLJb7l6FQIobK+7M5NSPg/SVr2ROhijW33g+8UO5GbWWhj+zzAFRilvvwgSLLmkfPNI3BOkq6qQQOrnnTX/AGH0e9ohJXev3GvUpco1VrykvZgEdyOiHMznVxt0SrWowdK4+SX3jpLN7a9sak+uSSSmWWQXR27+4DqGUdNbJVLIxMobHQk3ls6JRr+VU1wDc6FpJLXmHKkFZWd/IbJQ1KZFqIziIzpbp0ls9rKVxCXusbgzpvehy5Gk0tlIK5ZMGITW+Nmi5VVSJK074h7Ysemze0vvSU0a/SxPsumUHTWzIoeFfzgmjXspJO14BbTbf7UanlcxymHO1srku5uKSk1gSarlgR1DYqVljjXaApZVVIjVXeMQ+MHCy82oklpidF4y8CtVJV+/Qmq8IdkoVJKpNS0hJxQirDYr9VXudY2JBLZSXcrAJbHjJo091RaSqspVIUr0T9wlKpcJCbuAbauwsgrdxlWSSvb6wHx7oZNXZz9o0dNVTsFUsjIDZk2SzX4t0WUqlaoP+lVMfDtREKTcNWqU2bU2wkkoaK/ItNBJIePcylTKUpXLyim4oCZUtsrNNTn4mL8wwRpl0kqT7qcgEFERxl3Ed0cFbnEuOcmITdGsEpqnlVbVWp2Ch5di/VpR1KS0PpugNiylJWqWPUhjhZyUEXh22YSpqmUqirq3JXxS+XCNnbuknTXNVK5AnQbpBjSC+wKLP2NfKJwk6yKPjhJV5NOp+nJTrYrXQyz4NvgFrJdVJIiqro+OXrArS51J06tVah8vH8sRsbSh0kqk2X+wb3MtRNhS2XtpqvjyeYNUWiU2ySqAZhR6TW1SV04aUfKH6Stlmu/zBVOedCyhHDXc1e65jNkq4+7l894amZk12URJVUlfR4L4bXcXTKqqnothkVqvPfGuUazdKq2tc+1WPz83MKNoEFKtmxM6Dte7EwaFYqtalqTJ8vULGCFlnah+kCVT70r6ZOEQU7fco41GzW7rIbFqP9i458TF4Oca4nTr+V/ddgu4OgXQ0T9qUMSUrjkN5TcMBpZaASmyla5CDqjMhGtmaNfOlVZSqpKmXjc4amXSSSOlK7G6FxaMSSV08TJByc1VLQr18bg6gMnZZpYh7KLV0lnSE7e2DmrdrKJxMsLU0MjjnEypqpb784dQOe6Er6BbtqXVYJbFSSyyZY0cjpXHSVV9m9hG73SMFX7VBVWvkxLXq7nkGoKMkkt9IcdSbJccvtGUEVc7N74bMXCqv3VVLI1vwATdrNssfXCGSacpLiVPOJ8jyHkN06MS5UlfAJ1dgK2WOTT6gCZzkdnQBTKOys72xGLvuFxa2gmQ1dKylUqh9A5AO7QVYdPpg1FurNlJYhCY/Dhjt4QHTzp0wSIlnK545fUOmDyOed9hPT5X81CVxY1qnDgCtRJ/NIl9BS8dP1VSZevCInVsuOc4pKeI7jiFQeOmro6WXU4+EN6Ip5LNK2HQVwkNH5BO2NkTUsfDw3/OC9hbKzUs+lz3xockv+gSgpDV5QauO6ovEJppVr+GPBEL29MbFdbFdJYmnw+cYYUk6ouyVrnr6BtrAGqpKLp5roIL9n57gspiYqOmGpU86SSIqklPQ4xdsvNHqGxUbdA1f1EptQ45s3dP6GdSkkq6HF99+AdxTmpfbNFpaVqltYd2MOaAnzcMeZbG4+R8LtHRSryhrNOPJXxC+h6WmpbFdaeQfdL5ABTrR1jpam6h5L/j5Qla7HpQ9cpLYCzp/t9CuGBacVVS/Yac5TVSV12xNBdVXNC0PTkffNncOksTjiCy9kTjgNkjak4+ljeu8NgTo3ektfyDdMVsTql4EZ3KvfDJg0VVtVRIlFfepQeMmm9K6A5PUci4vidfp+CU3vsL3LSUlN4+uEIlSKpKjeHDb+PG5gjeMptf9/XzCXHz5LZfl442hMjaqh5ISlTehkhes0SSFCjtWbmtdwavdloSTUNsuWlTc0LUyzbLjhciVVXoDYKHa5E3nEOaOGy/FP3YkmFFSlZqo3JpFLYtkNafxVapZ0eoqlN6/Ic3Jxv5s6VKHxGzhCaqLU2ySSWu6JoRmqi12qlK7HzEYrLZRvpFT1xKGtvnU1U6Soa0nGyPoDUHZ1Ule/li6Jd1sds4JY7rEGv3YLf+LOkkDkjqytfOALoUlXTU4rxLGabJcz6NHzxdUv8Af+hX426F1HueV7QY3eMNiqzUtMaQ3eK5rIH1/AujKz56c+uqOhtqYSSSzolGlpo0Yr7lVfZBadKq776W1gDMV6OhNKTSSSzuXo8WN8FpU5NVlTRzlGnElbKbiccM2lJ76JWJLj+jpjSksi1DJo/V5XTHO2tL5FqcPWFJb7x8nGA+JOVrub8yphLXbL5xsVH0xkDnjV7rzhm3pTfZuR7wsmjKGjqrKkpo2CjH45RRdPJJJWqoftrqEkt9qBRX0nUCUlKGD0yOeJ3SzbLj6QasXaqtQU41lIRzRspXSqoZNEAuYQlVNPSDdAyQ6F0knENbxlCyJu+BSq/oHouf1Aue9C0EG2xgxhRFQeOoBvyAuPGyFMdsegfIHoxvhbKoxEokRMZIUFpIgWNgeaNQerKSS0BTWSSCelaU3oZLJ2CTpEKYpCVmhr6iWylRaaOyun2AwatrIXIf2InLPepVTvBGq1VVVlDdHTYLFmSQVjps1Faj+VC52w8V+43VVl2+iBHDEToyvwaGu0+fnAa7dL2v2G3uqOlV1QsVY+n2bwjMtCf2L6LYWtqPUozlJHm+zth/R7K1IkK6eZKyj+Ug5nLGR2QbxOZuipTT9sLzE+PQDl41Vx8vL5vOBdhClonUhSYyoCiT0xsB6Nten5QKvRuvPwBtBRr0xWb7ItKcFKMFUlTzUva+W4IFbygDOjxU/FZApURSBC51UgHF1N4nQ6QNG0+xGLSarZJfQM2RJX8QIi4BBntrr5BpPsMk7DzLJb7rEL3RUvb9wr2ThmzfoMGW8Vruh2kBcllBkcsRKhkWVc/qvcAKhNlYRitKAC2loJbN/FY+AFKIfr3cPUBmjwEFc5f5DZGiQLCV6YIKpNASq1lmvqIbJFEK0MjxSSSlTRAxvQygIk4m9vtAmB0vT9waNRdeRJKy05LLpis5PTHjLKqq5o9TBj84qU29b/kFakZfdEiQS15xhRXdSGSKAddObmlUycb6AtWDsZgbkscRNyo8iZXp1OgCUE0lUj5fZGrdmqJW2PZcT1dYZpn33oc14B7HlCcIpSpotmvAm4hxXHwZIuIsl7AUnPZTdTdQyR5432cILf0SrLbDNlZuy4evyC1FwFBnev7AlFSbZcfS/cO59ibHiC9kQFwcSqmmFKE1Kp8AKIpyqvdKDfUahgV0Lk36qVkkFcFBUZxyWJi1g2dCYqRszWl/TBUKUS5X9xoyb+178KwPI7V3rvbQIPb2zbEaRtQcgdJXid4aci+V/wBg4YOpu+1OINIk+P6Nnbn1+oZNo2oQtVdeMHCCvJDZE33GaUMjQBl+yvAFMwvmTbIOCISU+QJVdeYQIX0MNXzDFVVL9ZtwIl1D3Sskcorv2vYIMpQldsZLEGusT5ETHE4HV91cotl2XcqishO+Cg0y8vyEVI+KyxmBRJcqsrXa8gXEL8oHTzowaF5UXSvQGFI8lr5A4lYowWItKbsAcsPQ6ItJEK4jIshEWFN7ApgrrV+YzEv+3nBoOyZYXlRMpuVVGYwV7YlA1kCaiVX2BWY3jfawjBTcrr1is0d6xBjMgcw9GUr+oVKTRIsN6/D6gGDjQMeM3O90UmV7gtcEVS1wAY38xn+jNbJljl/7e4QrjBjb1xx4/thRktE4RyBkzgUTJQyZSyte6NkNrsgginjRmbyugAorCZT/AMBsTWjjdabXEYR8VpDNbmHiQ/mFIxcrZGMLLjiRS6mHk4jJjSs19QtlF1GKtkfIxNdoWGj4rRgPQk4gyaPitdzCANhjs9flCRj9gRMJBB0yJZU0W17UVy+oYgolEFE0X3rLWArW8vzGYqCENs+sAxnDyRiSyA6xUpR0sSpg674IjFX/AEGFoTQvcN5dhcul3MStilAyiYZGJZYQOrBX9BAbDV6FBkwvXSV/SHSqe+5GPUAi6YnQ8J33EizdJXOpdML3dFpZ0PVUOV9n5gZRLvy/cErZZC5JFJVKVvnZAsDbFVJ26oYGKIqJ7KstMaQckMWlI2SCUr5bo3yjqRsiK6fqHKDGdMFdM42egKXsuOJTWKClE6pRbm1GzNXmQkOaUfS9qQbNRtITRzz413NHvobUib7LVPoT8YvXwDbbjKHVlEpl/jnOSvU4o0ymXSSuwklePA42lrdErKI1SxCCLhkPB1djynnKqqR0kccGXDH2e1Uaq45yHxhrrBdV06P5Qdc1SP2NdGRLII6vecClEaM9nQHdGJJNRri1GtUrXjjeHUZqVrxBqFMHSGZRT3Qqd0OwftTtZpMe9wYt4c4WuddP350nWOggeqTG4I+6O2Nye0m6atT6ej543gWxQ2KkSUlwHP1x2xz8hRSZrpElWtkklUqdHyAiLdVVqfsBpTTZVK1S0xWyQspvxCTRe3ZotGUbNfuknXH9GHlDF/R7WUTYuXkn+QOfsUmr8jpVXLy+sNoM0lWpFUhN3J4lU8ls1NpRkpVObreDGkKN2VRa6UrHqRqhsZFLufMUKE32b9AMWuxtRNDbNlXTXpoYptzaBqR1Ut66OTDd5wQqVJrT0qbiOjZO1C/rfDGkGqU2UliEwV+Ab4sdyUo2VMWzpJKal9RcmrnOPh9wKbMkkqkpWv8AUWos0pvY0+cOSOdOqKtV1VcuvE/n4QdR5WqSR1fYwB/SrVJJ+fx5MTrCpvRTpXOpSyE84k3ctla6CxsV0ragxFPYtSar3dy+D0pUoiWxcQmlxgKZJVVWaklpwDYxYE3GI6bGS2LNlEqExT1cEBzi6mn2qTr/AMW1xMNfr5hutIHV2AuklxI6PMOaO6HVSqTcch/fuirn0pCLFysFa0tTKrok1WoQ58khdwbIihsq1y+iUAMaL32bU2sQ/BeDlkkrNsksjz+QSbnZZV2C4SmqRElUqh+yGTZCalNSVx+zgEC7KVSJspLQ4oIbsLL7qrL6G4KRl9onPj/YkutWVa0MeVj1zRL5Y4BzEyDqbvhz1tbw6/dDR6Tqhl8shCY+TujQ276i80rl5BKnlHVkTilHQuZmVVStcQ/lDdioqlZJY/aw1hJIrB1asFSHr5ZD822CGFB/+0kr3NzCIzDD9oKqpKpEsu2GCEEsRql9NoWp0WkkIHZyt679YCLsabVdIckRKVNV7fmHO7q7pX790dLIIgaJSHJtjfUk1Us7mD6ZfnwDRaXbsEnR0tOtX8kd2+OrjliiN72KGiLqVNm+n8geyUmpSlcTHxD7t/aF6SSW9K1/eD2DBJWvp9Iu2IuTW2VzUl2MpskpWscAyVo6zrWpiA5Fg6a2uWnoYvyBbEqW+4nHKM5Gk8RfCCTpX7+kevxt0XGomV/a4+kfbv3gW5b2tlkChJFVJW1V0+NejeFI2Ra3QMqRJ+rsV1XQPx+cXobKouyyznJGocpsr9xl8u1apHdKpHPIJXrkLf8AP7gmWplJ+lmj1yY5DkNeiUdq5MFTIT4+ocJUd/7TXEPlmKfb/YFL00qklsV0lXJom2qoUMqfdSiJTanGObCHRmqT9Ik3EP6jc/lDKpDOIKk1av0vvSvf9wBWoZVgrZVFydDaFrpq6a71YVQNRbpXNKusjROIzipFIT0rNroRrkTRtqDNLNJaGuAalR75KUSVl8Tcv8N8bSxdK6+4eN6ni5IM9X03JD8i1VmkLmDDLEZtqHDaCQ82alLuegnFK0K3yNkfXdGurQVm67Q2ilGyqteUEajZWaeyHTBRhDZzS6mK12aqvq0hWWhtd3nGxNm6SVTTGXUUpWvAMuXF6C+LL5M1iDXI+HcB7R2klU0x5yRJUL3Rdi1JQjO5yKx/8S0bFWSdCCFH2oroyKqqRA8bpjk5VNujqgoS2QQUlfyFTx6CHxUkktAI1lJoMYYdifJ1aB3zga2tGara85+GIdUiaUNfUV16xW7QuEsdhTaM2yGKQTsj2WWLWaSqoveFsjivG+tEeV9GzgnhDo6bXshxh5ZKqDvvhHbZfYreccEpMtqftx70ODqgPrfSdUDwJrrBCvfFDMHe+pCg8Bc2THT8he3yCEFptSaDCUhK/wBwDEv6BQoryQm44hXUbQwpTNjZmVL71kbQ5kg/5LmDtpS36wupE+RUdKRplXlQeSnN6VVGj0e+S5WuGaS038IWcBDbSUwryvaMGTWm1Vd9xBpaS/cDdgol2xOsQf0dJoN1a2uQQb1Rj5IcjYUlKG00ZTHxgr7JuLOtMqR7mLohok/shzpnSyUrOh0zpfxv1GUxL3vsbrBf590WpvBrSVJpK1AWi7SGD/Q8KqLK3WFTVxNtQekvNAbNhHuFkN8hanEVJFF5IAhL0SJalBKp5SQGUcpJBc8pQGCDKWj1I0rZfqCJSa6VHjK7KVlBq2Z2QvWBEpYtJQPgXgEiklDMYA5fZP5dig5ZqoiZC1BNQeNAByU12CtC87bxX7ANwz+HjB3CF4UHIkAhzV3zCaFkaNtenhG5qtElf5ClKh7XTE+TqHhQpaMJSVqljgKlGyWONmdI7FSGrUm4y5Q5lxZnQ+RQqzUndFJBcrRqSW9DaIo+K6YVvi5aUrLDf6dxN/qFLsa6dokJwoxJXXJiIu45YG2dK4/+3WM45LEKnDyRdUWkra6+UK3lG5cpL2QzUeeN4fWIQXsun2gjWAzeRqb5gqlvvcChZqqlUHQHDOalmiBHSFHJb73Ro8kjQia0U1lp9D8xIh1bOUkLl26quas5fSEmzXWsHoLMQSV9PqiKzkDkzdKVK9kBGbq77icTFGo1IDiX/QTPNlfuCIJDJkvgyvkCguDXkCMr43s1TbomV4lvvZ8sIbcR5yjKsgAoVXevhBNGIxTXV6Ha3QSjmpQVtCK53H+Q2Ji2V9mAZmSFyxFfd5h47mV2PWGrht4oLF24dfYnxJovJvbBJDTQuhBXegciYP8AsMEeNZfo94mgSbnRaumMNIgp6snV9y0rYSJK5UWwcJK64AG5N8wMmN+iSy0pWyVrihVbesjs8IHgtNzQwop6Yp8hby0WmcJZpXH12xXPtQOVXlRGbyoyYKjEKgvNVmgpOKudC9uWb8QOTgHT+yc+w0QMqr2+yCyH/V+QWoZ3ygqbZccXWyD2EmPyXFC56qqLCntQMspa5r9gU9j44qzyS81Wb+4ZoH15/mFTUqWd4gaIKgg/HZbEyu+6/QEMXnjccBnjl8QCzpWaVDT7E6yN8o138fGGzUcr3xzKjKWVxLUhCYO8N5od/ZEtQsWck44vZtKR1QSSADbqpKg1Mtl+PdFPIC0pRbfS/WKixGYzd0aspAzoybOzRmrzi3/L3RTGCvc44WQWXwPNHixlWoimf9YkU80MhnJGYx/08gmMFNvQmDIUjV6hk5BNWPJDEybnVRjJlRVJQwaKoriYer8/rAaNdl0IzbLjidXff3EIGF5tsE0fkQLZa+8XGFKagsKZIK0OYOfxpBUYu+icDb6KlPkGFtS/oxvU1IQgZUeKayFZT76FYz2YWjZSssCGj+sXKHlAM6n6xqNLuYibfRMqk1LXFETGESf5QLNAlFWVrhFV+aJb8IHONX5Gf0YgaaPGMkKVnSSQGUfb6FM+nscxiWytR6Jd6GIeN9kTjC8J9QdEKsoeTOLiw5X4hUcu+6+UEHxJJw7gnG17HaEYWoxCGvzG0NeSJkiMlh4rh0vMMQNZCUPTBoL3pEb0qy+sRgqaosP6YjGPofCE7AiZicRv5EBKJhgsJX8QA/E9AmXkDB4eKEyR7Z+8Mxj40YXyUmIryQqUL+nhBNVLpkP2hQcytolodMFDwli9i5RPfcfv4IgNVLfVa4ZHtUpSoEVhyuOAzLtYtVjZH9DmvAM8LIMnHx69QCORXkugFSHz0LlG3sCkup8IPOjyuvWKV0v4hWh+NZbB1IpOkpWnkeUCJwVYK9DomjEEqJ70lr5BiakqlKV7uKBVjbHFH0zK333jZaKpmVmle/W5hzs8ZW+1/X5gc2pWVnVewFxTKf0dSVpdVVVqriblXpB+i/8AGjlKNL2WdyNfONoomn0lZfHqQHNPjxE80daoh/kWXf4wJpc/3XZTXEOgatXGk0TTM1X/AB6wG2pUkk6aylfiEpoN4nUKDpjZ9AoKqqzMX1hZSpVVa6Q1a5OmJTB0wm46B4lF7i6T/wBXLXPiEKXnwX4wEim/ALTSUpIjXjqw9+6OnM7nktgEVlaGWNRUublUXs9+rPXwH7I6ncE8YU9QJJVTIq+WG2FrI6O0TSaWueSVzWOFC9GJNd6HV39A5Y0mmaHVm9DsjYC5OJzSmqPm15SVfS7IDuaeqqpSlVcch8byfUboajrI6Q0Z20Voa6OVKqIOtcA5pwlF2dHDPKzaYmSVzVRQYRikkqSy9kCJnlWSXbxxIrlJWoqqrkZeNuhlO0NIVXT3Ofais1qkQh0MYu5hCmm3CTVrspVW0IWE0vPzDeWR0nSp1ZuJ8XONJ8ImxX9KINUkiSyFrq1d8huQj1bYTk41VmXI1UUay2utVV/tWq5yKZJqu7uDY6NpSUlatV0ePXLEANKOVSqKtc2S8GRLoJTqVKOepl4uAc65H4OtccHHYxWZtaUSJa9IhuLEaPdFTDpJ/sCi1SEkGiVVU5srqG3U5dC1SoE7pqwkL1cXrjGA0BKilVXRFVdO+cxjbZr8d0P7uS7bEjBQvdocUU7pl0rKVfkP/wBd6I2thBVJL70l+nyjXWlGqpVJWX0/NevhyxI6SVtVa/eiJxz8jNQkhu3SSx8g9cscbrGoUxRUr7qrveOTcgaHMNtYwSSVtUibuvWNBu+un+1H5EmCVSRi9rm6h0Jpoh7bzGNCN6GV/unSCh+1uh+nRaSqRFWtTujm9HHdKqkSSST6VQuAboyVVSSI1x0DnyMbB5RJ8mJfCx4swVSazfT4AAopKVTlZHFDImylUpSqpDk4n5bQsbUXNtf3DweRHkT8nOPCIelFVUGrVU9Q5Y1+rnGrs7nnWIrK+vOOvXYUNZIOpRMQ1VWtxPoNbUUoZqrsXZSB+wbh9V8dHx7gjsSM6FlJEsiEqAqLBXElK1D4Mja8wbt2aStTYquXxTYefB1i9ZpKV/GJ7Kp49xeR/SiSpElWtchMsxcMb3UCy0m1dWSVTsHvwj1Xo7oNSbyms3X8wEvRCTqo6yF9ExS3ol692MA2bT2hWtWjF0MXSVAnVa8XHqcF8cwUaKpK2vc3aw6nTFIpUXQJ0nSuWSoQtXOYcI5w8piyI6San7Bi4b1+9egL+EiUUsi9hFKUeakch6kccE0cZ0kraq9jWAIZRm2qSSdc+t7yAokpLO4gg9Mu/pBqdIOpSFkSv54iSDlKba4hz8Yoy0QVlbK+E25zgnY03scar6gLEsyeFrZJd8Riik6SmuksgmMc/wBBFuhN305O2IUkpsVqfZSpCJ8fjdX1FuNSJyf2IKQujaqpHYJY6B75MbBV5+HyXwiTPKsksep7QhBRh/apV8qNesXhwgxoz8biH8grNmwS7HkpWpgQ2cP0v7VU5KmX7/KKYUaryWQGNHUhsVL701rk0K22XBeiNHkaFcaGqd0Oykti0olUPxiFwmh1AR7c8r/ftVU10D6ZDYS9cBlZmwpn70krUPV09vB5RSwLSlFq7FSVP74Gh5xdP7FdeAU1JUolZJYlTzDZbnbpVVUiTfQ5+EKXZFXX9q1rqZEohr1YBLSpR5SR2q+Ri6Mdz9w3txkuon7jN8PTarV1x0D6XFD+iqYm1EptccxbRfpNZWz5+0fHNu89+/fBtHXQqpKnspByXsjBAcnP6GE+qJ1+n9XOGpdju7Bkk6S49e93f2A1IUAkNXuW8ICWIk/7h62T1jdlqTav0prV0Q/YHjeo4p8Wj1OPkXL2NLpJCUl2ApPBVWuNgpIqSqudBDKj0vQEU8UWqUjVooK8kIqt0lRsFJtZWaCmWNP7QY/sKYIyu4Jndylc7+wrRzVqBqRPKqBLZWCTLnCs1IKk0FeVqa/MMGaiWP5NeETcKJJJWut7g+oS77glFR2JqQbzbJLHONdcNJSvT+Q2uLtLXbCikk0pU1LXyDGhLIxR5flUxuAXvU1d6FdGI2srqxaodLIWWayCBIcrjMbk44yicP8ACO1y+yPnun0VdlHS6/cPqa72jkpR8g+u1+Q+ars2WxXU2Vl3x9b6CeUD531EcZaNUiVJLfRYosBTnlV/ZrDEXG9aY9KLog+uqCiLpZoBuXSXJEA51kku2AVFJok5DpSiG7MVvTeP8gS2pG1CgpROHf15gImpZG7MaZsugH7GlUld9HNG7lWUGzGl+2G/Qs4xOlJPLLOhg2eyqkoaQzpZJWoHbdfxoi4bJYm7M6U9gPWlKckOftHCvbJxA7ZvZvi9ADHEn8UdEYU1a53g0hsTOl/Y4+2OZs3kqy/a8HTWkN6S4oDQtZI6YxpTxusQ7a0nZEHNGVKq8r3BsbClMjL7O4F+JOMd0b00e76HbdcaO0d771dQbI0j40bIribug6SSGF3qSQ1Al0Nr7HmGDUuqqqGj1aBeKHDikxBKCroBs05tqHzQiUq1+K+K2okJApGkpUHIrjylrrfA5yK8qNN5GGBTJK64RMLCOFddb4MTWmiebNVF0fgGSmGKlkMiin00YjfmjFTI8otTS12wW3QGvEKVg6LYF7GSSSBabeVa6+YLqVfShksgt4iamlUpRxqCiKqqvQDR+62UrZfFgFMEbL4hVQw2TlLICgnyQEXZpK1/RDE6Yyk3m+MqeX8wQR6TUnVDZdlXCpehvFfQb+o1ss19QscsbLTEJIc586oy1zQCK3VSVJ7Y3Z2y3rXzBQrR1roCbWRWE0Vtmk1IJKZYykrJLhG7sWVl2C4wU3QMd9/Yc8fkXtyic7kZfsCMEpVl0wxcoeKEIslfTFk8TVpFZYgJQkrsBrCj1f1bXqFa7PfcvjYoWTCukXG2xQfO50XqJSuPugNZbldeYHsZyy2YVU5VIBGMljpZB64qcOgMR54rogjX9D9oTIDNu7lJWWQNbbP+SV6AYIupuar+kCmB33GqrqbUS/a+KAvgvyoIKtZHD19CR6i1UiU0TgeVvvs4eoCRX1MBVHXjcj3/AEGXSBDk6iStkkBpllNm4/mqhWo6m77jiSTmarZK9oMmUf7GSbnfVRUq5m9wVHm9sBqxVS6HQ3AbF2EwXtdAYMfkuP6gAZfXB79sXEVyP29wdMHxLVDDJbX/AEFakZqXjNfICWyUrv8ARDIWXUy1NDfQzQOl/EQTQsgSUsr+IJFrx4M3svexTFbuCJlgMsffdeoPHuHFRC9lcwHUWVxNd0VQNNtR5QyuvyFaoWT8FyZ+SSBrZaUFRCq64POLy2tSV3gy6WI5qhio4m77rHhAah0s1p4RK94rEAihuS1vinyJrq2FIrytckbdQVJd/EGkIm5UNaLcylSWuXo7eALRPkqR2KiHs2oNiRjZZog53Qj/ACLUbzR66sriVw6s57XkYFhfVEy6Yikolrf1gLIwSgN8QUYMbclD0OS0BEscub3RkumNY6hkjJC8ql2RksElREkN69sST13a30GsFWy4xcjji8pBQmbfcjicF4Xlj/HcBG+OyRipb6KowSzut4SMpNVFB1hjdMihXldeseU8UMxhuiJIeNGTFS8FqRJudBIoKZIThHcAsfUCcYXxiBhmJ+SGFPmNZrieibUgqUhajxj2QqNHlVQRH9GCm9MVKSh5Q/c11wCk629dz8wrGvVGDygOYllhFqhvQ4goO4GTA4kTxHjG3rjgdZcL3NIpZr8W6BjkPeIwOtK30BKv0grc0lZfH5foFrqlLLO+lt69Y2QFGUmNXdJJSgrXpb4AheUurjqze0E7ulvGgUM0Mqg8WCvK/IYljxzBLEmsUZrZHlGYmGFc0dVLEHquv5gByyZOKauP2RCBlc0JQN40+J1DNfmG/Q0TEVMtISjHkh5GCWdHoQm772hsTR0Yq76kqJm+Q9CM3occVb70PmCvoFkvgEjemMQj/ASU5ILQEzBDTRmr/v2uoeNDfeOf1cAzE+vy+Y1gorgThHlNzOfISPNVstfOMxJkDfsMQMxBSsS1lJc2KDFIiiplq9QHcdfoXKpSu3xuNDqAZ0ssM1k+SAklXOygjXkZO3QsUiBlIb0G6yaXQ6YCVQ5IZVQyu6QpULK30ULl5IM1EAFFH+Az+I8ZSUqYFBSVZZevqHjtd9S9AwsWQSlWqRBWmoqkqFoo6RNs+lJBpRlKK8qATJNXX4CgJUrpqrmhOayNFZdzotF0zK33H6ZvcNsom6TelamOOMtKTyJuR6w9Z03KqSlQjgpdg6j3OuxptVg/2ekriHJUOXn5h0y5ChGuJSjrPr43ZwbQ+c1Kfmtc7mzVyjrNy9233BD71vX5Dk5YUPx8lLZ0t9S9qdKbieoW+CK637GutPQKuYdY6VfaKcaa3pBJ0lx6+t4VUg2lVH7BU6C6B4HJV270I4YBYxxGfIrPqOmVfFd4am5JNrgu4e6ZrdbcuRWbbkJVVIbBG/AUO0VVVbIOkCUhCkzSlHmpZZ/RCC6S5X7USI6SxDoYxPIN1rJWk3EOTjAV42V2Kv2Y4/NeiJzgGPJi9HEn6L+nn/2WwVOgRPEVVJf4cOEHMfBk132lHR/+yI2+565/7rspLHnnibtBopRyqStl6A4/b0d3uLE1hC4lKi0v79ep2r/kGqUnRaX2yvNVUPZQq8O6OsRKlKJspX6FGj3TsGrClEKUSVrkOeofdhrhEpcckNDkUjWG6Gxa7WVXriJWlkeyIc+HRiNuJRSSVrlkPk1cNUUEbb1KqVz1BsP8RnLwzQqUQdOmC7VVriEx8Tbwbgixi1fsEFdinIfBW6I6OpQSXpjUYNEqLp7YquIg6yOC/fwwCPjyDxOMmyiD61I1VSxMBK/XHbDyFG2RFUscnHKCvsJq6/tdPGPuaxBLNVVglKSx8cMkH4aA78pJebxKnZjhvDksKJ2VXlbwqevuxv343x3Nyg1dJTZVQ+kNHpCg2tF0zNm1CUiX/wDZDb9QHLFpXEbjeXdi+jqNapNSKpVEOPwm5wxRo2arspXHIQWbD3riaYZ0eilvqtTjlAjK+5vjIGgta52pUyQcRVWVZY6lXWIpWopJV0RVJWuTiA5tBKUdLj4nZ8opQHyfZyGn6bpS610dJ06ORrkESKaMIXr+3zxiMtLnVWqU1JWv28NUNmtEJW7VVK3aqxJ8/cCXKH3X7qrZkyq20FnJy0VhUSsrWU1myqh+OTgBjGKquax6nHLlCLRo6lEtTn92HCG7BoqqrZJSCafSCpTgI5ZugZNyrKlOkvQ2gUmnkTZYIUo9VJWyzZwSWiprWyFozl5Jygc2u2TVdUymlKsKvkv7o1522YYiU1DE6UA+8ID1XZ+wEksxlGJw7t+I1FrRaqqs1JrXJl7gu5Rx/YsIUbZRbKU1mpVPS+YsgxVSVtfhHmVlUsqnu8wcJxVzsqeToYIiPyKStFMW1kRVrXTITLJxo8IKMoqlZK1FMTEq37/lESLtd9SOhX45Ywq+XaDRFhvs2vo/mH+Jm0+4G12L2OPXwDRKfjNpRdJVWuQl46XDe3b24NmumeqsEpUq3PpdQ0dNs/dOprpU6h9cA6ITxRz05BzNilN0McuOM/ZlqRKbXBSDDYCVlXrn0AxbtVVUiKqpJkPlCLZWhaiSVUSV41XyhhBjkSuaqDSsVUs7p6RNHnBCLbItdeYN1AE6rR1KzVTu+4WUcg6S/uksTphuWDpJU6Svbr9fMLitdlV7Xs8GAUTkJOWIjilan+61D1sUxRTTRX6SRJSVdch69TBjQ4QyeUrRbW1VVIdcmgTCNUPSWyn67rHTIfR26vNg2oC6eJKfX2Q12SqrLdKsKm1Wq4Ih0kzauqiqUs/Q3fKNOi+VmppNVehVPg94cUe5dNVSKzeHE+v5CynGgKM47ClDylZWOnUPHh2/oHLKmX7BUlricesASUk1VSOk/SJU45Nv5xwDzmilUq7pqrPQOTjZIX24TVMMeWUDc2NNpP8At9rzh2ypNLelU/mOYs4pf+qrUOTR3euAwtTKu9KnI6QPj/O+PP5/46E/id3F/ITiqaOkPnNkBUSDVWl0U2okqqQ/ZNfqx5xsVHvGvK49Qefzeknww+zs4vUw5WEnjK6YAd7gZGN2BIiKQ8x8mB6fHxx7iFKa144ofvpqWdDZ63SlafSL5cA1WkiehXyBSHV3IclxC0nGtYUrkmq2veqClvNFxY2uu2F5Hh2NDqHFANJqoav05SWmB6LXSa1BVS1KJSjyvzHPFZTRe6RoF1h0lUjpd6oPnu7xjNtR3ilF9lV5un5PIOTXaNEscfT/AMfJxPC9XG9I4Y+LKVOFUVVQ6uhTlK9CvEI47Y904lD6IRUEIQ3IDBS/GJ1oCL7jEillC6Mb9QUpeNFuaBqzaM5oYKe1wCVXLFUbLoHBoDQyaUjsWyD6jaYm2uQNNSsgW1d7FzQIKy7nTKPpJJWy6YfoLeKrjmlH0lkWo2dlTO9TQuKkSfH5N4bO5SXe9V4M2r3ffR6hprV8krrgDKDyyzvv9X0AcBGkbu0pG1IH7Gl0ks6qOXJUlKrgpKn5QXEVvZ2NtTTXlfaF5roJtkl8Q5S1uh8aDmNJq6l5xNce7BNnTEKSVVVzo2WjVcgc7ohdWVNyBtlHUlKSsuYUXSQZvbReyDAjoac2pbxoYJUqEnMyNpg4E4KDXm79XH0wUg8Cpj7D4x/n5B5FRVIUoLJShMu2HZk7GCb4XFP7YSQha2WvMGLKIVmish43LyoNTsgtK7lAN/TMpLOgw6gt4jN/SSSSR5Q1CkX6qqspJXEA9IUwq6shlohNtfYHVHpRzzeeiLdjvqoLOhyQOThruCsqYOd/IMEARZi5Np3Ackj6YslCLex2hSZrZHARm3ivqHyifigKo3S74LY3Say7YhZ9lzVe30Rt5mKXJC5CiJolM3HHexMxoqy12gop6iUlbIb7FjsVLNfsNXphTLS1/bmEVx5djq9yETmrih/08IqjRUrOjanMJqp5VT8wndRS9AB8bB7iADMUsQDuGkrfRaouBVXmv73xqGzjIWO2s2vp67YUPKN74enVmiuCU2okkl3sHmBeRkjSVqOVx7UK1G6qWdxCfX8x0N1RWvONfdUZ4oFOUhriazapWSWmb0Q6Zp5A8Si/Fds4Nbt5QKqxG8SldLXyiJVPFdIGqEsu2cDHQ3qUKvpMl5A1VQI4W/0MGcUcvXCAlmeXZZeRuxv8PUFrJjdKFxFt9FzSCuyhcmw30M2DKVncf6ArIaVdghqnvXEFbpqGqCKSQqWKlmg6JPsa6o25ISbJKpJdMMjNkks18IHqpJa7vAB5BEmg3/8AsBkvX3CDVZKb3OKLlD+n8xWIOkKIv/DjDM5LNBWodUTK4sux5vqKR7CVlsKPADnU115hHZVroDMUptcNexZ/oJQPZC2okB0E9eYMiF7/ANBUik2CRglERqpTfMJOUpQGNGyzoymBwWwo2hKA7nQlCuYrnb5BIik3/bCHbAosxDOghNS1tf4wFCZPQ+u39BbGG9cTF4eoMTnE2u558kkr5vMOm0K5mjiNFLKpOiZY6zcq4mjPpOXHLuboSCoshFXES9sRTN8AtKaylBvFmx8EDa9QjAwtifehAKM1Xk9E3tjxDjx90QgbxQ3ZAXcJJEXpxSSSARTe3rEWlU8UNsaS8BEVfi0DbgpUiK4rWuaGTx9AOT+LoqidUeLBWVK6QzX5x6Bv5AoL+wgkLITIKoG129YDMY+N14AnyZWi2Je+PROIFhrxhOEqzBon4ooPN1viET+gCTxAiqncGTMRqxAi50puaEXLuVvoTOqQlKn7PlAYykHunQVuKSzgRu6Yywjf07Zdjzib0NuY9eUraytTBS4pnLtfaGrUlT3jQid0wryvtbg2eJXj4/8AI21e6Dxp8nW+FTqnVeVGnr0z43LFR6Sm9PE6gjmWhx7HzmlbWV+ILFns2y6UD/kFx3vsecRUcb6Ec/BVceR1eOdspfyGIp77oCsllnRbCUkKHnw6u5Evf/cWJm9DtYBXGO+iRYAuhX8tHox4agkWCQySAxflKjL6GdEoFyMjXhHoQS6FfBoiO/D0Tb6A9As9GG9ZAsq2WdHoyvd6xmJQt4h/Z4eRLlzRGBMv/UShEFGgvsgc1qJFL/k43yGL/cHixmrfteLEPXSKuklelCMNPTEq3K5A9A2vuiJlWyBS8kll67orinytQXZ20FUCa1QGKnTBlSa+T6gVxBLtn8oYnsux0SgVaHc943Yo2LVC+KxOPu3+YCnTVlWWRgxjcOu2D1468YDuE7KVl/h4QMMRuLYtWglqYDHSDBUqSX8QKoXfcsB9zN07F6ifisTR+gFVQDFaIGWJK/WaMYgN4lK3aAryvfEkqV3pVLE44sOXX5BesTudAInIaOu4ylNVUpqXoVgIqR0lmtfOA76tpK0OkCkaZSzTpLv/AJjR+wy0XlpB1KtdeAbHc/dLKSlTejwe8JU00lUpqSvR5/2FRGCu9ccI4ZGbR2C5i7G1Ikqr8x0ljTbV+lKyycfrHy2i8fsKiqWgOg3KeEJLE2VoYo5pwxGpS7H0D4PLoP8Ajl0ewJtg6xDE59yI7YupsW1y6+N5x8knpvZSSD9g6mSLxi8OCN+8Poa5G7pK6i5dB1NrrkLAqvCWMBz+4PFOtjp0skr0DgKkdnpMFEs5X92sRTB8krX5T6CEacSlHVV0A2QF8mM7jWaTqgU0ksQ5MrrFytFqqqygJ4KzKqunrXQr10uDCOkKUElNPxxkik3ic8dUR91USSyxqtK0Ak6anaq1646stRMpU/H84VPGCSu9Y4nOAISldnIqGTVaqqUW/VyMjpBq7ZJTSfEPXa0I6YKkplroHgdXsC1k/SdNSK6A5sMWdi69mFc1/jGhXTNFX9d0klbNTVktvc2x0tNw1dJWWhlboX0gztZSTXhrg0D3MXaNUoqlNlNUH6WIfJ8sNv1gxJFJWurNqCs1DpUNXdNbchzxVVLhs+Grf4d0aYrdrSj90olQLUlQhqk1U17D5BFv2u5e1y7RuyCTrZR5Vc5NLGyhfSlzP2y1IlKJXQNBVIx+HgGt0BTN1qqs10k1TJpVDRhWG9ULTiuxZSrDH45L0YBo8kXoz45R2aQ6LsCyVsKmibbFCFN0M6VlbPQr8WsKfCy/2e6QYNcQ58dUxOT3IeUIqAorYqVk1Q7VW/Ha3b4SShCQ0etWzoFDOWquadIHITiGv+8MiNWudS+EaahsVWokq1J7sPkG0Ue5SSSPKVPU4h/qDx8y7MMuHVo166GilaLpnZ8r7q+xD8BYw3Y9YDhRyStfNkJVjrhG005dEwYUWf7USy75CFq360dy8ORFM6pR1NdKrnTIfJrRhAsI8F7dgDNVuJoW+5v7ZmlsVNJJXIOHKrCUkRXLqXtKO2NbotowSqJTTtelWjjeQO2xn7VKbsrZRPNH8wsOVdmb2n4IE2eqqey/aAcUM3sjqq4nQNfvXrwsaPGrreqi/TLeDhKj5qXTqeQ3lHTFfRBzxvLucdp65hVWlHU3IXPXrcwCb0Gk1SlSq+1zYcMR0e6+jPsuhl6ZVrz2pK5OlhvQhEcdQpl1Sj+aq6fV8myNegW/uQvBeTjx2Di5M+xtjWiMtVVKpxeDqwAklDqtd9qYmOTc94hRf2orZbKyMkqpcqO5fiCHK1KJKyn7WuQ+QdLDC/tRwCUWn3Lvjn3RIpd6Va16hcXFvw/ILyLKzbLLqZFbB18PyD5uq1lWqpK/JGweoBlbb6q1JiGytqJoX/kKKIkniqZqd2zhqwYEVVx3uUUhcO2NSoumpqtq1l4mXuBzTFEK0pSjpV1Xy46W5ueQCsqDtT8TB54B7k+wOKOBe2c2tqkc/d/MbE1ZpYkrX8gsTo6VUlY5z+8NGzCbUmjL6D3DJOWkrr5h6DdLEmpdAptqN/XhBiTZ0wryla6GXUNh8kIg9qu1dJTZWRl9QpFWLJ49xbsZJqkdVVXtVzQvXhrtIXQtWqqmxUjnqZPENzAq7WmWDVKU1Vx171YpNrqGqtjpOt6OSv5hX4qyMIZ7B2pNlT1VWp69aJ+zfiDk6Oa70lU0ubyh2zYJKpSpXbq6UOCIOa0c17ZwMytJaZqqlAqurWV3i4MMBNJm6YVJWRxT4YYesbsg3/8AV4mSKXrJqqkRKbUODn9AdLfg12akrnUiEP0C4AUiRVLNOsTi7hvIDlaH2LUSVqe/BzBY7ZSlbJU5MfQFFOQsoRmSdNFVfvTCoQ+DvXvKFpmis1RVJKuupncaP1vbQOOuqkkT2PzC2lFUmrpCU6ORc5NEuA2DaFFPNCqLi6Ra0TSSr6HnBia6qVqk6r+oLU6Qaqqn+9Y+kXDGN8MkW7B01JKdSD6dfav8waajKKQE5RkM210KrVX71XOTp/IbIzpTZSU1qqevxa1/3jTFkXTVrKVxyaJ9uABbLOkrVq67m15h5/qf47h5t9js4fX8nErvRvCtJKq53Lq/MI6RNNV+Ov8AIAuqWmpElKkI+TydytDn4cIrUcqurJ1Urny8bB1jkf8AFOPxZ1f7ip02g5qpZcQRVeJJKzeJ1jLdlKqSla/q8wVU8pl2uQPN5PS8kHTO3i9RCa0N0KaArx4qqNbYOFXTokr4g4cFss17QlWMqLuSxE9LvOx6xzW6pbLsuH1jcaaXVmn/ANhodNuJteaPf9EsTxPUO2cnupSGr3/YG5XVltTjTFLLvj2IPRyfFFMdoVwzvJiZjDMOVAl3GTyPYc6JX8iGmJFIImL3/cHJt7JTdcA9fiIy7IYqAMLJCxE3t8cVwMLowSx+Po4oyN4CG8P0426GTekcgKm5JoLiTfZvoigrXk2RlTMrO8/mDVlSs3fcQaQU6oLQd5Hl/IDsK4ZR0dAbO/G1+L9PKCSqzfhGlt6Rlb6GzakZtRUBMljqjbWpkkg4a0ikl3xprd5/AFtXmWqr3N0Ta82KoWqOmsKWyLX6cweNaZ8b6JfeOTs6V8acOmVNWVrj/i8gm8mtk2tM6ghTSvKhuxpjNzfTre8ctbUzN304dMKTm2U3XdCtC4po6U3plXXgDZGkPGjnCVJf6h2wpATHh06N7aPQzScqq9/IGnsXHt+byB81cdgNYqWx62SBhYSgrSpFICO6X3pLTP7g8eop2iGPqUlBOqqq6VFRFJoatkZXYHTxxxOSc7KWbHI8oaIoyrX2PmJEglvWIJGgM2GCJQOlieXSFlb9JAMU2vFGSKBGx6xDiRFgDgta4Msgtr837AakZvIsUMKCxm70JGgLGxNaoU1WzLdtzBmi2SEEkJWuARcv0kkhlDIo54gVKn8aNMfWqoePns2vKAMEdd0XhCMDnc82a84YWQSvGWtUbQ6bqzQEdmrnZXpiXI5SkFdjTlGFrapdgpdICLUZljc1WErpgVWj/FBf7KxkmaM6o692yZXBe5gVR7K16GuHAGy7Hn7IKo+j/FCcyibF69Hyt67XUNXpJilNOOjP0kkmuuMNCphK2m8cCJVoQrkspWt4URTlA0iaqudyBOLbetOoA+kOOSFxiTZYpVU30MdiK4832RQdoliK/EHysHxAiFstfcMrRyLL6lBajayALsgbMCUjMVpqvY83mBbRWaEiiiqXQE0Xe5jgRYw+Wd71lgUzvv8Aeju8AELBVW1mnEVzKpdAUqWOgtJlp3KWaAajxLpn72D34ACq5VmgeCtroZYWEfsNaodJPpW9dwXwc6mCWur3xchGytdDS2xaBOaoeQJN/lgFZyCTZLlcfXgBCjWbmsiprC8HYqYujBKbZY/GBrQ4GcIyv8fQF7SCW+jIVxscJEstDsgmEJSXEAaJ0vb1iILK+N15hRMSu7LXB5qWdCl2QExfpZoDKqhryJV5KSw8bU6P05wSUtlxB4ic21lAgpd6/bAGSFAjqShKLnyC1ZLxQDPGUrZd2pzjXiDFyexkwc2pFR065JfI7cP2845K1VVmk/EOkXJHyPJo4NsOmQl2OrMz2VkLYQ3Nb4Go21StQZLS3rQxwyZFmL8RkxZtf4RGUqIwjrWBZnruWwUsrVIRjG+MHiPVtdwEU9A03XzjJT+N+ghetddsZh/+wYb4lsCpd8SKdIUwiLCxld/zDaCn9InVmiJiis6mtUWFiECqZbMlDBo69QiUwwY9qGQzJR5X8QzE83/QDqOvY9wGVpPWsCTirbCV15WdgFL2kADSVMys6NXpSm5VrNxAi7DpDWkKYy9Aau9pgJ6WugGp0hdHNVzoSUivHxZdx+8p2V6fv2hrj2mVd9V1hH6BEvTE319YBXXV/GURczsXp4xVjB7S03NK1z+WH5RC5y733o6wFUYzUuIcVqxCZlFxrwemq4mgLCK70B1D2VqKUzenW1iDYyUojNOKu+iUD+NtAHBX5CZlQsh/js7NCPK6GQMwMJmIl/qYVWSvTFjyFHFZE0TDNTXixECFV7gvSSm53jw737B6MWXvY6QrPEW1bXQ9EQVMALsjW1q4ohesvwE2hOJkvTGIwsgv9lNSiYIfevoMkOIxh7eVrziZTKq9DocwNiJfZmalmu6IxjKEolwfqGb6W9eiGaxN3PFL/sX6iZYfrFJf8X6RbCHK89cDKRkyMS68UejDffw8A9a9w4kWb/qNs15GE4pD0S9vuDMNTfIYUjKtdb4HyDeKKoQtZXsAZQqv8+DmBFXXdFZyTePia3xmMp13ATF5IDHQ5JUMI2vp1CAdQiudy9rXrAoDf+IuU+QFl5c0NHJVZWt8BmbWU38XyC+ApbF6pMgCqpJa7YYn/wAWJh9YEcl8UAXi9AC80BLJam2gxgnZa3wHFKVZdP1AUM2LXEcuVkcQCmT33j67QZKl+evkAkS5GAJUojJA0HSrXNKi9vdMqlZK9uuKHMACqnZWoCyDWS0PzXVpZqVkdISbU6wVVtahDjSDmtQIoqrvvsBWWhxo7PRN0KrW1aqkOTBpXtsdAuC8Jjq5elJqVeof+4QrfUfLadMP2v8Aaq6fOGbW7umWudt+kIcnCplFcXXg++6N8IdDUylNYOrc+9bt/gG2XMXIOqZdEf0yqcjXAYqX19Q+Ebj/AAytaLdEVdJVJZ4cMYD6nuO8PaTpqmqqrXIe9VqcHP1Dh9tw0M0pH0BSy6VAqoP6LxCIXppCaRBv1A0y1plgR01Vyya3xwBtdwlTKU2aQ5NMoPoC6Z1clSiaqSsyjnRoVybhb+6Lw13Odvwd3dMUla4UP2rVKyywSjdCk/apuklSHIcuiJHik6qCuqFtxZp9I0ek6rpKpYhxyx7RKtFv3TDeyY6WLgNCMR3d22S5Ia/dJczRbpgurpoEjUHNPjsvDko5ezphhQ391UQxNM16ANaXT0Mqqd0kqRSv0vWNXo241WmX53VMujnJWjVLxoQju3xt/wBh3LsGpJrAina0eccjlKPY6PbUmZpM9F/YNIuksc+x1Mk0NurHCOVUDRySTVOUljnxz4uVGI6guxoF1QzpJqlUrpRxim4YR2hq1ENEkmsrExMXzBZyze0V4orisrSoiarxO98gWjB0wslVbMMHDFVJIjpLQA6ZVXXb0SAYx+inuSNGcMEnV0dIzeSJV9d8NGrD7rZJZGULKebKsKUa0pKxDlikuaruR2oh+3bJf5yZdcvBETx6rYzmpQ2LDoMEkv8AQovbypUpLHBLqjmqSs1JXL0dwEoNOS+ENh9k/ccTnt2tFquqUo5qkqepjn7MRKjKPSSrpbFyPrD3hhde1dJJEpRLHO1Vr4vE3QQgVJVrNSVz975ASliVUslohFOarapZGu0GzNhKSlJdrH2hTRVFylTqusQhPMbCHSua+6pV8bi7gOpeBbFpkpSpLUD09d4lc4lKdY+ikXarRDUlGzbVLEOTyeQah4Q6C2U6ot+qljzTpH4CxjDbD9UUJam6Zrl0fhFujuoa/ZexSIUce8U1XCc3liBqDoRVqrNa1D4mSfBENSsGrXNJExLwLor70r96yNGpgCtzkrKdEVikElN/8pKQoneysEPPtB6jR81IiuQfR/cSYEYOv7rHJxTFv7QYGorYtqwVxOSPh8wEIXuQ2axpCWkKFSdWr9rXOTyRL5YYRQSi9gJHVVdTCEJXqnNk8N6+NnSeZaSrU9fpFveYL6Zo1J/RbpJJXHlRqeTbhH6jphDBWjnnyJqmcYutp5J1Sh0qLx0KlU6pMEVI7oCYRdZpJJc+nXOYFLlotqrK3/BkFv8An3A+asElakpXLxKlW9G/w4QMx60W0W2VSS0D1+PwhuQySVeakchMjJvw8om2oneti4mDG5/3DErN1KlcQBNgogQ6SqR5qpO5wdQCplX7Lot1sCpXOlH3R8wmZCbayvlG91BDdbdUqwanYMGpDrysc578YlhHBeje3RWDsnybNQaNZqs1VKufJ4fWHLVrayvT6I1lglSirok1Xt9GH1Gzs27praza4PJyIpCGtDVoRVJI6qQKi2VzuQftZQg0cKqpH0Dn6OAHEcqyvvTWv0i8IClkI1NFJCP0mv8AdaMcQ5cmPWEb+6VqwVlKtSLuiaBVMF/dv8A2tBVq6skq45ndMmkldHSKU2uSvA2Lh3IcG1hFoaFe9MawuqVdQzSeIeuT6ecMlrpGCstVVIhKmUTyfMaW2dKukvuDA9evzY3PD8wxbpTVVEn9ci9XGLVwecBcm6DKGKsspy6ZgwkSq69clchCaMeca2+p7Z9T7gc5ycVTJwdQ2ppQqT9I6StQ5MkhK2G/uRC5O55Wi1TzUsTQOQt/yRD518EbjgpbbECFMSlbVhU9Z/LEWo0ylNmpOj1D5ZDFvVfKHylHJK2qTXLyzcwTu6OazTylUCY/Ghtx5r4T3JSKNRW0bPQ9MqpWU2eTi7eDgF1J0ek/taLVqH4p8HmGiptXTD701VOch7+l7r0QwQuppRKylExL5CHqxvl4Yi/ufZzcnHrQS8ZTVZqrqodA9Q5KuG95bwIQSaypuyl6/Eqw9cYxv+YBuqY2fXyCOiZCvGwbusApZXTsFUpqqpJ5D1DkN9cAGeRow6aZtsHKSqUrZVQ+nX12hD7PdK2s2ehg0twLGCjV0qSVITrlxLSEYG+kQ2cNnSSU1VLET4mj6gJYy/Y0OhBLVvQOdSnoH4uCpfBD86SSUrj3qip70IdQ1aBZqtqqfjYhsHlhH3jNL06q1qUNsWuQ5cU23WjHg4PKIcnoeGfU0V4/W8kOmxBdUxpSaeUkfjjm1MKOks7XJt5Q6s3peV91dJemDjkoalEpTpg1PX0TYY8O3tw84rx8cIdKDKbn3PmOmITVdOoNUdpyumPoinPBG1pRWbRapGVe+WUc18l/rHP6d8BF3jV19wov7Q6bU0I7XXevDt4+1HMuRXUjlp4a7gmWKXoDY3Xg+uyx/wDwLqpxcF/Bt34BWvQVKNUvvVFrk6Bix+UAenLZSvoESTEr8revZEtjx6YLkze32Q/STbx8C2MBMEqtbUUqN+VAa8jK5FZYSvTF6fzFJYC9HxuvD6wv9GyCUie35hceHt/IVIqK9viFNzAiJJqQoti/HZCBLXoHFZ7Kv8e6LoF11wCCpNfcNiLn9Iwm5VS7Gu4CW9IqhcpyU200hQZWVXCfoy6u5tzSlvG5d7qwBslS1kTiDnibtVLv5YbtqWyBmkM4as3lJ/yWJxQwRfDS2NLcrU3ahw7Zu0t9Vx+JuBHCyeNaNuaPlUg5ZUoNLSdAtu8ldzK6UBNxFxR0ZrSvJaA2KiqTm50cqbU1KS+HW+GbK6LxoRoRqmdkZUkklUtSVO0GcacSSzWh7Q48hdOrmpvcBbWn1VQEgOjq32+qrZfUXtF1VVfa83ANGo5/NqWv1G0M3mRoHFIrAhPSNtaw+QbkU12xqyVIZHxAxN8rmpoo+QVK0bJXgIFdWudCOD5VLfe8LCPBPPKQfiNzORkh5tcK0lgWmoNOWysKkGEUBRVLIAJGBiBQUwKDuwtIGJRlWuh8wEZVJK1mhY8pWUNcpGfT3HLyl0kkhrr2kVVa9riAAz5VVUXNkLXjjohDEi5Z+QhEk21BlVJJKyECREjH9sGXUFRUXaBXCdqB4og3/txBgpAg1fkAxR4QI6QsuJjaAcSwMdEaK+zWawtR01UXs6KVmn4geRZC0zGUIzgWga5SqKSTUaG/aWp+J6usdEpImXZaY1l0xy/hqgQ4sgPkUZGpxQlVxWaEr+IbOmUrthadBXku91BJcWPkpHl0eTKlnVUhWdFJXid0eVIr0xWVxvQRRcSiZlw0S7mAKnzUOiLTfg12xW4azUs0Tp9XmD2VTNNcNfFe+PvFSLa1/EHyzbuVL3mFB23JCqRKbMNkpQoeFSVr8QXxOKF4zdfyBlJR7Cv6Ezppyv5ik6PJJYgZKw9gBqnlfEFi9lEVpN5oZtEt69sLpyXp9IGovUs1Zi6f0Sl3GyMpLNfkJHX13QKd7r8wGq431UM2mZfoPPHfQNFeV0K4EXe2XQAijy1IFvEOI7I930EEWmjXUlvG9gOGR5ooiLxJqkywPCEoNopgRVNJXOh62LrszLaKqudy8GPzA+CqWaAqMe5+H8hNZSUkKJEXUSC6njfaAZy+gceWcZYon+JBsCTSC2cPG5GQN+uUVlVJSo5/A2+pDabmHvK4nZBoly9J2yilLIgZQNa8ca7c/H7qToae6Hxc6fTIHS0Qqy86uRoCuJcviesZgpytTEJxhFUoxq+zxI2s0ZN8hBOI9E/KjPvZjOv5jxTK713zjB4pCcI5ANgfUehGVvQkVTxXD3r/ANBEppv8RmEeV/IKC6JkzU3ueQYKXLEYm4fRASrtJL1jDruHKOJud+nkA6z1IJHVL61glc05vU2v3sIxo9Wh28pPegjcU3K33XcGvUjdBK33H7Q1ikbpQHyItDgs2Olbo7I81XH7Q0+kbosu+rocYJaRugm50ay9ezVZvV+Yl7iOnj4a0MX9PKqqykviChZ0qqB1V+V43yiKSK5AhObOpcWAWVXetDzCU7ehRC1GSqgWaCyLTm74iY4xA03tiMuUkfjgaRRETG194xUV5XuCqtrrwDxjWvbGYxdE1rnR6Km9CgqmXN7vCJ10kv8AIBIFZHczF7YwaPf7GASP7Ywp8h14niSyosQiCIStwCEOkLimmgMdLpL4Qsjq5f4QOqrZD0I+hWFRoKq1wYiN/ROJkhkualY4jE/6ibnWIxV5LtAYOXYZ9MSxIwzr2oCBISqlrr+wyXxuXhG+IP7JCRZQhA29fuMWvACZ/SLSmshnXmEYxvDBTJAWZr7JH1/MZif2BAsbI/Hwa3h697fvAbBL9EoGlJa7o9W8UMKFGKvOCkgyZ6B5oibaEiwvpDFWxzgzGSVA50d9EYlsrLu9YtULKFSie9Sj7gUXcHYI4b6/MBrIykumGihEpv7gZeytQpRSFqhJVrx/OBHRZvf9oHqoa9YHVTCspexWdMBrJpKhosla9ABKElA1uzZZaFkUs5agdXNEB5yb6AIJZYz6tlYIAOW1lARyWy7YYOU1c6BFyqq1AllIrFCZRO17GL5QEqT2w5OgADt1QrY0ZtbFUYK4/ogeKAb7FtR0fwSeCJ/d5ShJqR/s4l46p6uVhyYc/CJcvNHgjlI7eGPuujlzK5umaU/sGq55fFKHlA3T3R3Gv5T+fIwV0jYP2H3Xcj4MLl7kmGxWFDIEPgMZUyd+Juu/8hqnhJ8C9y91tqkkRq6w4xCwvX47sfMPn+T+b488WtfZ6vH/ABMqyRoFwHhHa0zUVaujk0am7tbfUOyUTdVsprsV1j4o+R7ovBldv4OXWymE+QTHmt8ML0I+a8NtuF8K2z1SMKUVOg9ya59pTq3IC3Hzt9S3H9HNz+gTdLUj61ucu4dXOK7FdKnPRymSfBGXf3I8w6xQt1OykiSlcvSHy2wptJVKUqrXJgxNwbRctdc6oFXYqqp1ED5rGyY7g6oc8Jdux5nJwTi8Zn1AVxspIk0KKdNNoteVpliNNoi7RVWolNyw6XpHZSSiU6piCrmpI56xNcolukqwm9deppRhtjyjOalNzhKvqErlVZv2jRauW1Vj5ohnsRWVsX0D8UQrHR1eEaoVJLNJJd0L3bJKi39qlUIv8e7DqG0q0Oqk6IroaZtwEU0ySpmiztcTJy6uTGG1G/thXGIYSqQuaJ7KSldAV/ZexVbVIJqCdSkjsFc+hi41/h2xsrNVV1nVcgJBZaZaWtoT0gzSfpHSdNcsa5RayrB+ehnWOcma6RNzzDotKUcrsWalUxBqd0dzarprs9r/AHqF5Um5tYYlj184E4fQePkSeyJ3aSv3V12OyCGiCrWylV65PUFCRNlJEdK4nGJxY9QYoKK4lqc5Knu+QyA78FFJUck6SP2IlOTrGqUYydUW6PRb/EJvG7WJueYbmZZXkgUagWtKJEVdYh9Axb2L17t4B8eYYSw7ipsqlK2LNr18vF3QUn9wVzuIcatdZTKty6pGqrU67o/9uRLaNCG7f2oeURoenLqKUVIqqwayKuISZGvf8gXKEe4zhKfwNuTRdOq7rExNGqIXUUUlSlzn3XPoXlSYu6XDev8AkjDyiLKlH7VUmymEgnQNfGwoL0Xmssh8ghdvzCkan2IyUodzkR2s2o64/sx3QYyo9Kb2w2u0RYXLpLv2mQfetuJTx4sOfggNeoqm6UpRIiqVzi8jjKqQgfb24F+Qm+h0zoxzVwNogglQyVqkeufI4PIPbMSVa6eJ79zyCr7Smq/+UnkrlgUh1S4C+WGAFQatZpNiq16/Vev8IqpRkK1KHcvQe7PqJOvT5xot21PuknS9zjXEIgSE0xcETX9zqvbY35Oi1UkpqXbHNbo6Ndfbz1VWvXPeOWtwXobfCNLohoCebNXoui5qs1XHqGyxs7dFVWoq6xydnJ5wwoijEpUrE7W7f5weaibIkr+Qk15Gi1HuUMU1c0wdVOiqW/AusAeVtTKSU10wrkPvrc1+HlhtwFjSipSuz1UtHQ80AZRx3U2VNPLwmLX4OAPHIpcQBq235VKv+EaZdLQ7VKnjqq15a+OQvFvDenKmxVTupVSpjHJuDnF0V1it0aqGxUpCBL9Xj3/feFMyUk5PQMsrRbVXO6UcgsI4PIGzI1FqpEtahOnfhG8ELSj9n1Elcc5A+YtlUkpSub4om25diiaj3GzNs1zTVWvXNlbdWItNR81LOnr141jYMa/zBeZm1V8QfoGjCrHnvCaZH7X701pRTdrlPhrB1NR7gp+BddTRr+i6GXdNVV5+AhqnBGPqGgfZDpK1VVOc58ftQ5x0C7K7lqwoY9F7FrvXRe4W/pR3b8OAcwSQdP1Zrp+foErRhC9wQFL0JC23kbjRNFJJJTdPyRiYMz0e6Vzv/wBuvANZoiiti1FZp+njRxvLwjcKMikrU+/uiE4uA8PLfHM5+34Z0R43PVgBKBmpbKS9Mpr1YXIoJJTNlV6hya3hshiOmtSUq1dIE7h/Vg5hW42LnVWpyesnn8gvxzy2iPJxyj4OP3aUu/2UvRdDK1GWAh+PfvcO3CA1JOgu2fp1o63xt93blh9vL7ASnnXqFMQmQnehhj1x5giQVplJI+RU4kuF/wB4tNuKJQeQVRlyys0kp+chCF0zYC7eAMFWFMpV0krcnkh6hGj3VMyiNdgEPpVyYI+UMkXSuddNVyY1Q9QuDmHG5u+524x/xFKiD9JIk1hkZZi4efCNLutQataUslTkrkgZclXBfjweYdZSeJK2SWPpbkPPfGhXfLUM1dIKzUF18hVImHBG9t3trm8ovx9RDkpCKjaUSapTUklicWob5DYGF1zpJWyfnx86RXDAaom8dZ1JgQifrvBjsdVVqR0q1OmQ+Vi7oLlgaozWNG6p0ulSiR0sQi9WBCmJtaxCh0+ftUiTUsfRr3r3kjuABu3VlSmqtQWOVGqrA7B+6JLPeJW0y88PyFYcuZJ8Kg7HFH0kkqkdV0lUUq6GGBuaAygqrNskiVOltjRW8VUlTpbPxK9Up62VAOm1JtZVqr3yYIlCtu7DZtCzt10MTG4PWLkqf2K1XfzTpkQLXMUmluXoXhqxXTpVKydEXQ+IYdOVcSVYHOTIPgIb8x0L7RDArpm6pJ+qRVJhIr4hzH0ocF6HvFLBxNtVUiVKlQ+LlQEGTJV0rKmkxNDBEMFXexbKVj5G5rfHPKUpl9QVg1JXGXL0zaq0WhX45cT3Xoeca4p4JaGVVsnS7XvQjC/zxjhvDc03zXNSj1x5BZJVWV6da9tCnBOcQcrg+xz1x4GkmuapQ6/FIUsPNf8AWKVvAzNanVSpTHJxy4PUOiLUVsVU6qr9ciB8jq4ODzAlqVgkl/dV+98haXLOXYlHts4fSPgoplqlNayFuwa96ohEtcbdGwslaLXUxOaI+hXRGqWarnAJizeImfpm4OrcDw5/DFXScAToilJpElWq9f8Axx+QJjRyqStqlU7sfmPoJsyVxFVUkMjQLD5wEnVGtVbWURToSy7fmFITtk260fPS6dl2PaAiiffHdn9xFDK51qTHy8Wp5owCKkfBXRbpL7g/Ua9A+GH1FPcj2NDucacFVAZz+K1gOhG8FVMq15Tpqep0o+68Fb3wZXUJb0gfsG+oSysqNQIaaPEUtc6Gq1xV1DBI7pWhl6ieWerf9wUKpKpb0cm2N8h/xoKReSvw/MPmNKq4lqNSqxF6Li1Ja5AN4gZ0RnSgZFeehxxzxm+VDZrS6uPagNWRmjcIuciVkccXpL2ud7m0NXQpSyJa/TyhgSlElbIJgL8kbS0e2s3LD9k9SxFcg4583pGV2O0GjSlZW+hGBQOpUfSaSW+44fs6Y8b0xyVrS3jT7gfNqb5Le/kEmCk+51dCmMhWaGjek/G/LzcI5a0p3Ita4dtKZm1AKZDt2Ogp0kCE3fjdecaa2pSbvuvOHLZ+N8dmaNnQdeNDBuoNeaqclj44bNl9dcAOWQV0jpM4Mi9SSSCE9IJJJABekZqoMVY2eKHj6mUkkpSQTlW2UqBqk0GIockOuCikc3JNzYegmkkrNVyz5YOzX8QuIaULYvMjiBrEqF7Dq+RoDEY76Btki0hpv+oTPIr/AOpcbNR1gJwhuQEEpXc12xZBTklQtjL6PRLvQwmn4rHGIGm65QIQMFbGS2eSZgOkl0kkgS+fJJJZ0ay7eKqqhowylYs5xj8SlY01WyFLlD9PWCkkt9EXEJv+4vN4kYSylZrD1uqrxAtVa+KxBsirXvgVZnyvEHO0pdzorWRrjluFjlsklrhG1GYZfE9YCWYcqlXE2uopCdxESCVrNSBq6CSqXsAsjO1E12vpn931En3Kxvwac9Jkft5AKeHb14A8fs5quaITXnFEGuQkqB7ljNCfYqusBBRrytfc0vOHkGiSud7ooUIkGyQ1WIYs/FY+EKnLPxQ2syXJAV0glKJZDJ7F3E0xQsoVwWVxPjDWkmvisQCINJqVqK5GdPuEsoq9PH6Qyta19D3gpmSUloa8Aw4il+riiumqJX9CleCsoYIT5ZfB+4NUMl2wOc6SXoZXyE1of5F7dDktY8GEOGiMr1BE2pBJINEXO+8cdEWQnxjWLiy7ADWXSm6HpQ9wFVc2QWLv96GlLEy4xsek/T+Qxs5LhGtrvFVVc6CW6qvcIHhNm5ONLY5jFJXNV+xruCMSZfo1RekfISyBBeMriCr5F5JVlonmrEbJcybI18w09R1vs3Er1cf5DbbkYzVSChz8qR2i501kQPym8boBBc9miDYb3c7AHxOZ34Ik3BMxUlRG9a3x4oJnohDTGIl12xO9lwGK0ZXt+UNSkGKckeLAeNHlRiKtlmvTGT2oUyZbE+QKVFgMs7SS30KXdLb0C2Bv7GTmkrIa7SVLKpb6AKRpwafS90CUo9rXE3MvDjzVob0hdBKr2v1Gq0jdLl/7QGtUjdDa53L6X1GsUjTs2y9LGEZzOrj4jY390Nke17vFCZxS6qviwiK4tZuOMwXm64BF8lM6uPjDHDhVXNfUCKx/3IJGMrrteoVXpoGR0RgDxMI3+V+ISVT1+YHjEBvYMfARFX0AQVUAROC0TegFcwKOPYLjaiRIza83EEUITd9EqsRPO9B3LuDOTylegTz4eb5gUymXKV+XmBi8Mub/AB5wCpDfQ+YWidVVL+V8Xlte4Ayn8aLGkQO6NA79GNqSy6AnE9lNFRYqq68AsHotUeEr+iXEV9nX6CFljytAZr2pOgIGP4rLv1eDy/KIVQYGWq2ozEvJd8QKbfVanuEYxtfjBr7MqJQNKGIwSStfz2xMxfTycr5cF4Q3rX1cwW0F33ZOJ/G1zjMNDXAKtekLS9/0g3yJpZdzMC2p+zxh4kZtey6Q8Q1rK1MMJmCorqOzMNrT7wnDuCMIqzZSvtDJYyhmAzAyStrr7hSYWwjf13BGMN60wDNXE9Gb/oPXuVSr8bg6uYZTjeV1vCcdShwOBG/vWgMRNNS7AkWAxW1KUKgrpIxhru+QUqlBKkf+vjcIqjFL34pwqvuFspULNtfQ4fKA3cLJSV8X5Bl/lzgFMnlyucAwvXLkWWh6IHWSSx/J5wetBX3AVRGV3/OAykeqQuhG1PNx/V+4DVa/rDExOVFJy5YVspCHgUqQ+feAjhpNzWJi6HzDJRvyWWA1Cq44WvJVSp0xSpG+kBXBA4VJkdC8Fy6NqdX9gqYy6v6ADo+NIA1U5tr6BNwMjIgqiaNVpR0g1SStDnq4hfywBJT9u5SKwi5yURh4NrgXV29MoNZX3Wv94qFjHBDc64j7NuPueoa5dggwotqRBAmiThvbvOEXgt8HzW5egUJSVufHNwmwQw+QbPTEUmqSaSWWfTrD43+U/kfenhDsfWfx/oIwXuSI0nSKrp0dqwS6NfcFhWirVL70lXPxw8udoVKhqL+2XSU9dcmIQ2jrADN3rqlH52sqpUxuCHk8w+ZnyPlk19HvxUYR0JCsGtKK7FdNSLkXJVVIcuC9G/C8Oe3Xf0t0Nda6/wDxz7k6qVuhfhuYIwHYqGoua/2UroHqdob3czRf3qallnNkDp9N6jk4p9LZz+p44z8HxM6oi7LwQPyUXd4wXPRx7xEnRb8d2EIRjHqv7o6em3ot1RaDphShHSC+kQ1+JfNtD6p8I3g+oG625Y9DUykQ5zljl3r5Y8MI7kdzBwj8+/CBcTd54B6eXdUNPdUQdU5se/El7chG9tRhw7o9vg583vT/AP8ATxeXjUlTR1pldArRasp06xE8g1bB5Rt9G3b/AHrj9g1/za4BwK5rwg0DdklnSMnWQdBU16tHhhf2746xchSLWi7V0kRev1Yo9Tj9TtQlo8jl9M/rX2b/AEdT7pK6glMqtajVcsEleuMYVYx9Y6umlKtcsh9Pbhhw4Bx9SmqLpRqoklUJi63ucM7hruNi/wD45TLolcn9qqfaNDi3+EdylkefWPSb28bKqpH6AROiqtUvutcbU1etXSUqbj/EBHtHpKq2qXfDS433FXJE5rda2dJVKZYJVDoXptW/aQ3Y4PpEHXNU0k6tePeqDZ39HNUkjzUq+hzXojl0P/xynjtchBc8TIfOHXzCDuGzp455Kn/0dRXdKyungyBY1MkrvVcJKDptJX7qrl67vCGiTpJKvK7VQVvViTQppa5rZVdVhYHPx8j5Xhy9CnLo379ei2FRqg1VlKq1b8TRv3oxhtDtZKWaqtV5qWhGp5hyGilrU9lUIdU/rNET5ErRXglNamNUWDqKX/8APlznr42LC9tbQf0Qo/apZ0i9TKxb0fnf8wVnR8Uft7gZIIqpJTZtQc+4vRbo8o0e7ZTZ91rpJL/1W6eLxTmxo3td0G0WwyFZtQ9QDUm1VSuteqqq/wB0kmYnSqwvR+UPIHtEpKqpESlVPyE13Kr46CHRFWqWdr19fKL2juysqk/DV4QeUqWxZSqWPXxAIc6WaapW57+t8XhAlPk8HP7onb+nroztVVcSjr3pxhhj9OAMKORVa8c+1rtgNjR7prdbSLV1MOd6QiqXBgheiNjas1VVZSWJxiDU5dxqxSGKb3ISSa1ydP6C1uzotV1mpB+gGDRvsVKVKJX422IEIkkqpNSAjxyiDMdMG0pKarUOgOT+FelmFKP0GtF10DoX0nSpDeiWG1hhujfzOlceUqchByNBlspVebl7KUr7uGJsF/nvCs5aVoTjVPRKgmUpKVNdE6Z1L9bzjcW7RWVZOiL9rR8wVIIWUpLQvB61aJJJTcTE0BNJlb/yLECOkqmymuJ0MMPKLE0WqqspLLBcElcRVJWumTEqdW6LYnSVVzWPgx/qHUnHuLNQfYXXTMUlaBXyCfdz45zbt4cJJB0/VIkwSIQhLxa5sMee9evbQ6X4QHbqmaU+xkq6CDJKB1auCCkY370OrBfGusqElb1X26vSCTeT0GENGaMox01SJNSQXPhycSN71hhCKSX90wXJpE3YeW8DUqLdNUtlJd76Bo2KrKJkH1whU5RGaVVQsSLRbpKUk6QOc/kiCoNGGypUo+RWJU+eAFOW7B1U2U1IeobLqjWLt6fVuX2L9l47p1XKlWNfInehevwht378doVT8SElHXQad4RaOYMLoz7K39KBi1MMeqMNzyhRRTyi1Vc0upUxqsnBe2r8B5qzVplU6r9U6651cc5r9+/z3/UNlb0BsVIkpLLvV+H9gXPHSFS2rLEyNZsp1YYumnH1dQcNCMJtk6IfaLimFUUFZX3qofi4uT+4iozm51ricYpcPqCxlLyUfHD5RHsKLmpTZXoGFVIkVSot0qkrvR8rRvQjC/5wO3dpNbVJU5CVcjcwc21CI5vTF1L+nn67VJWo1m4qRDYDRhpRHRxRUlaJ8kp3RrreDVLOpT6+WYm3fByDpqqrmqmNUJXTwG8oc0VQE2WlK0q+J9Q0Ncu1VV0E6nRDzrwSg6lspowtFpJSlah6/ShDbwQ9wZtV5SR7UlQmjVvwvixncpRatkqkmfi1jAak2rW5xqu6lYhCHMepjwwbUL8Y7o8x4S5NpnoRyhC0xRTjBJVg6dOpBFDlieuXBEvBHzjkiqTCzVVVJP33drbl/mDum7oKZujVmqqy2p8UiSRb3VfHqLudSV/9Wvx8XBeHdDjUUczlkQo4lFys6SuTE7MOEO0UbIiqWOhp8Bo9W6A1rm0kkjykjkr4mMW9g/IKabLSlA7FVa5a5pVfDe2r/UJuFjKb8I3ppS7VX+6otA56tWsYsIaxGg3eNGCTpB0wSqVyRrY0I1Yw2vIKb1KP0vv7pch9MpMEL0eYe+xJtljn6R794Hj41xuwvlclTAmrGVa5Zz5GLgv67cQybptVUpSqsgnk29oEsmv/ABy1VqHQ4p7+L1fQefXT0Wql9woYh8WpWVLe8sPzHT8o9Jzt49wakEGrBIiSSp6gV0qZWURVLHkHgeruGhHb8ovSe7K/9XI/YAnYP0nU1VX7qfSrZIaHTdgtvwGxUapVHTV0cmJX/KIZJka0okmrNJPw6WEwDNQOxUpuXtmLwdYaUORqqkRKzr4f3EXPDaKblpgZmqqVRJJI+XlHwik6zVV0RXZR8S/Xql9UcPrD5NHYqudUqZWPtesLCpJJUyuqlUO1XJCv0T7t4OuXLwIuNRY7RO12Baqz08iqfbLEKnEGqquaDiiGrB0qeUqT1XvWMUpc6lnUlTk4+0DxeoUHgDl4m4Xo14iiSStqrkFjUA1ErbKdKOtikr8Q5tzh8ouUZpJb7X6Yso6aq6OlsCp0+NDcvYN0V5J67EuOGxynatVFUsTo1dfcB77vkhffVS3o6B/UBnCysolr+4fjlaF5YJMgqvZHm4lS9+YAXfKzSbFSr7WlHy4BY6WdKpHlZfRNAASaZ2U1zFhj4m3eiByMMIbC3b9JLNWZz8T9twAmpDxQLel32Ucm2asUt/bCRdw6mysv68/kGg5C8kVPyMCurI8pWpXysbW+A3SFDP0pTqi2rr/rvR84BMorvqQmRVVWvKSP0MX6h1yB9v7YppLwYXOOldntZ7XTlTL8L27CGDBeAcPBRQLqvsWlF0No5CnLA/rvwGzUW7dNXR0lVZjU/GNfqgp3GUrKaqkXr42JghhgFjNyGmsVpmjvfAtSkon2XTLV1X0TX0zljwXoxiNef3E3W0XnaLXOToYfLGHAOnQXVS45D18fqiCW9Nq481XsV/qL5Y7IuUo9ziRlXTX+6SOQ5NExYw98AUnSHK+hW946pSrBhSlTIOevjVr0YefhFtFUZQLB/sr7LQPIPA9VVvCJDR5+YJkVjWJzZs7DJJ5kWuhXG9vbmbnH6p36tDEJXPXsMSrfjuVdoLHdw9Fuv7B+uhiRxD4YdW0MnkI6ErV/43gqhs3pPI19YWvbkH7CpKtz1960fJtCJKGplJX+1XPL6P5hZqhko9jbmtJWpLUPGNLb1N9rCOcJrqtVSTa5D4cu/D5BqzpXvhWSo6kzpOaHzKlLXifUctbU3kBs1uhlcTXhABPqOrtqXlZ1UHEugSlZ0cuJdNN4npeYEMKWWmgYAeklR0UtL7KstP1eYMWJptqNOopebUV9DF4BsDd8lvotxnPNbNuaGSxASqZLevoNbRpGbvoILSPKhnyfRNpDIx5W+nGIGARHnjRnZHK5fwjOYfbGJV/gBMD9w4UEV7AITX8aJ5Y7DWI0niRXWb1gFWypXYFEaUSlWWRrth8vodPz9j4q6WPail1S8pKUkNcVpjegLFyqrxz1w/HB9zPkxQ2cvpokzbzc7lkA7JqGiZfl3h03ijkScpE4IilZIEGiKTGEZsqlYLBKaPbGS4QRA4nD/FUAryhs6WIvUZcl6AAXo/Ug2GX1iUGe9SgHApDLwarFhKAVIIyhuLtkklZJe2NafktT8cTXHkU9zE1dwlanC1ROV2xsh2ll59doK3TTkhnxUGPqMtiaLjxQEcKJa8wOVYK+gKYsku+Q+kJ4VsdzsXwNKFhYJf6jJWfxg2DDI/GFbxK5+BQ4ZpY4VLISg9pA/isSviboQvITQ2URJdTxA1F+SAhlPTrg2KHc26vkFUSpJDZD4JaA1lN6+MK3q8pLsdIOFSJBYsx33QDpoyg0BpPldcA2CjzZE3i+QLE2KSQZs1ti2SqQtxsE1JhbqFkFCqfcDBw913CgJZx8g7akSgnZRIBzPxvxBUu/GftHkgYDvfc2Fw9lVNdy/tfmF7mlbL8QUrvFVfjOIImVD2iKUbHLdVVWolofMdLuOapTUMjcHMaJKqqqSbkDqtxx0klSdAUhM5eS7pHX6DTsg5T2who15KSJ0wdF8lrt3w8Xo5qGBpU21FMFEtcABPSaQBc0rKGbNQ4VdpCiL0a0pTFl0O1hAJ7oEuV7H5hcxlBm3RpNKVna4EVpbksvtDS1roLW1V9E3u4QudXRWR7UDMeEMvBtr2mkkun+Q1uk7oEhrb+nuSVGr0pdDlpZdQCXIvBVcQ+pW6BVWym1CDR6UpzL6eu2AnNLKq2U3hCpwt7d/u8AhPkOvi4DDh6qrtALZHfFq5PYFKULI/HEbyReKUSwinjdIEJGy5vN1dQFSjKtdeAXpmm2StTKrm+QSXT2KJ7Cy2v+ophD2xMtlvomQk3X5AZj1l2Aj2opOmDDpShRH09sBTFafYqqcl3xcjKzWuEU1ZVrxwSiYbZtR7l6RFReXaGETKi+H+IJ3FhFeAJdP+HzAhk5VcMXBbUDGta4f+g11ABo9wEIm3rL94grZWQuSQVD+P7Dmd7Lr5RXBPxp7MZgb0/iGYbQ7vieBLp35MwhNzugIlNNEa0BYQ1kTsDXiNGu5iJvFe1ui2/u6HzFZY6/UeUIFUstCvT0TjGVZccQjmvg6uASrdYjfV7BOyHS+hr/ABZ6B96S4vu2xMlkIwhvvRGYKWXYxQGLBY9yUYTc6MEhzaf7XhCMex7hKMe/ruAUFzy0eibldAZJDle6JwlKiEC+KB/EL6XoxCCXTJxROGv7jJYCHH18oRAxJmOlK0CDCcUlVRFMglHWsGQz7lhSisyYsKRXlcTy7YhD2AAmFE8jiDynKq/CMwLNEYmV/nwDZA+REVRSBEI67QrOXlQH/wDgGCHhl8Q+KB4pyvSDBRKV/wBhMUDrpK5oAtAWKpKgRUobKoSqnHATlPXCMK3jKxcdLesgAuUL3+4cnIA1yibfgbv1ClZIBKI68WIaqwmqgVUniv1QA1RSM8hPsa1zo7z4BfBxN/8APP0q9dWol1Q3b26OOt2s10RJXIOeHv2h9meD6jNgUCyapNahEEoaN7bhtjw/5n1L4uPGPk93+I9OuXktj6Ccp0RLQJ5sG5+QWvZWyrXHPxAYsZW3lANrQSqqWz8fENxt0fAcnJ1Wz7eEenFDxI9KYnEqYvRBLgrVha4k+rjANDZSW+45yej+4JatNn1P3HPPkfgb28STNRJJUivHyy846VceilKmpYh8oaIlRcpXsfMbk1pRKhqL6Y6PSQlLqZD1GMVXkspmmldnnm5HzGrXV3NUXduwPRdKJEOguL1n32oqdVXIBCCqSVlif6jvllHqOBrLTPgXw4eAqmfB9TK9KUCkfYWUQxL99O9Hh5gguH8OFM0NUou6NrspCtAk3aULDaj18I/Qi6q5VrdHRZ2FKNUzkOSJR8OeHb+nx/ca6PSlFpHOyUPE+Jhq3/Jg8o9X0vqVzLDl/wCjlnx4aR0ZldO1fpIOqGdT0F8evu9UQ3NSKVKJbFdVyHJjpH2oljw3x8u3KXbP7iHX3pI56Oy1UiaPCYvBHhgOxM7oUqZYEpmi3RDoZZauWXmNzj1vT8jgsH2PH9d6T8+M7hcT4Rn7V0Si6eVxyHslauchtQvxHbGNJpUo1Ja4+R5R8g0XTLWmWsp1iL18Q+6WPXuDfbjPCM/oZ0hQ1Mq19FJXarQ3L/OPQcq0eQo3/Z9ALWSWxVag1+6i5NhTLDk1yY6RyYIliJt6Ya0pIdJK165OMGzc7VWpNArJdQU8GccUpimbl35KLVYHXXXv1eA16O3gGwUZSd2Tr/8AtZN0tQ5vfu+cOLsGyX/KGqqSWhGp8wegpKSmpd7hHK4uM6OmE04W0KqNY3UKqyqUkEJkVCYfWNaNQyrV06YK1J5FY1eo0cA3JR2/mn4gT05BVq6QplLH0Vy81+/CIk4yzTZ0QlGjDNuqq1IkriC08LKUlUrh7Rp2qrWyx6+V0b4jCh0lbINhkxHM1i6mglVWCFKNcd014nBuw8oruefJOmpHUrtl4t7bvjY1VlWtdL2auAadS0FaBf7KSxGT09U+1inv39rcAlHEpGeUaNgfuNlKoJJVCS8kRK0mq8cCNkpVRXq9Ybkaq51JWp0RryFqjXqcaylSP2CVddr8EduH0DJo4SVSI6SqY5IBigkkrauktD0uAascjphTJ2sqpRzrGS4Cxjtw8+ENjjsfj5MtDlynSitqlUqC2RKqTa9fDX1iLqNPsWulxMUv5C6MZudzhMgPCWSJyWJUxbK9s/nGouqOSYXRumqtgR194b4uCvpeuI3hookkrN6Wjoi26O55WnmpEmFTZqBq7dU5cm9udUb96PWNWQYTVmk0W3SVVXSV0AUZt7eQE7ikEqBr/alguRWJDpYb5jw24QhC/fBiV1bBVImymq5O2maES+oTXcef/EfosldikVVyOjtA1FOakeyr4gpo121ftZTVVM5A5aIsP/VxDi9EpdJzm6ejdgUzsrL2a3qVa26X54doAI0cqkqTyVPLwjo10dAfajCyqT0LVI5tGMN2PNeHO1H7906IkwakxMtU5o1L+7Vhtxw7sbw5uRYyL8U81oYIs1c1oHPjcF4WvqJlKzUsRDXCDKPRp7E2UwQPif8ArqX63kjCEfWDHUUlaiSrWptEx8EfIGhTYk81s1xVqklUy8sap4QmuymrF1sWvsJfi6EYQhHzRhCMRvNOuKLoZKa6/wCpKtCJzR27257whSdOqUtZSCBDkjWKa/GJYcEdzr5g8pQWmbjzntdjRUKOSVdTUsg+Nr1DYaJbqpK2qpDkGt0gsqrT2xaLsGWRibRo7sYRjtQ5g8oegEkrV0kc/wD3RxuvCEsZLKVMfvaImy0kkteYZMxSVanSSy6oJbqJJWqSq5OIXb8kL4QXTXa/Zbo7BJrPe1axyEwVb+1WjDdD8fJl4DPjcezLI0LNsnWQcmN5cF+A5W6oD7Gp50wVyyX1Ui8oQ27Dn3Ou+Nub3T3bq10ppCV8SqRO/tYduML/AJRdTdGUpdQ1aun6rUj1kaukqVPDe3SmvbcI+oVfIoagIk/IJRSiqWaSxCB1RsVVVTqq1JHZvesL20FWtk/akTPx0jRqGj1xhf8AcGqZGuxf7rHUy+DyXr/uC/IXsyx2WUrZK1CYCn4OH3RCK61u1pShnTVqqfHSiXKvYcHnDVFBVWZNrn2qvVDbjHnCyn6VougWp1X+RXrFJVwmvYMENYB1EDbOSUS0VSVOkqqSoTEPX0Yw5xtdHrJNaiSSVfpYAjpRyk6VUpSi2shA567ghr2Nz3vzAit0lr9wSr6JT6Bb25wjUhoHQ5DB+kfjkLkVsmI1LwhxapUM1SVqT0HEFSE3b27eAZqfplqwXdNUiYhOLHbhDnv9Y1Yyj+6P7/SmWfIV4sOC9uCcYfYy6dIgrdAq6dSmqVTQrbpvIHNHPH6WaSIvxqxeDgFbaguxXJp7oNaGddCvgrESLuB2stC+44v9iaknLqmaUOwdYhyFgYhdw1/BehziJqAlKptfS3PyDK6Bq1SVQftXX3omgTBgjG/h3eoA0hTzp0lZNUE+Ntxjz4esUgnHQvLyKS/ZXBpsX7qkl7QpewmtTsHWJ2cEb+4ItFnVnspUlQ/ENuglfOkV6cCH72D1Bn8tiRk/JSd8/wBioNdAhPdwgaDh0krN6eUQ24DaSNRaSspVUnTq4cACO6a/+rPqcbBe9QGpd0HyFEpNVWy7mOBWxtiujpKq4n1+goeuVdi/dbA9fH6UAW0abKazUvb2/LhDKo+BlvuME3ySSUqVj1+N9AQam1e4TRMbzhUgxtTzXRCVPaFBmquys7w42EbpEVjeC7V0qeyqHy8rAbAAWVJKpf3SpyHJjV62VwQ8g8klKSXSSVqLnvY2u1fGaLo5WlFZTrEXP5jdQPSZLf7Di0zNspp1+nujBXDW0mtVx41ztMsK8pLI0616Aubov/8A2ksvpbom+nsO8ZfIp2K1VSm5HH9/n5gtfpyldlNVahyYtf5dQc3nWa2L+rnFT1Oi1UpU0h6+XUwVY7sI84aM5f8AQejLQEyepUokdqriLp+bWIXKSs06xDk69vr6hsFHMqGStWquPkZQBpkkpU81Uh6/Rw3huPlUXSsXk4vIqgdhvX1EYqqpZpXHr1skVKv0mqv9qTiYpRiD5qra7F7e1CBh0al3JKwq9s+1SqTyXznL9AHFNVK12KLEXbVK1SSOTFyOsFmOkrUSVVqdjSGi8f6Fc/LQArHfZR8fE5jdQHOo6x7LNhnFvyTrN6HXwijYjqadJJWvXyK3uwhnMWvIpUeSq6SVQhzmr16vqBLal1ZUr0i8wtjRs1U+ykiZdQ+LhwcEYfkFR2CrV1NSqd/b9wCWQ66vkOvtRXNJK1OjVwecYUpJ1Kzv/wCu+NdUjSlp91P3eu/fEiUi6StZR8gMB8cRx9oP1UrVKuTo4NYgxkrKVIqrXJjwxMO4FTWn/wD5SXBVxb3nhgwhv9tNVUuOT1jBfTeiymX1DKukEtM5cetfjh5uAa9S9HtUlfuqRyd6/AFUt9jOkiP0q5FCHyPPzwEjtFXSRNi1D7Vbh9YGlpCQerFyCL+VNS0PdHgF5FXXJZfkHo7Pa5rj5O4GjVwqqlKVSQOc9/Rw34/IChnTIsnMrjjYaNeJenkY1/8AYKJCWdlVNcOAWoJsFUrJ+Qh+LWyvONuXchN70bm3pmVvuOGjam+VV9oaAUjphXmqkqELoGvghu/VVSJKS7ONgN88HUB+jOGUbOjIU140Gt6a16hzhvSKvK49fIrB2wpDXXnGf2SVG8oP1eV0IA9B1NGoNnSXfD1orNGTNh4NkSWyBdFaymqhUiukl0OLw+UQWfpK15oHyDBf5BLlzN7gHvKq1OnjiprCaHLdslnR1cUCXJJpaA0aP7YZNW2QCUTpCRvmKNqPgkk47JRIMmjrxRUZTXcEDrShJTGw8hNfIFZ1RRBf4x6EbwDY9bL01bLNC4h5oDmb0JomAU8QuPgasiA+EZSQWIvEmu+68IEe0nZZ0Ollszn7SpFj1zlhGZKar+kZUWmi+/KSstMXic3uykLXSFla/QKHCAerlVV7mQAFW83ehJwKxdCdRCyskiY4XuWkr4hsZmlla6+UVbD19wg1iy1muoMbXuekDDNA2RYWs0VutOUJShlI6ItLbNFpeFrK/Ya+oir3OlggN2fN5teyqfXhCF4yVlZrSyRvakGM1I15dW1lK69QoVKlvXf/ADB7ltyquX0QvUSSv+z5N0P00Bt2DVpSvEEikspoydL0OkURMpKzQUsnlExEqWIqBlnKWaS/iK3TpUDkLNtfQxcoUtR2ZK2QUU8aBnDhXlReolrzgNdD+IZX9ieQVRVXEsgSjGVUV7oGiQZMt8g6nQ9WHlj4roCd+VXCzZ6ua1KI7JVFLI+2bPRDu1Ja/sOlXOPpXYwe8cfog9qQbtRFKyvVi/QBzjElPiO0NaclJEtQTGnRzBGnlUqgsNdOrvSoC5yS9I0dCVp2al0wre3QeNGkLU/435BS8uiSV9IF8mQ/+nSX7Nve3SSq9rXmeyFCl0trndHJGlOadVV14AsXpNWaE93dFv8ATYq2bwanVeV9LCAXV0nf9UPMNSi9V3qvZ3h5RTlcfsDZh9uMXobuqXVVrylQpO6m18jEFUDzegJFh8vcN2KqCj3IwIqqIqpA29K7ArVLZCMtlIi86KuPrEUxjudQKVjZa7QHq8lpja+gvRBMuRN1wglFMVQJ3BYlDXnAvI3xDCR13fOLSwFCU0EFjKqTQoIy+ytRPla5/cBVi9juA85bLNe0Bl/8QRBVC+ML2uAEwT/gKzQV7gkkZWb2BSsQN+AtGG4LiGtQMY3ihdOjwACweOiRtfIBVCe2CTGEYG/kBB4sLByJJAkpEhEqYLQQ/wBxZXVkcmdggZLE0PXDyj2/DxYeh8xkxZQ76fk8jUu5K9volDlcsRJKmiNXksQJRp66T349doevWvYxf2FlbrHixm9MMkZLRGBkuS7m6M38tLp6eATT/wCvuj0SA6s0TCafoCESZE0WRhKV4ml+QjWV1L7grMvo9H2BmEcj4deAYiTvkGSE8Vpgt4jLHKjECZf4ddwZj40ZNH9YhV/yVxjUSvxET8lNqVxKEOVEyQ8V3gqFfSQJHU5cIu16QrTshM+gqFZr0Zgor2B6BhiENfoJHL4oFhREV1Uux0q3yEyR5IQqzf4hXUWF9R6Kc2y/LB1iJCykvGdq+LCjMCcrXBoFNdyo2u5rAQOj36/si8yOXZV6ghJsun2hmNFsBco77l8TyARQnzDFayVlCpRFLfeP+wDQZpS0KV0rLoa4AMZPsBkqgr/1n6wConKsgrSkMn7aAFicl3uoBqEDQqMoUqpiZaKUlZVQkUkqZaqqpEOgQ8DGJ1RH2hcjSn2pQyb9JKoQ5IVC+QfE8YSleIcg714HfCQq6Va3OOlSE4ivyHh/zXB7sE/o97+I58eTA7Yk0dbK0McPkmKSSpGuXj44Afw2Alsp0rIIpeNwYPzE2Ttg1qKquiW/HN5oj4Xn4D6zi5H5GRbn0tlHdKqi1vR0p0poEEz0i1SSOrsoh6nSvwvi9CnaLYMNnulSHPVxUiYRDj9K5lffxDoppUWw2e6Sr8WuNWcPdlOj5eOfSw+QDOLpftl0SbXITRJuFBZGas3ZU0nYwawHrcfF7cKPPnyZMZNWqUoiW/n9kOVqBSYJEVSx9Mxjlyr8AHRqkpI7p0lUqZrpBXS90r+lN9qJ8UJJuXY0Yy8hSSs10SbX+QzdBcYwujot0wf1DkXJk8+4AaPg6Stcvthyen5W9en1CvFBeSHLGTej8/8Aw+eCj/gdKOmrBI5yHyMXc5ojily911KXEUpZY6Jz/eG57940B+m3hDuDovwg0C6VfpaETk2r/kH5xeFS5N1clTy7V0keRXOQmLe2o4B6fo+VSl7bJ8nDKUbOpURdTRdPJIP7nFcerapHvXyn29cA2hnTqVKVGDpLHJkG3Sx14B8l0XTVKUC/2ewdVKl7E43MO3XLXaNbrWE1JUiFIoY5y1r0TYNuA97jqGn2PD9R6fquJ3W5PwhUpQzr7Lfq19Ap9rBfweodgom6hJWQrNxx8r0ZTDV+lsV1XIvx+LHc8w2y5y611QLojClFa5FM0bjCjWrPOW3iz6CuippJVVi6m1Kh4Er80cA2Vq3lVHSWOSpX5hxtvS6tKNZTVI7ohyaJb/VHybY6NcI/dP6G+y36RyLtcU5N29uXua8EbiyiuKo2VRq1dJKOksviBU5o5VVKUqliYQ8atkkmoi3cJK2TrEqBWvLMps583pN1cu/2ArmFz4h+LzRHSaHik/STVGs3V0O1dJHSlTOJw39yPkCm5WmVWFehn9dFdr0Y2kOHnEfyOhdSN+f0WlNtdPJGuXWXMJOmB2uJj+XDwh/Rz5q6SJspXIEKQSm5rIFXUkJk4s5pQjtVJI9Fv/7pqfS0ibhoc0RtCOgroHygTS1xf2pUfpWDpAmKrt+eG7Ac9uiurujoGlP+LtWCC7pcmf0E4ca9w4I4PqIODhtloT910bvFC1mqqnPxfKL4JTUjtX6WJon3b+5CEOEanRlAXRqtSOqUutPXPopJlhAvnwjYqOoR/NI6+3p/QVR4OCMI+sFcsOzBLjnHsa7dsemaB2K1YKkOd8Q5yKn3uBdvBw4YCFCUWkqkRWlKZenXwHrkUvQ8kLw9dZF0/uoQauv/AFWsTlIU1/KNt+W8GbBlKS45z8faLDgC4KU+jsVTwScu4/Y0SwVV+60ouftmhEHtoumqudrkr5ZdvnwdQXMyNZVloZVUNlFkmqUrTyy1OC8DFyg9AlU+5zK7SkUqZuoO/SYE+5Xki4uUfdje4YbWHgDqiUnTpKa6SIcnGMFMUJtKPZuXsiJ/ONpbvtitSJSiY+uEBSzkN8NIJSg1/tUmqB+lg9QMjQ8pI8pU5Nvqv8wWMoyrVLT9waFdulalriYcU23gDqO9Ak9UzSrsKcpT/wD5xriVC26pOfaLf5wvou5+UkRVIM3NrdRSiSuPPvOEuxtXg3YmSzWRrtBXUpbClhDpI0eq6zXUDVF//npEX0SVtu/wi5WCTrNJY/QFWxptRLXAKQ44sn7jSo57SlHpP7qHrpXE2KVNIhTFv7eHALndCq7AdJJZdU5OfDC9f2w5WS2BdG6SdJZ9IiqR+NGGCMPJAGpRtZsqvixIbFEVBZbLqfTo5nc7RKWxdiuqk9qeqqWrh4b8d3DDCNqLQE1gSViVPKLboqBVaqkp5g1r1P7opCxxkt03XCGEPKOXapJEVVVIRCplGwQ5sMeYaqeLEy/JCJhRsqyVSJxyKnHPKZoVJhdk+auq66j284SPuVL1695Ijrr2k6BVdSkn7U5K2JUUhHrAF0dCMKUYEfpVNlNcdJWtC/e3YR5owFXBLsBuXc0VuSVmksetGpUDFunNS5Op0b0TeUa5If0y/wBlJKrskCGjVIQsL5r1+FaPNwB0jRzqV/8AzQ5z8bFjAvPGAi5qI6hkOEmiSrUk1qTI9EaXdcya0XUdNaUQQPoIGUhH1cIGu4uopmgWpKBYKoOl3V46qu1FOHBCEI4IxGt0LQqrpU7qlEsc+NlX/eKwn5JTgYR8ILqi1TzUq5Kka5imwYOsams7dXW0oelH6pzkyUkuTh+Y2K7ah9gUNN5dWBKm719QXUC2VlWSXZxd2G2L2CNR2a5dDHIoZJLpnOU2VzXty8C6JoRJK1aqkr6ROvc8oNuio501foP5VclSUr5Y37/kjgBDVHYCU2aS3v5PBgAFn07HMaNSSSIkqkS3yDn2r+118w1VWjkqLfnYK1CIL3zpHJtX90vk2xszd6lvuWfJxtwa3S9ItXSpEpWIRWJDH260QFUjRlWwdR6klXSSVnnJxC4PLzCGy3TW1SSqHOXE822IrbFaqnVSsO7ldQoWKq6VmzcQ46IKkLL5ABUPtlJRXHIuhf6zXvqBYMrLsX9Yh4/glQKWyklcsmOTdwDWz08q6V+6pEJruBY9x31RGNF0Y6VVIlKJumrn4NuIGpRd0r91SzBDxxy4awhsl1ZpTa/RB9Do7FpSVKrkdX+oseDyhm8Q0hEi3mqzZVc+E2UD005vEqEyCc4fvaGatVT2pKmCr84RAbY7VqqfLPxODrC5AxYKSjvup3UqwJlnqhIo4dY+gTzeobManXSTU7VLMHJalq38F/bhwRh7gc3oVg6SI6SSn18ipfjDnjfAfIDHLaNTbJK77X9LCGCMJudyO1e/cMH9FpK2qTUiFTLxsJhUk1VxJWPoDfiDf0VLtlUkpsrLvc1bnEIxlZ3EXTvHJ1w5xsTRJJJqfZ9dc5C2RNwu35QIxoxrTKREtlEIufFMXdw/mCmGSqIAamKUdJfenRydkeKvN305+LjB5SlwDpglNdPyEIcuuAL0isGCUpWudf1DNqSA+qgRBdWbZV65MsCnQVYKnVSSrkXPXPuxLHdiCyvd6lej6hN43f4iqWIQ9/gGU4xDhK9FDdk1fqkVYOlJ+UdI5b0b4xSLNX/30qh+OPFVV3pKofjkwA2jrpti/daUSnocerhvc4D/AKGNWcMlcdWUftCkjTWqOjrXM0XTLXZVDPybtRKsNTXTdJKylePxb+0FU5DaEKqaU3Nd8YgtK30PI0Ykq6tXRCaYrVoVrypz4uiUVXIvJN8akKIvpXrFatJzakpUXO6NS31U/oha9ZpJNT7Fyye0HjJy7COGqHCSjpJKUqrpVgI4V13QvQpBWlGpGqStuhimJWAR3irVW17gePIL7I6I7Va77X4hPkLIvElUrVLHC5BwkqqSV3xYc81W1DWJ7ajtlqzyakRLI820BTNHSqpPGX6/UInUV9sYK8y0ldYBVoZPAuXohWUe1+ogik/ay0mqtfpde4GJHaWa184mo031gqnXwYgWn4DnvsLKUfP0vurprUqJZRffEYRpdKUSViYuXxucNYqv5s101TP0at+F7giK16ISVS/sKh/V1g5MLUPIL9ofq+kQOakpWaxO2UUKUQ6Sr5YEMflfY2/ICpfYVxR8GxMqT2UlKVdEx7+SUGIUgq1SsvT3PMNWSVlAlJ343R94fEVR++xuLKn0lUjpP2pFD6JyYI3usMWVItcSUrU4pDGwdV/8hpLV9qXawA0lIZE1L6hvbUiUoKO0dMaO5UvT41T5xDJKnUkhy9C6B01Vsq9QOWt0KTrOpY/mj5OcBcSkQyZvproJvf6QuTfzanwjUmy7VVKakrUITI4A1Zu8jTBUKFk8tI3Vk5legGJaQSGnwpOV8ItRpNJK1mjKeIntm4QpHxpPRw+QY+07K9+IaoSlf11xKNITakr0+eA2YmMvBtJqSy/3rDKdIfzGspPptRIXT/jClINo2OLnIGYOAmKryqunDW8DCrygnUP8hkmbfdATOvKCqL1KUAV3iqu+h1C+4G8YjlxSllZAOuqqqdXQC1PxvpA1NdJLXcF/j8SNZDJCKSQzsu1/EFkX3JCRFvFeiW/hAzFcF4DlPYFZk+bsCmCtlx+kLoG5LLyA2SGfG+/gxEntixJt40ZT1+Yk4cpShJ9Q0HfcEeqSghcOAS/dfpqfUK4RyFVcTHj5g0F5DnloguffZQQv49vpE3POGz+HjQpOWVaq6enuBZlodIrXTss0Fiyc0PTJ+xfACqGv0Emi1ihyh+gL3hFd97IeHSAaqGXpgQg2FMQLE9AVwMGDpIUSVcQPBfY9/QLeyICKrZLO9EXqICC9lUBfV2BFvyKl80AF4zQY4Na2QoVjZBn8Q/EDhDXdKLYQshVBXelfZ+osSMDY0I7Dmx1UqkoNm77xQToRlfxBZFN99gQnyFvbj5HBaT9M4yak1ZXJhcdXXjCtRVXEAg5ApDFR9ZANR7ZAUx/nVFZ/1VxSnIktMtOrNj+oZJaw4ndyhWmWym6+QXNoKgrp7By+whKGXZaAsgkJoogspf8AsFUiHkXyBclDfRconvQ8WyVzuX0Rn2HW9EKu+jJy/wAhKCcrfR6qqkl2xB9QV0sXrQ3rQFdRLevyBcUxQZv2wrso+orJGbZa+QTglliRIylfxiyBFd6r67oyj1GvRaiTlQREgqbw16gWVPXi84PkCjopUSy+h7gGtpqpJA9RPetADmRss6A0HyLTEFZU1QWqnN44HJH9OMMajKMRfAs3NYmu4KErUEkSAYn9GIRVm67gsgSy/D8xgxhGvz+sCPUZaZamirmuIDSTQImfetD1ggpxeL0JKB16Bd945dD1XhmrajBTjyhks7xx2pSPFVEhiELwjGPjdD3iRpSuvnBaAvslEivKkGIGldsej4rQHiRsgfiZ2yRC8qJVpXT4m15hAymR+G8LY/GUK2HwVkjljKZku2JVtd0V35QUMflszEonCM0ehruiTdtNVsgOSeKyl2KR4/dl0kIxlDBFJtkklXP8xulB3AOqZSJNsCaRtb436jvBGwapElWh8vyj5n1P89jPHjR9P6f+D6FPlf8A8ONNaHfqpTdi+4TbUa/VrymuR1jux7hJqUrITJe0QwY3JMGu9Er9kcUf57mb2dv+ycGOSRwhK5OlFUtlbFqbYGjQT9JKbKPUyR3ekWEqylYgUKUQ1VS/DVFl/Pz+jnf8DCRxz7HfzU7I9ep6ucXxuefqpf2o6u0oHxSYsNRSqWaSFZfzjx2tk4/wMGczbXD0ormkqmJrgF3/APD6md6Sr93dHWGBVZua7lUbS0QapJTVWtQQ/wB85JB/2SCOBtvBtTyuda1KhBrNLUdSjV/sBJqoc5OjGI+nHSqSqR5Vca/R5KGSdLqv2uRvpi7vWN/vPJloP+zcaOCEo1/mtinIfsjMaKf4/wBwP3OEfQ6K9y7q12KTKqVqooe7F2eRq1aoEIfTqwGl/Ncn0N/svGz56ToilFf/AED9irrAQNQb/wD+KfJyeKPpiiaAoZgqdV1UPX6MAQ5ou5dWylIV+gWF8CP87y98Qf7Lx30uj5SPRDpK12Kfvc0ACtQ7pX/1T+4fSj64xqq6PZYmhihe4uJa5pJIOv56S/E0v4SMvyPneNAP87sU/rALmi3SStql7PvH082oFJg1OkqwIofQxb4VqXHMHSs1Vr3KopH+d+0Rf8K+yZ80KUY65I/ogi52m3Vy9MoUokkTEPpG3L+1zDvbq41rNUskyE7I4J4ZjNaGSUSYVCHqRFIfyXH6z/xyQP8AbeXg60z6FT/qRuDp6hkKGujSO1qFxlergjDa69sBM6JuIuyrq3L+EuogfGO32Rf9+GA/PRa6mlJspJ0fLjpR+o+mf6c/B/Q3hLoE+yqUdNaRQPGvUNobg8/+S9Fx8MM4Oj0/Qc0+V4TOgXQp3ZeDSe6oalD0pRxzZBzV6vVfA9zPhsdUp91ftV2q5z8978vINw//AIL3eXGtVHVA0oSl2pCwrIOr21Dg2wiceFC5xq12BT3g02Kcl8s0iN6N+HBfjgw848bj5YtN1f7PVfHo6PQFIKukpuXX4hsI3ag32ys6rUITKrbZh81JeFi5xVUiTBJdCvxjYS+aI6n4P1KUuy/sHVRDSV5+aO7EUknhcieCujsp6WVdVEmuP2PmMuWOxc6lUr9EVMmyVAtf7oh109I+3fAlIXTtUkrV+Q6/kvBY8bkuhGnyYdzyL9qkrncjjg1eCTpKakria7Y0kxX7pU8pqc883UHdGJKpfcJVvU42TzDYygInFu0NXjz/AMWdqwVJj9L1eUfOfhx8Fqt1FFrutikIdC/U4R0y6JjSlFvyP1XUgnFIa9AOmzpJ/RZFXSVgcuNuwASlxSXIgu5KrPzJuguZdUM6O1dJHJU4xeAIG71/Qyuymrqoch6+IPtfw++DWhqZYbPoZhj1NHmw7Q+MKZoxVg6Ok6rkqGiU5Dj6T0fqVzo4OXjqP7Oj3O+EBrTzUiSqpCUgTLJuKc8Ocbq3uiVVSIkroD5nUgqwV2UkrUUyiVPqOg3HXcJOqjClVajomQfjdY9aGONHhc/A8skfbXgu8IFF7AQaqpEIvUgXJh+fvG+L3T7AdEp6i8eRiKkrZRN3bwYB8i0JSWxUiP2Cvb69d0dQuPu3m1EnXpH2hN8f+Jzybh3PrC5i6Gi7o2pHTBUiiZ/OWO7CMOGAdK0U1Vrq6fr15h87ULdErQLr7ZoaudDBshvWwXuGEL+2O13LXbMKeakdJK4h/fwRw7gNapiW/BlzQOxa6s2vXGrXRXLOnX39rXnoY9TdNDdgOqJEauku8LismuaVSCvjGhyuzk9CU4kqkRJVLo1N2/DBeiNiSXSV/wBBK6W4tVgqelKLSIfTVJzcPNEajQt0FM0y6UatWpCEr+7yCDTgdEXn2N9TdKpJSkhy26K1uoXm49kT57XOOgoUFTO+0yQn/XCO2EF1tDbAplqrsqfsokSzdqJTw2sEPeJcnJkqH44YOwRtCakSVlk13QyTiqkPULRyso6W/i5sirsqUrXJ7gI8WXgdzNbpdnsWmWtPK5g6Wx1S+6PvDtgVJVL8fzB9LUc1fsDtVUsTCWvtYeGA1+inKqVei3WfQvY/GJuRDOMuISDc5UN0mMpWVNx8utxhsCCU1r06lTJ3eEL29qkSbU7m2GrRTYqpFdAGHUbkZpd2FDqsHRKZlYhySnG1i8BvIPJN0lWpJSvYG7UqglSiR0lah0FyxJ5IjRaNRVaul6GdZaBa6R+UJuYObdCzhgVjPJUGUcX710A4Vo+ba6AAaltczjh4ioklZKpCkNE52jVbpKG2LIp5rlss6XjJx2/NzihvSGylSKpVDkPjVxvZW6TpKUqkTHvk5jXxzmnqK/4GqebX+zjmiZucmGJYx2y9d/agBPjcVkhuLky6GbO3USSVmqho0dNf0mKOc0fTVMv81Qy5CZZDqqQhE3kvxiNuod/SmIq/oY/bIaEfPDBEaEwyg7M3YUE1VakujSSP9yPa1cMahsEY3ubbwDXE7prnGH/v/wDUQsTx8xYYPKNwupu52BQx2tFtSbNdFiXJhfLC9ejG9Hgwjndz9GJNUiSkqmNlbcTdfCBOk9G4rrGZtrW6ahnTU8qvxT10TQh64DmVKtEqZpmUkqf7LanxEsMCGPu897awR5x08hXSTU8pLLJiYuDDgGsXP0bNYWqWORU5TG54Gjg6wjeTVjqKgtHmVEJJJEVatSEqXq9UsIw1jzD11bSbcu9suApdyrjQv7Q2dqhKSsu98sAIds2rpgdq6yF0okyb2GMNvyRDPiy3YfcrpOfMqAS2KdVJIkwmSStgND6iCdz6uOrK9D6RD2gEEnSUrIUQPKOXnhgv+XbGzNaKVSVOkrU3Ko0IJ6E5J4/E4BdPRkq6gmykjkIdvAhKxdMu75Q4aUcwlSks3lm3MPBhG/8AhHuNSdUX9spKkI6ZHmpGNgga9tlNHnHKWyz+mXR1dlEaocUm3uX7/wAhuTp0LBuauxF4SyfeqIa4mSdU/VtQhe3MMAZQbZqk1IrKITGqkOfSjHb/AH2gvp9ql/yiUlOXkJELWObJibGj6owDujCf+rsWuTLMY+HqjDqFos01UQyNBJUo1Ok6SQJXxKm7e4YXxzO6ug39ziuxVai6C+aq9cNvngOzQI1VStcvRPVgOX3RUj9s3RnSlElsr6Ra/Dwxhh5g9RJJNf0aygxtfv8AXPtY/F1gByN0knS7BXHIf+34fLzh/BWylKq45MQ/Sjw9QXUyZqwYbPm45DQKQtbKjuwvcALX0KuT9AKSWxbJXQ0+L5oCk90FFtUl7Ik/RCJSnH790dXEqZNTXaGVGKSqs11UOepXrE9wYpgpACh3T9KaqrXIc+NwlAyNF5cpXIyNsPaPSS2fKxKi5eLkxh7w1WoyVXyKmhwm6wieMqH7oR0dR82urN7Z+KGzkjVqkTT9WEHtGSSXYq+QL6Safaj8krMoHq1eeAdsTF5CtSD+lHR1ZuR5eoFMaI311XrnxeDq2gfBpsVU6rXE0MfaBJE3WdtPkFXbYW9gJaOS31KoTj7fuDi5Vuq1fnSV/wD5cfG/x8ODgjzClCGykpX4RGkHf3A7VroHytqJo7V6/wAAnKHgPG8WH3QO6GSVOkwdT+Pi4Cw3MO6Ebd/yWRxqoVo2qXT0vpzgskZUual6PuFoQ+xHy/RapSKqX8RTJdJJHpRroY5/OLk0Ju9fUHkb/dV2CuQuSJfLewRDuH0CE9kKYO/dMCKunR19PdxcGAJLyu+8T1jeLl2KVPXOEtfvSFkcnPz+QLjXMKzTpZg9eqc4l8Vsti70SuaQoZVr9/z/AJoeUbI7ZsNgTUpFch6lWrDzjVHFFbFV2K1VrnwVhW9K6/tZp65ByS9NnLOLOmHqVDjwaPKUWkrXdTSKH4pOYJKba7FSIrKkEPxt88m2GySFKY6rXEqa4QO8Zqun5GtKK15BK5fLwDpUJw7si+SEnSQqotJ/KmpKnJXyUic+6IuqDp5L706ar45MU5tobpQK9FsFT7Pa1/Xg3Lwd0ndHRexZTVKoTLPXw/LAOCXquWPJUI2j0F6Xi9u72ceXotVLoVBYWKuJanxMXgjf13Rs1KPGDqy459AopJRiStlln9fMO6PIsbkjglxb6Ga8ou633HxgK5bbKS4g2xKg1VbJVLH9QTuaIVStdAl8uKMuZSdIPtySs0lej9gK7PSrkPpVNKF/zBmsdhSjWakkSeQmP0gY5bWtqEjZuq1plBgliILmFb8gj9AREZSs2brEEJnVV+AbJTdBqtVSJKpZd7H5ohMq32Krmsg8NEGHJGWxJw8SKVDK9zJr8YQOXfesXqt1Vd9r9AVLtVUtfOKOZJce2eSXtSccHovbUmyqm5jfsFJy5Hpk6Q8e1VDxFwNpM4SVVm+2Ta9QqUeSvVkaMBrjd9sD/QFpv2qvHIp6g6Yr48h5sxJVI9rj6PAFsWSU21qAdBdWaS1rofMOInYOmp7LH7W7ABpSDDo7ih/QbqVspqlXJ0ddwJliWspVI5PxDb2rJVVL7qr06pzYL217wtftEnVdJ0lIOTINtwCuEo9xnyQYiT2U11+gJTfqqpCf2Y6SSO6SxyVuv5itVPuHFYPJUTDUqXSzUrEBDalkkuhrthKi1VElk7K1yAV06BjCRtremUpUqbjhwyupSxMvE0usc+MlkWuvOMpwtZSTr2hSxHxxOz0dT7V0l96qH7GCIYLt0lbVrjp63744iV26a1FUnXaxhsFG3Sv0rVVU/FxDdQV1IjLjlHsdGO4VS7CflF6T7XjBNRl1qsr70lXQP0YXyhy2+xn6X3B/UPxDhHxfQkJ+GXbLyAei5yNParBI5I6ovOpH7e3WA/2tyWvPuibiGuo24r5LlRBSlRqBqSVV30EILKq1LX5B6BLkNlivN14AQkpNzvfChBRJIGbM33iB80oi0MTOJWaqCg7tXE1gAVqQ7ne18oiVbLta4GeSGwGJTb7+IEpLqpdvtBSRayF5FfGibYvttbG6K/odHh94ISV9AJYueVET0hvXE9rrDLvQW/A5NSkrsBfSLzxtQLFXuu4KYnm76cgrSiBLRdM2Vrrtjxj2U3iAeC6XoZQrUczeh+QDf0KoeTKq1lZJd2ru8ICOeyIkr8hgzkVqrzRFptnXBrEg4JZa3r31AakEpSivWX3cItVVC9Z3rzhsLBce5WvHegEqn+jq2xepG1m8cCOjb0H8gAXMZuaEIESE4km2WOQTiRJXoKBUVTAVC+N/YBOSyuIGTqMrthQ4V7g1jKxY4hagNWO+iTpa1AKqiso6SQI39kYm13PICky6+8DFTstdsMGhFcTTCSKQpaCSwvJCyBtcIhBXkhJM4QabLzKckl9RWqp7YrieV2xA5rXph4IRlxYfIQgrvsruiBo71xxklrUmiiQPiSSNNzWvnBaMeVzmvAKiw8UL81xxMD+w1OP+gKSVlAFI++6HyFkFt6FFMXDyGRIkI1dfoKILzfhEinGczYhBoa8wpPFX/YeiWyzosrcwmYHvfGKDp6l9wLiXfZuWK1CSgv5DxKL9lZCwpd9/F8h4u2JQjyoyA7iFJpzd6Prwg2XkWXzAbYs3sA5I/wDoBYSKyKW+683rC05fFBydBL8fljuBeuS1zXCG87AhWoXlecDnIl06mvzB7hLlQPe/0yQbXYLWyqKKuv5CxMgsjDxolGyjnQrRimJRivK5Opoiw8RWpyWIAqiITvzRY1VtZSoHKXfRmBf57QomLi5OzuBy67t4eLGyte6Iwhanssi9+wtiblcQehfg8SPYhGVuDxlPi19Qxe5X6DJj8l6dXXqCsC+J40JWvCMJm8aLBhMnjQRoxfkkSKSqU2UIxja9gSJex7L0BkmtfB790L2D8itIvK1xZGFrZc4kWHc7Q9U5XL6HAA/syWy1m1VdKkSSyzjrVxXg1lJEdP8AL7PCNY8GTGi/tSa/VInUxsc0L3rHdEaZoZJIiSTpH1D5X+d9Zy37UO3k+t/gvRcUV7s+4fRFztFpJESldvFD2DFqlUlJDXmtMMM7sonpQ+oaoU6kqlZVD4nGHzd6Poe7K6RgkkF6UEs6K3x1VVRRFebZDlfLTOqujZGkWOys1oBE9Z5CSWmH8qyzuOBFG0pLZWXUyBP8h02loZ0Nc81SYWompQLVXO5A1+ibo37p0dKUciBOjruhwo+dOlR2OsbOJqeRhdjsBUmxcjSxQwdUikk1skq56oSvabVa2SqRz90BtHjp0rmqhPl8wVKI+A5ZOUnVeyFLii2rqukqliAJtSmwHWxdi1+mDdmuu4Kt8dbJbsLoyiaBYJSXTVM+njlgDnFGUC6SmpVCHCR6sk6SlZC+X2glM9fpKkSSxyZA3tqtM0pNuhyvRaU0jVLHIGDa56i2qs1XHOcVUdoTQbFFLOqq6YEcN0ZQdbD4NGCVQCOmbWbZVBeRTfUgtR2Uq/PZVCBayYVUTBaPSm2Vp3QrWYfepU3LDhzFVgrapVE+0LmjBJ+rNCcaWQz6l+in/hbB+1lK5FQfM/8AUl4GmDVqu6auq5KkeDbgPraLeUlaq4hNcI5V4aaJoulKBXlKnXxI1x2cGfFJTRycslPR+VVMNdgUodLiG+Y+hv6Wro6U+2TpMFSEXq4xC6UOeA5H4TaLSYU8vK43zjhFHgx8ItM+Dm6MlMsMvJPwGhEfReo4P9Z6bE8z0/qF6fms/Tehro6e2KdJ0kclcuVzC2NztDU81OlSjBA6B8usmOA3Ef1gXJKtUEqepRNBfTKdOOLHd2h0H/8A2U8HNM/daLuyo5Bfxt5OHtXr4+Un/EeojPpR7a/keCjZaI8D/glSfruqUucI64s2/AifZhf2w7jdBcRcbUouhnSDVDiEwQHD7p/DGk6dbF/5QyX4hmqxYwvbl+9Hc9w1+kSqv0tlf8jZUifLKUihYeTbF4egnfW2Rn6yMtwPoCn7u6LplLYrBWof4ueACaGSSSJsqpj5Bt2+OHXP3Wpf2CTU7V0S+SsbDA0Ybt/cG73O0Hd5dHUfpSHrVDHxL8I+favdQ9GHp/bR57587yN9hSF0aqspqqdAnK7VUOaJo90wSPnFzn305o3wtYO3SX3ClFUECdI0I1fWG1IXaUXc4wP9lpEpdepCqatCEL8fPfvAPhc9k1y4grm5d/SiqiqquJ0jR+Ygsq1apfYyStTQyr/qhuDX2/hNujpSYk6ovYpOzAhPPHbGh3eXVv6LVIqwy1+Johp+njJUPHllejqNMUWkk1lbFIvtl58ODaHzl4YPAylTKR37BrIXqxPUl3q0Rs9AeEG6ihnX2pSj+uRPQVNGNbz7QeuPDbRdKJH+1KBOch7xMqGLz4cMQvD6SfFLPjHn63Lpkj4LuhoF1Rbo7V0kdOpiVtsa5GKqXc06w+j/AA5q0M/+9UXRcg/n4dsfPa6crOj3uCetnnzqW2b5cH4RNgVGFKV6mgetf8kR19hTCWI6aq10z4+IPl1OG+zdeob1cZdm6oaok6t2R8sm6WHDDdwC712Ofl4lyn1ncrdUkqlaq5fGMN2o6nH9zjolM0Xjo5a6BOCOGMYc4+dqLphqrIdUWrXQPe0oX+qI6dcxdZkJKq8BccI0/BwTi+KR9UXJ3eNaUaoOkla5MFfGyY7sI9Q3pnS6Strxx8pUZSytAq7PYY7Je8ZdImGr0oQHWrnbrUnTUkpWuTQN9Qt4jUpdjqVLKTaLe2u9R9w0W56jJTVB+1qEDNOldlJHSSVr1yxIKrklElWDqi//AGmp4lqbt4SnUxoN8RYq8fus1iVBW7opWlGFqrUWy0jn4YYYecNGKKrqukqlaa4BNwVVKyVanx/Z+gz40lsf3XI1G5imNlOl2rpKWugeUYvVu8I2szZJXev1eUandTc4q1dIXUUXXnkzpClvxUhDBubofXO04lSiRFZuhVysN+9h8olB4lEs9obHRSlf2pBqN0tBKuv/AClF/wB01xyE3FIbpfN6xvyVEKuks7UIF6cFWCp+3plDyWWhfi7RqFD0k6dMJuJiZfCWO7CPPAOmy81KUrkaIWUrRqtF0ovSjVI/2c9NWXKXaTUvZXVH1AlOlmtFpTVZEjjHNCGCPAIpOGmdDcZpUOqNbZas2v0ANSNzqT9XZTXEdEyTm4I7cI8wTkuzoGbKSVXXrnyEkTH90LwetbpGCStlM75Yw+QqsfIko+Uaa+ukdNX56GasJ70mmfAmXnjHngDaPUuoVV+/q0cTFxCEKa/578QE1WSfv3T9Xf1Tk80b0MPCHJaPVSVm4/bq4bwg8stFU4fkNKORpRJW1VIfoYYe8axd9S2z6UQobYtTYpIKql3K5r8L/kGwopqtbWafjDVHbJVW61dV+r/dNYVelV3IfkD7k8MWaEIZ2ZoxmriZA22i2CqTXO44AoiiN9lZGXuQD1M6udS9D6Ae2M5nPbpGiv8Ay0myqhCHZxIlX0owNhveSINQo/ISm/QMrs6IdOmqb9rn2RtkStuKkIZReHDwCLNRJVgR+17lTgiFSxYIvJBbGKqTW1yMn6Xglg3+xqZXaq/2NKGnpVttNTdh1RvXxsbUqrqpl9j8hbS1z/2y1O13+rXbm4qhcmPyjDgFnBUSXJUwJs2m1JSROmC6RohXNaB9Ld2t3gvBZQ9IpbFIkqrIXQvkVIfBVOXBHBz3g8a3XUNNlKqkXPgJiFieth5g/HjXUHkuXY1ClqN/4vSn2yql9yXJAi5i7RTlhixjDn2ox4QtVu7a7KlUW1O92jTSYhC+WO35AR4WrrNnyLl6LzB8Z1uR275S9V/b5hrtD0QriK5Z6lUpd0vBC9zQEpupdA0EsOsG8Jl2Lq6NJrc4kkdrvqtpCPVCN75hTQFDJJJWqVvpYuVHaDaNzKSt1q6SquOdIipa/Vhh5I7Y3Oirl7WyqHPp1CikevQKUV0nGaWoBL/lq82uSekmqTFyoQxY3uqMI+obNQtDUWqkdLHI66XBruDY/Cnca/VoZCnmFQi9F49WtnCRjjFhDqvXoDmdHuqUVrula5NvELo3t29zgqLjMW8kWXWLP6LdHotrUr1I4/Fh+Y52vRytFulFcdQhz4x+nHn5/kNmaqTXR379U5zr8Y2HBHBC/wAAJuiUapXOOlcTHySVoX7/AAwht3ocMBRbsW5xdI5+s/S2URKVPqZfRCumWX286lTahyFqlLuYMPnHmrNWadUSpNBVqkR+1SPiHrY2CtDdA6o9h7QhUo101zWOchqh8XK5xcRKbvVTSJi4TR4IjbFkPupKUSqfeiQP6sO5gAKDFLfVcTSxg0Hktgmq7Cs7R0qkg6SVIQ6B625ewcN7CJ/a2ylbVKpj1coEPIK47BrUt72MXbvcHMLqEoDla/v3QJLIEAw0GGxbLEXITjXwKwT2K/I/lV0FzQI46PBEMz0U6SddsmKerudQIjRMpqdJVKvXLj9Hdv8ANG+FrIdchK6Gi0t6SqY9fh9wXNqKdY6U3s1voHDa6P7gRg60MQ6u6p5/kDm9J0DsU6rVK3y9d2/1Bbl8Rp34dGv0g0dMGB1ZRycdXdvbUb3vFn/GEnVFkVSy6tcuLgN+4KpF/spqSUqRQh7+IUMvB4+S2V9gv9O8Zuarz4YeTgDTzWwQqWrNBRozepVQFpM2qVeaqc/d9Q6Ndrc0k1VIq1SsT6eC8WI1dVokkkRJJqSvxhbjnmc3KlBixIvJJVPeKHCW+zcjQ3Q+OnZSsT5gIySSqVrlnv5OH9xQWD+gCj3StDOvtRgkeQe9NS6t0bI9lU8ki/otWvP0eL1gMlD7FazXStSpo/X6ClrSLpJX7riE7ODCITebOraWwtvQj9KvZEQ2jTTmGYUTRcr706Oc+nVvY3l4AqXfulVTpKujnP5oFheFt9VJLT72AZcf/QnuYoZskaLSVztQnT2hpt0p/wD8oav94rysTa28EQ8XJNazUlcfSxoX/IElLIpOmp0pSlcmN5YDe00+5WHKpao2K665ZqlQKFMsFah8FYhefdgNHcQdYlqOj0Up9s3LoaeLk8WP5DUXbPYqua0sbr+g5+L9leZ9Ilin4oM2EeSS7wsK02VXyOOMlaKpVNi4h9AgtOGZzqdfEYoUoklZaZMXGAiZUlXWhU064BXPsCuq6qY/Ewe4VrvJqU3I6W56hzf6byjrh6lw+aKboW7VKya1MfimwjSbom6spqrj1yKw81+9eDx4RVVXTPxavyDGkKNm0MRKVb8Xdvw5+EdPDxqGmyPJytzU0M6SonZ9xrWmZtdcl4vPg4RqlVJXO458HBrEbDQNLquqBPQ0q04h9Ln8gRqtVWqv4yCHBFwVP7Keo5VJpoWOGaqVeakcmuADnZukt9PUP7I2ZEqSqUp1x4a+UQWZqyjpJZA6U8iP9mqOUchVVKuAyRtVNAPXFHOt9SOFjmj990w6n4C0L1i8r+QoVMklmvzBC0eSx/qB1Uks7pii5De35INjqpK9sN2jmVmlcjqjhCQyllx/wjySvjcfp4AVPqJuDZt7Z7yVfcrbnWMOHqUqUrxgma0ra+YNTG2UlnfQvCkeRyezn5IYouQi1StUrMnQww8w8+otV/apK4/k2vkFsmVmleliDKNIqpb1UPkcEfKKNR8ixbvRTXVS3qochMfFEF1LKU6DU9KWREpSB+mFpnDXNZCfGMW/AZJeA39gMWk3NK4mlwialEqypqSsxMFKM/8A4uOerHIwYOr5DKC0pKVkE6d8Eb/1AlKKdNWpFVa9RfIJtx6+YQIR+lvpyE4+u0NpYGaq511idD5CUDNVUjzUqnGPVAas3ufYmoumaUaq52v0dw2HdG1MaZ/+Ukch8rEwBUShbIjprkE+QisdWbNV9D5hn8jnUFJnRqOunsiJKpV0Onhje4deEee0ewdWtFqy9OoNBSdOkks6L2V1L9qra1MTjmvVgcq7kfaalo2K+q1qTcTpApKk0ku+IUZdWwfpbAfpYh/nwR3BJ1c3NtaGVn196Ma9EvVw8IDgHs6mEEpayF0KU8aNSUO6SV2K6rkOTo7sA0ZKpb7r1COJVr6HxXlr56vmwgsq1lnQmRNrWBUV0kkjjGScRps2UkLCvVfcEUXKSotK4y7UaCyGlyUOTvPG4+AeisqrvXzC8h0kvxE3evqFmzkuV+QMXRKswyMbIDnezeP09wCuaR8aQCbLyOmC8u4FDYbB1rWETqzbULzn5IVQW/gF77LViMlVNfkAl3f+gHWd/wAdd2IXLveS44dWBS8BqriUBoG32UK4LzfQGDxVDZCYlho2XwnMBljJb1licJXJVwOdZIJeQ0OotKblRQsdJKuBVHiXYCt+/lJAl1HZc7cBK6XVVzSoqcP8vI3NIUFWASxKKpOgZ4f4xSnnQUZLfelDmFiSFr0Buwb3REiNkC0oeNFyaNla1xFRP28QTalIzaiUFMrNILiTf9vkJRJ/+viiZE8vL6If4o0OplcYJK15ohf7gul9vziJk5VcPDYxQqX9AvSPvvoiuCfivnVGU4hXMyeT2GJeNBJYf/YKW5ZX6wWn/HFE2zaozBLUoriZLvky6guiXXcFS2u0MjS+JGEPG/UWkir0wPGOvNe4RJIyW9cSH7BmqJBqZ5v+/UJlPNqaxFJCzUgRCG6FvIpRGoqrx+mKjEtQUaFl3oAYxf1gEyB00v8ATr/YYLC1GT+xrtCZf8v0BQ4wbfAGSOgllkCdIqoZJxVzsrsDMneIYaCX4wudw/QGCkLyQCXTA/Y8RUpECHbKhkoTXcA0Cd8PEawapzi2CeRrASvfGJFMF+QlkDo76BzpzVbKp3wQsp42zFUYXgK8g8lVbmEyQEEyyuwL4RSGNE7NfVm2umPRTyx4xkpROIM1ZtqPT7I8C8o7MRLyucGYE7+N6hjfdfeMxKl2OKClkNCOywsB4pOSV9kYTiLJuXkfmAHzkRhC8JGNvoxf5qnr2hOB7IBjKcTEDj17lRivAYKbm7eKHUYondyL03CqWaxD8eteGmXZ3R3eNXX/AIt+vUG352pxCClwkkrnUq/ErDj5eCHL3R28Hq+Ti8mg0VTfhafq7K+1F8TjGwbfNwj6A8FPhUVatSMLrX8hcl4uOa9W4L0RzxAsrNYgppOiUqUzteYTHJU4R5vP/GR5VUaPU4f5Zw+Vn1b9tsH7VN0k6IfTyhQpSbVVKbN9ofLdGqXR0XmqZXqdI1/DHcGwNqZujdKkS+1KhNI3N1Dw/U/wU420z2OD+b45aZ3MlOJTc77Qc0ZdJReadDjbRaVZbPOuerli6Ld01/8AfqV+OYeQ/RvinTR6sfVR5Y3FnZElqLSdTUkiVKwKjSTCbKSqdgw4LC7P7LV2K6pSv3g4Z3V7K/tXVc4r7EoiLkydHYVKSYK1JqRBB0RqqlNajlDy7FWi0iKulT9PgBlHeF6gVUpUo9fjl2jCM/RT5NoovVwhpm8vFtipTc4cDsnCr+ymy+xtBLR/hCucdWSquXxxea6ygWqp5WIJy9Fy9y3H6iEhuuwf4gObMkkhqS/hGYSs6QnmFKHhGazZU0lTogS4ueP9B9zjs6IoxmpZ0ZTbJOktizcgae1uw2VvtTiBDTF279qrZOqhxuLjn9CcnLBR6TpqWymv3WbXAbu6N+wV/ta/SGiNvCMlibKdY/ZvAtHwnUXmn+R5B0Q4ppkJTVWP6Ruhf0zZSgzoemHTVL70lUqaQhc5dFcbSlqkqhicbBH8w0dlot/ZNVSHrij4q3QIyyJFuvoZJXYrp0TH0awbU5Q9DXR0XsVJJDHJllHLLqLgJr9N0krj1+Ngvdd8NFS0ywak2BSlSpeFIPDuT5FFnzv4cP6Q6efuj0pQKVevj1S7W6PmW6fwB3b3OWrqi10yE6ODr4R+mNCXVv1a6T91MqcbaA136lyVKUCuk6SQrnS4sL/nHoQ/kJ8XTqjkn6ZY5H5E0ixdMFZStch6wFK8VSzVcg6l4bKBasLo3SrWzJNPU845Sqla2o93glnBM86aLi0q/S/9o5O8NgobwjXR0NZNXWRxhqMYZvTHr8Nb4dwjLwCztNz/APUI6a2tKUWg6PXy8MPcOlUL/VeklZKz2qHFbmqQ8t7bHyZCHje78xaVVVLNBZenhIDs+7KC8MVy91DWyuoI1JhKabgj5L+ENbn6RoZV0dJhduQ+3ibY+D6JpFJq6Iq6rnTr5G75Bt6d26ST+VcvPa172PWw3/XtjmfpF9mjLE++UqGav2sr7UnnOXQNEKqSuLdJVHSrU66FXEKPlai7svC/c4rsrZ7qooWFTdh7h0a5v+pTwgsJatPNWtIkJonwHweQcfJwT/BnRxzx+RulLXPOn9f7quSofi7nUNehc8/aq2uRX16h0+hPCzRd29zh3TVqgydELUMQ16/fvcA5w/pGmaLfnf58mVU8o5oT5oNwkdC4+OfUMaT8GbClKGO6SYHOchcc9a/WHzF4Rbi1aLdH+6nQJX4uDrH2FcLdY1plU7VXiZG1h4Ai8JXgu+2Wp1ZtpjnqFw4AnD6mfp+Z+49FOX08Jw6D4XMjK/iCUSqpVNfINpuxuT+xnR7KoQg1QkZQ+i4+T3FkeXOOLNrudundUMr4hTLJueTqHX6Dp5J01QfsHVc9WBzl8w+f0T77kcQ+vCGtE3SOqGdTUldOGKfSh1B5yvsQcM12PrS5e661IkrjkPerl5hu7GmFaBV2ewV+5Lnxki7acevgiPnO5e6drTLXZTBWocmWTi+TnHUrk7s0v7B1j18TH2uq9whXDOOjhkpcUtn0BRl2TVVqRVJXQBdFXXJMLqGtKJKnkOvu7jFvwvaMcG7AcLudpRr/AMtIw2UcjJTHMUvDHc6r4+jLn21zn2WdhKJj6W1HzjmpwHvLZ0xqkklazcvHrk59oHuk0lUpSuOObXI3XJMHX/HKZVrnIf7urWwKEhtQv8MNodMQcpKy5WvMKwqaN5sBjR6WPZVCcbb9Q0amaBVuSfnplr/armtSE2yx263VHdHTTtd6AFMNEnTA7VVKuQ5YlP0r4WfGvBlybMUFT7V+wJ2fkLF2STpI8pUnzHNUjurkqU2AqrUQX/tf9cO7C+NrZPXSone6Z0P/AIjGFEbK+6yjnJ2cHlHPacuMapXUEVVryCFgYiBzRqX47t7yesdKY0s/SStamJfGpXUPklbo0HSqtgu3xMXdhGG35w3Io4CcdxmZK6apJSkmpMTTKW95AxoxzNspRD92GL8xGj6OmtbLtC9s2y7I5D8faHM0sTo9zezSKMaynVItVcQ6Do5vJGN+GAbug7SVouUqkTJGrXUNlaLpRO6NJKuTJdVNEm1A0Yc0b3kDGjZTpKbNrkXxi6/QLB4vYzefYZUYkkrne6FN1tCqq1H7VI+ymRq5d2sTbNCHyDSjYpNVc7XGxzUlf9xbFSRJScHZqVE0okq1I63hfK693q8ocIw31L+PBEaxSrf7BpSySqUc6VrmqbSZ44MMOCMRsKKqqVloZAEV9jv7QzITlcv1c8fyGkOqJ/4vSh2quO1enrIG3Cx3S+XbG2JK71N/YFUpRLCnqLOkrloY6R9qJY7d+Ad8eUSfuuDNcZmVSr6GPkgxF3KmKzf0+bANPev6ef0p9jNaiB2udcbdaG5V54w4QZR1y7BV1s+lFXTo5DZKqhoEv9RY3hOHJj0sdxy2KLsU2tM3RyksQiBIbKlGhCCkdGBr3BzbYZ0eeUqSVUQOS95oR8oB+zGqtM0olKkWpDFqX716rCMOvbjDyDZqOoNJ0lNSyyEASzHlLFUaPTFHzbrV3T9WuR0knKxcmJYRvh21odX/ANX2dsX0zcy/lbKm/emuOlW2jXtuHlgD6DUSdNSOksQ58vgLGGCODmjC8Co06ZptThoSU5RkpVrT0o5zssqptmTjC8bBu8I2KiTNZR3TBWuQ+MXq3L16F8NWbebZZafF43COc3Sr0pcbPoZqkdM5zfdVT4KpDRwwhzw2hRrHZKK0E+FOm1WtDEYNUsd0rAmVhvbsb3OOfUMzSVanVVSOQ4pukUVVftVXTo516kT1zmjHdjhBlEUiriJJY8w/F3Ih8sha0c3ef+LfrtX+J94Pk8EY34eQAUwmk/a2VchKml9BuHhAolJKlCOkss5KxyVcngGnmbP5uynWORDL6vyCbsrp0L27dq1StUuhX5ogr7N2UkRLQPf4cXhGyIsmqqU3OEqQq9QuIxotq1Oql2i1tGIbjkS5JY6ic9btn7BX/jiSVfGidI+5UjtX78ecbVQlxLCi/vVKKz1z5KRcgvkC9Bmq6pk6rXH7PNGG1EbfSzF1sUiqSWR57wXC3op7nT1CS6G59Jq6av0kiEITFOXoR6t2AcwuWapNZrVKvXJXxDXobV8CKMnVKMJU3IPAvk54humd01akoFWudchbA9XAYnBf6r4D6ewFKMlQkcN9gJSpVv0vVeCaml1f7BLi1lS+6A3hK5qmXVlSipEENE5zX43uAa8pQas2kWqVuogr5am5zg+7HsgcfFNSvwc/XaKq71UxskHM6KdStOvobgeRomyta5Dk45soHpMX6VRWaTdHRBZbQnLOns1pKj/FV6l/E5+G+Lioukqj9qlUXangchicMNyPMHxY77KPXyDixAyWIrK06n59QLjkJCezeitWF1tAoKpY5KkDHqaMd3zDn10VHbAr2WRkH3BsNxNK/ZdKHobH2K9NE5Ma9Cvulh1h5dZQKSqWhu5fuwjmi8Jl+SGcLRyEy3K8SNfohrc1QSuxT086/td64DX93aDGNx+ymq6ugQuLU1wjYaRo501uXapMMwRInmvQvwDc8vCD6eGjQqWXVdKn0K9/zBMVurKPKy6mvlBz9BXZVqqfK8g8inySvYF+OCjASc5WVNkUpU38Ik5dJJVEksj1818HNm0pU+ntee8JbD2VXSlekW9hBZNMWKJykrICO1UtnoTc3kVAxeF2LnUgvdpTbXLIMjJ4ju4ikEqLfuqLVxGTo9Zufn3S+UGXV3OpJZrHr4+LwRGpJJ7KSIkkrUOQ9cm5Asb9+H0HRrnY/bLU7WlHSCC5CwJ/kwbcOYQlxVLR0LmUlizn2wkpVklUOQVEaTc6r2OjzDbXFy+xX50knU+volLH37QmhQSSVqrUQJ0jX43+oFvEnCClLRpv2Qq/slUqhONVwC0tySuaSSn8TaveUbwaFDJJSps8/mAh6Ty0mrWoSvl7pRL3PotgvsQUdcmwob70/VqcUm3W4QJTTZqqr9wSxA3cFVVVmqq1xUdvZE2KlUqGx90NTFbxOfv6KVmzWqsg6Hm8ovoWKtPJHSVSt0L83pXo7cOsPqSTSx7XH4nMNVOurRb8j9riVzyleDCC0Onno9SDZ01VPZYnqFDdyqqrK0yFh3usbTS9HunTWblkqwxyDXTMstXEIcmsBrM7iHOzJOmBEpRCHIeNbFwmhuDWHZd6lWeh8xsTY2+64BW8RSVzSR8cBdxbyj+zU37LYtql8PCEizOba+xxeEb24ZTUjpKpVz+fWI19ZpK49cUHT0aodFXHSlEFJmqvJVA6XiqlZK6fRFZIJckH7bNHLsLYTUuOGDByql2Bce1V6AsOgliKysfic4dTQklkHIHaqjC9GpK5rEP6gsm77KqdjADkFVZVkrXJpcIpnkRwx7C9duq1rgSK2RNSxNMOnMrfUvTCxykqrapJTPwjJjrH8lssfOkps1qlITqwxK0b35RC9RwqrvpxhyRUVgp4je39DBNTuHyTgxBZ+1SJa4nngYKTRmpdjyBkycbFSlZz1jObrQlKqod0dSrWbxCadTnhuQDkjdq6zuRxt0aZE6U2ysz4cjaBTOl3TXO1xSPJ00RnxPwb0Wh2CqQV0tc1vqWX5xSwprffiDL7Zm53E7AOpErlFmpOWLprvVTFxRbRd0bpqrKVVOcnlD+ek6SOlsWuQ+Lj7fXAKjUQlj9oBtxGXX8jbm9M0DTKUp+laEJCofaP54bflGHVFKpJTaLdEddAuWW/w840YyuwFZXTDthSGxVSOkq5D8Ypt3hBT1sHJx/lAMJSLrNK4lTjcMNvnGTUvK4/5Bvs6hqUS+/tcfQVIXHvxhe8oTPLl6USrumCpFkOibHLDsgtJonCV6YUWklc7oAxKkRp8XCqSp0lVT97B6h6FI8kqIjKGTs3E1JpK+oVHpDxo1Ur7fZouK/m9/pDJ7Y/t/Y+i9yxnZgTFeckPQd67oFDKD8jJV7KFhXU3fQqKuqr3Bkivt8UFIWcPKGKp9eMKTRtbXQFKy/fFSq03fdesG/AIwCInspvHydYjETWtql3wCVflRg7qy6YA8oUGrOZSVlXCx49SSFCzqUlndII39ITc1jgoeEEloKd0lyQVuX/AI39wrXdqze3kYwqKWaC6odJ+AwzmbmvTFqJld9yMryihCP6yhg2S75OKMmbFkmpJtQMSN0vxeURQb/7ic5Xp1PWYOLeRmMbXXbFRVB4x+VS16xG/wA3tBXMdwRalEXkja2WsBWjK1wi9I2+hHUjKGJFQvsccVKQBB4Td6xxE0JVr+Ib4jAJvFCUzsYmQMm3zj6H7DyafK4mn5RmgXXgJIeyPa9vrBKMVVanEFCBEsfpgssNdoToeskSiQQP+CoLIFSFCkARJv6K1S8qMQNZdAQUmjEJqWd/IHqEaDSGF5T2vQAyMeVVyOiLavOMvkUl8QqMJVr3hUaHbF0Spdjta7QrWhK6fqAikIukHPAeRT114BOBR5KHphmCS8jBuWb0ONjBmkT/AFC1sXXnDFsYADReXaAqyW+4+4CYR33W+KoxVzodpRJ1KAoVgKoklb1iBkq28VwimDYArx9SsCiT0DjypQQdCaKVSa7gQCRQpFLfQMfOyhcraiqPitYg+Nj0iJoWvExBgp7XX1CJ4CxMnJY4BnDR2q/qTbExm/6HQESD0aPAi3+JMpRmEP0/sIQOkJmJ436AoOUicSzaiuvUMbll+QiSGpxkpe2Qb4mSMwj/ADGCHHqyepROGaskiBmwNHoEm/j6I8QkrsDMC6/UehHegG/obUdGDWQzGHJeiYTinZf7jJC2onIBQQnxC0pN6xxaVP4/3FkU8viYNEa8QsogWy6AnXS3pUYOTxowaPjQccu5vy0SRduklc6LKSpN06zqp8irWIaIEWVtbIYPGUqJP0vFN21s6Yer5uJUmJHdz6rpWaq/PlVqwZUW1dUX/auj+vaBJo8lliZSzc6Ffp+Hs0g/6vm/yZJ24dP/AO6dHACLJVr/AGquvnBhlJSuayxk0VdfWAvS8P0Z+r5PsrJspJL+6x/mPPVn7qp9/wAvimFpob6IGUsgP9JxS8BXrOePkUu2D9WyaujnPp7YMotR+wzqtfG414ExNZDxZQWXoeGWmikPX80d2OW107pJWUrXIT1gem6fSxFUklzn6ZgsKbv1BEyu9Shxz/iuHLpOiH8rzVsWP7pqUVVmpJKVMNUVEutpRWyVSrkDQxEtSiiEUks1kB/9t4Qf7pyruWtrrUmtkq6kcTGjCN8b1cvdfvv2yc59Ekzm1iOaLtGrpLNcIHSbbF/tVT/6jh5/4dv4M9Hh/moxj/5Dvq3hHplr/wC0Q5KuQcTQ8I7p+l/Yd8hr/qHAXtJP1UiSla/ewiKN0z9rZJJHxMrGwG5xxz/jOaOu51Q/leCTtn0KpdLNS+65ZBrVP3SKqsDza5D5HNe/McoR8ILqbpk894W0z4TElWuxVUq/S5xyL+P5o90dE/X8PL8GcL8NlIKun5+3H9xx85FcdUdnuuoxW6h0dVrx8j5wGk0h4O6ZSVlSq/v9Q+h9O1CCjI819TNIieUIwNNzXtjaP+BUyqrK2Kev0yxDVv4Jbo1bWV7MRWXJD7BizRDw15ojMJX4R0OHgbuy/wDgHU7sRc08B91rqv8AcDkqdGIWPPx/GzSVHNxJJVVJWakrU6e0OpO/AFdu1a7KVotep2dway78GF1rVWV9jL5cd7jwitxxJ5RCrm/CpT1Fqkav3WykCZE00Y+/bHVqKdXL3bsNlNX5EHvF+Q4JSlzVKMLJ01OTtljD3hnce4VSf7FaupB+PWvDn5PTqXXDTLR5fB3dlSFPXOOtn0W1IvUPDEVwwNeG7XM3Surt67WlNisj1sZIm2YJriqba7FQYXUJTyZBFUi++PANnpegKLayH9FqyK+kS9tjyuXk24Nb+zq44+UdKuKuDotg12VKOTp1r42dzRLXYtlj4kRxhG7O7dJLYFFvyHQJp7uDyicLobsmqWynSqjpc+QSrgL5B5nJ6dzlk2d0OS12NX8IPg3Sfuj2Wcv1fcOD3c+Dx1c4rmunu9Q+lYXVqsPv90dQh8vg2tzCOX+Ea7ShqeVPkZGIPV9EuSNLwcfqJcfbycBWmpZ0VGU8b7IZUoVJ0rNa5HmCxRHetSj3F2PNbcdILoa6SlLnHU1gr2y8bmHZ7mbt2FMpEdJKyFyXqxN2/ujgqie9C6j3Lpg6Iq1xDkBoSfHmtn1CyujdNaUQdJYnY4OGMR2e5i7tWUhNdd+terD5ZuSurSp5KUqrUXJo68I6VQlMSkiJKqnqZJN2r9As4ZHI4Y6PpuFKNaeYSklZa5LxiK1oV04w2ow+cBuFw136s37Bp5Wo9JeqHrXoLE40Ny/zDgFy9NKtVULXErQqjqCrNKnmCas2ouTGSVIbCnHbhe4eoR+JO6s+k6OfJP6is2udMnNtecbAmm1VSzRNeEfO/g38IDrZ/wBg0ziOiZJtqCkIYL8OGMdvAO4ULTiStl0RS40DEzdHciwuja7FxCbVU9XCnHcjCO2Oe0iambnH5KGVSnnwY5NKG5uDqMV5uaGo0pGbdRa8Qc3NFVZTgm8gJSg6efpIKqutioH4m2Arorj2uxSKpP1112p4HJtXjQ3dobYVzNVI10NL6i2FGpbKPKVP2TbQnKDlAu+RRNWuWUmqkV2Vo+/bgNveNElWtkNOdJK3OUz96Sl0cuaskfDZn24wjuYRtjakknSUpJUh9rJ5wV8TN5djXDsLU9lXIfLKbDDy39zhgNQXYK3G0pZK16LdGsvEnjtl5oX9qA6sQqTXO6Ypf0TRdMsF2qtSWfRq+vyDOFqxoTwezWaPSaq2oZwbSrWb0xq6BHVAv/sF/UroY6StbOJ8MIx3YcG2NoZqTUrJUKpeClqXYDdUalSiS6SubOWoYnF5/nDnCtosrRaWwKUVxEMRJwbSJDav8+5EbIg42K6tcg/sjXvCCs1+yyNeXVgXGwwvbfrDyipKycX1UAJXRbKVlUWwXdEIfGOS9U8/CHlFRujdK2rVqQlWOWpG/wBUcG2ElBrqpJSmtQiaF7Eq7g2ijnbpWuqql3BK5fZZqHY5zR+yklV3SuWuqevULwRjC91DZ6PTyFe/5eoKSsXTCnnVFq4iC54qt+o235ojYmTOVUSm5AyQJianqPdNX6F0bW0IQtVwkTaqX8EYc8NqIZUO4SdOiKtVahD+8PkS/wDq8caw4o5W5KlDq/8A9udGxDGLm4x3Ix2r0Q/xJqak6NwiebUmpYnGq4Br1NtGtDP9ntUqjJe9NqlxCqRhCF/mvx2+cN6NpCalna+Nkhk4IwVYfemtdDDXLzCmpRE7SNHjdpQ1Fv8AYtuo6JopFvxvc+5AaLdZdC6uoujJNa1EECVClMbDhw34xhgvx4BNAzDZ71VqlUrrnxdvBf3Y8HWAXKqTWmVFZWIe8fJCJ3pl2liU3WUFNaoP5Sf3UmNVLoR2/N8wE1SaypSWIepCr8huqKjV+lKVSz98nkvYRz2kSv6LfnYTcSviK7picwaaxaaJcay0AUmns+lDqqpV6l4lX6boEXo6VXaqtcsuN1cHrDBoymus6clQ0dLCNgi22VUsscmLXq7kQYLLuBpwXc5tRTVWi356LlHJpJHPfqVI7nXCOAErMFaZf7AYJY5L1ZUpY1Cw692MeAb3T9z7VWhvvSWOQ8SExo3yiqgqMVYMEGDVLEyq/wBQr4pQlSHTuPUazc/c+lQ1KHYKq4+VWOXKJGGHB13g/pSjkpU3HxOKXAYNaWoNV1UVa4j1DHIetuQhG+WPXC+K0XOz0pqqWWWJDk2oFvYA0U4S2Z4SQm+zktgbKlVNutuQNDhATA6qsx0r3cbDU5g4pNyqlRa7VWofFjUxr/qCejGqqrUnHq6RcoHkd6RPjh3ZerTk1KViHqcbSCBs/Sa3WzZVQj2+Q1bavw4LwaKE/wDlZeWTF4NsL6XbpKtSOmtSu1PBWr5drzDOGuwYcs4sPpmhdny1UkiH4+4EziVKskj+7a4B0ijkGtKUWR+1SrkXLX8u7D8hqlOsEklTpZBDg8QnqOP8jV6OIq6SPN0zaIMVaJJJTVdesDHU2LX2KriYObXqBdBslbqKU+xmteplrnLglk2tvhiKznjtg4+OU3+gqgqNSp5LNVCIKw+8E275eLEbFSdJUCk1Ik/rulyX86a/W64X7w2NdqwuXoYjBglUImSoX6x5xz+k09lKndK1Kghi+V5ss37KpGP+QNX/AN1SaEIQ/Rh1YBs9ypmrpge5d+rkEsuGXuR8mAc7Vop0kqRVKoQnr6/IGTI1KNVSP2tdNdA1YnAYm6Xq3esO+JUHj9RmZu0uPVYOs1UJxyGjjc0Bra7SUrKSa/Ud7ShRd1tAzWtevUxyVb0uN69GEd3b3Yjlt0lB/ZbqVkaXl5gOJ4vFi8utmrNVZSua7WvCA1nCuypqSSlQ58f69QZropJb1+rrA8Ut6SrnPxSlvxL5IDoonCMn2F71wljpYgVrHVlWSVfoDemVwdMums1Wiz97B+waUbcSkwrqupGJeJlXwsXGJnGaRoNG0PKYHpR0lU8VxocwJUpRJqkSUkTEJi7tWHBfGyXWKJMHTJVJUh0CGgkuQl6FWEd0E03cVsphs9gliVKxi4N3dhwhJ8nVQ3HDFX5NMUpt+qrNSVqE4mvWMRK/dKzZuJVr8Eb/AFjLllsVXNTKmLjF4Ny9AEQVm2SuJidXVDqvDLjyYHKcCtNtNtehDnw7uEExRS6eP5hJtKzXE09zyBjBiq6SzuIf3AYRB+xWuzSStcjjk2wIaP3qUliE12g7Kz8bp1QGdulso8qz0eEZxsrCWRqlKNEseVz4/XEIVmqStdqql7vcN2pJorNsscmhWwBRSbRXOykyd3JiMlQ1/QBRa7pKpQzrTzRuNDgjzhfTDJVq6zXoF8426iqLa0olsVVWQflT/LgDmFAJJJEYP7dSpXSXrX61/h54CUuNxfSPkp9zlaDSUrmlAwNR1qha8Fco3Kkbj3TWvKr4+MTFCslByq6quIcmhuB1/wDpJypiQ1GpKqzUsQmmesEyjOaqeyr4uL9RuhkciUrjn0dy/wBYXHo5VKyVSqHw+4NQzZoK9D8rx/UAlqLVSzWR2dwb64YqyrXE9eAALNJSsrLIfR5+ATm3EtD9Gjsm01VeyyOPoi5dDehuhaB2UkfYqS6ZyEyNeAKnFytMzf7A+JxyxCqaGcK2aqoTYvTAsF5Ss3Qr6A2VS5ilElT2WOAnlAumudS79YdCYk/7F53nfJhxTFwiUDNVUpU2Wfi4AWSgdlJTZtc48WgGuJanr6W1CIeBGSj3FkaKVVVsksQmPlASLC1lDZj0A6xNiv8A0vleiMOaJpRKoriL8c+D3bYrIORrR0FeSxCYmTuiMEFehxKg2IyyuaVanqE+YgdJqr0O0XgCoVS8idMyqVTIODCFVSV4/HJuA1Si0lUjq7Kx8GLuGvDKZVZVllgNFLs8mjspKyxD+rAMqGVSslcsWN2yqvQ7t4GQSS/9rHJg5o+sMvsg8bFpVlf/AJQJTf5CSv8AKHAM0g0YTSSq6fe4dsCFbMJtrXxMbgrdQL5GD28noPXaNXStribRsrdAq0diqnV0O0BzJJb06x8vH18gudtHSrVBLYvbPWwX9wacwwTjp9i9u7spqSoJQph+kqSVXJtaURrLhR0wrpa4BsNERSVYbKdKnIvgqJVb0DQ4YxBz0Z8SHx02tKWVMpVD5eyCbfNDqCU9zCuOrsomIfExsqAYr0i1VSIlj1yECfZas2ydVMfGIb5gJpklBxPL3O3Rtf8A1Z6fHJh2+r6AKaqkrKdJVKnH0fOHaFOv0lc7X0gxTphq/mbPa19PHLfGrLY7lOjVyvux6Qs2UlrfxhsStz1zj9L7qrIP5/ZiEzu4+lGv9rUdVOSwR80fkGoOZSVzqQSVWV5X2cIVniq1rpK10zk0d0TI47/TrB0hWg+aqMQXVmnS/EAIu/GikyvJCckZQkMIufGgF0/y5QEXdf7fULF1vbGgsSpN1SivK1wmUeKqqykhcoQUwRlWsroCgtYkE01fQ84PblEE7LeqmuEMGxEvTAooiTdvvqoZNk5VrkVxTDNC9E36OiEaAmWKRGCJK53ui8kOxj67Y8onaksu+DegNAipfbxODzdcMIFMa1lelWDJw31/IBmSChSJoG3rH7m0DUoWQgzbA4qO9Sq5ONzhWHZQSKqtcRMaVxPmC4l8UKFYJY80b5C3UsQaMOwfsCJIcqJVJuayCa4BlOFlKlZBwWOXIH/h7vOLiG9PT+goKbkseuCShVoxJMuRK9u+K1IC6MO4BznV5XEGJz0VmIPRNvXeEoeh9REsPiGNB6LyF338wTW7HeFRUxZGEpIg0RmXFMIKGGCx5IZhG8MYhCF8WQL+kYgmqr/pudYsJGVrh8nMGbA08S9uDoKfrASR1UhdF140KJQeU4xfSApHE0WJqys7xw/c162X1BOoMJRSzvsbYtNH0D/IJLvYYStUwMzflQMshqf6hopADnJZdMUghG3FiYzfL1h1AZUuu4HKyW9cS+Fy6fivoA0PFsAlpJV/KIoEVVBMU/bGUkNaoQdzs7PGKX4RgVwLZf7iScOVHpxPn4mU/YEFIJDNfL9ioMFLrViC/wBhUt0TgYSOPEshmM2V+oBMb+zJopCUIWXT+QgSHihmEe5XIMKspFhIjAymJQIFbo1aPJG7AvKZJKyFUDJJKjxl9fmAk5DPtZMev+2IQU3yaKzKjNG7aJHiryVcRiYRVGU9sYzi+yMeNSxxIxUhVD0BNK119wZi/IyWbN18wiWb3MI9CN4STIFNFPZmBhI0P1ikhhk2noBqHT1snAu9CssctL2BiKu9ZYhFXxVT8woKrueVNkfsPHikKlDTRTFfIGkN9lkHHK6fF4Bg6oogeV/qB1VrUC0CqQZA/jdecUHX9gCKO5vfvChRWV2O0AOGOHQHUWy+IBVFQMo8Vm64oDBGOT2Xqr+NA6y81IDOHOtUCxecqBcaHgsXQSq4mgBeUrnalT1ipy9lK2WP9AMo7E3s6IRZGKKWys1LEzPNi2vcrbYXrPvQA6jpKVr5AkuOMn2Lwm4+RkndC6mkmtSHx/UNoomlklVZrWoRfibhhzpVxr+QFjSLpJWakrU72H9hy8no4TOrj9Q49z6ZoC7JJgrsWlGBO1VGxOaTYOq6rVrXOTGxPmPlejbvaUaurVWf0D7WDrG3UV4cFWDq1a5eXtDzeX0E4SUuM7fT+ojJNciPoahLqmrqo1Vak6RFS4RuD2hKGpRqSUwQr4NGG1AfNh/Cxc46+9JKyFyB8z8PbBKRsV/jk0PqOq54bRyy4oZaZvFPeDS4ilHR/tmhiKHOSPDD3D518J3gSasK9KXOJHIQhomq8W9Hawj6IYeEOi7o1SK4h+j+Y1y7ekZSuasD3znS3PKFjz7o3tOB8+XDXev6LV+xqeakqVoY5y3h19SmWqtFyrA6Z8ipwAt94EaG8I1y6j+hkiEpEmNibXN5b+G8ObuaMuo8GldhSjDZpPPV/a8Fm+Lm79zojnDaNsoykFVX+xaG9A+AdDopOlGCU2lEiEOS91dY4vc5Trp0rs9q1XTdaG5V5huTqnbrbo0tizTkPVgTc9fkHm+o4rnXg7eDlxWyfhDpai6eV2K6Sr9nbGom8DzV+12ekkeQQvGDuiEKLavz/aitc5OMNwd3dsFWpKGotqQhOyNHknw9EEMoQ5dvucHuj8HSVFpElJEx8jqHNaXoB0w9KPeH1BdSWhkqGmq1+9gw83COJ03QL+nq7pqlUQ6WAer6X1Epq5HD6jhwZy5ZLxQhAvAHL6jlWqtqlUC+Od8478/o5Y78k2C6rVWakrUPojq1xd3KTr7hSmIfRPtDliKeQCyRVS6GvuAi/sD4/Pg+nKIpxVqrKyyVoYu3C9f2x2W4y6xJVIiU3E0OAfHlxt3GwKjWlK50MBSH4vBHq4R2Gg6cdJWrVXEPrfhhBeJx4NSdn0q6ZJUo1Iq1VqPUMduqTbLGG51RG43DXc7K+4UorIpFC8RVI+CtuVocMIw3RxG5K7TImq1+nW943RVBKmaj9grUeoYyRy7fZjhwwjwDna8i3kfQiV0NkRULadp5qlSjKlM3jSleqO17xzW5a7TZX3B/YLkNUOU/yGyuj/ajBdrl4lkbin3BNyvuHCnZ1ps3a4ivH0t0FqoyuOfujQ7ibonSrD7Lfq1KRo68RUla/WhtwjCO7fgOhtHKSqRN894dOLiGaAHtDtaUYHaukq5D8f5c45ops+4ilCNX9c7I6sCJL1cm/omjuR4L466o83pLLCmlqLSp5qowdNSHJrh64BJQvYeN4sBo+lWr9IkpUh8WAuXIkkrnSExOoc7RSpS42lDsH+Yr10Fdy9wdcNobaWkEn6RFd8wBU/s6HHInStBpU8kTZVSehjpHLtljwdQ0elqWujoGlCUC1YEXdLlrTa2IWGHDH6DozPOzdDijS6TWV/5kvNS3pOUbmwwC8kMl0m43i6C2VBunVT7UpQ5znvVit8G3ucOATutuZotrQxFWCS6i7VUhpqqkTxvbuCODBwjY6IJKSOq6SxNGqCytEn6p0pVgclU5D8EQi4qXcf3I/RplE0akl960D+6IfIs1UqkpqfHAMWCtAvz0M6ryD3zNVa0IwMTi80YesNmjh1KUtcgFdOpAfULbqbnlaUYJumqsh61x0j88NHqjtBXcvSmz86lUXQvkcJHLeiU+7fh6+qI21mqqqr96SrkwhHdbQaSSv29QyRyPSFtUtqcTdv8APDhFHHyhYa0xqkik6/QDV7mGtM0WuwdOs4Ty6w3BrVD0kkq1I6SdZd6sTdLHdhHq2hs9H0hZWStTthk4UCacfic5pCCtxqR0n9ewzStXPcXyx2hk9M08/YES2UmyJUjkJwOfa40dq/fB3hQppJVggwmoHOdeFeqa/VgXCEFDFmqkm5ioEfekMuqNs1ygjJbKXSVxzkyj8aO6G9P3P7PYbPa1J6Ba5OlCG3DzbgT06xSoG6g+xVTyHVqkarw7cOuA3GgoTUuh0+END6YJ+GanQ1JpKtbXP63r3UNepw+z6UI1m5BMbFDa6Jn/AMXp46v/AKro1cnRv7cObav+UU0aqwpmnjqtceolDqNwhn1aC0u5Q+oZVJqR+13guN0ofkGtzyOz0punVxODB8xtBWaWa3ipkVeYarFH7BpQ8pU+wjmr8xY7sI4MAbDB2Szc+k9dQtmEsuurAp8XJDa56gknSUpWpj6XF/MRNRH28/m4hECErpHracNo17dhfDSi05qR0lcR0S/Wq4K17ShzRB9zdga1QseURsVWyVOepeyxrd0VDK0W/UpRJL7rVrOCE2y85R0gtHzUpqqVf6jXbuTbFoY6s3EwEq8a/uBmlJWIm4zNHom5hKlFftR+qeQfNJVr3ljHbHti7Ff/AGXpp5rpEiL6PpRVVKyxCELkbl8U021VxKZapHnssftQ3YeaMbw5cH8jrjUiL6h3SSWypVfF08PWNQMbZT+1xCaRC7XlHSk6QSf0CR/oHLXP9BrlD3LfalKEpl01+6omjKSNgmR4Y80BRT0SlxbGlydGumFf7LdYhzzSpK5HBgDNwdq6dbFpRhLr4uIW/DzwAdJUyql91apVNHJh54Bc1ppVq/JNr4++7dX1jJSnsOuz2Qpq5JrbqtUiVCFrY97yBncRQrW5Ki9lOkibKdWpzm9XkvDbWlHtaeoF1NqHXq1iGIW9ta7ondBcoq6uXaqpZdUnXg2w3Nxy1YeHkW6Oav6cSpR0dXLJWq+UJ6TQapKyuP0sA2VC57YFkklXr3+7HdAryg5rollkFFofHElyScnRq52vsAtqpKSONlb0Q12KdKVUOAY0OraWRDhn0iQao9QlLq0W62UwVJb3ppDGvQU/MbLSKFF0yw2ViEUq49fBVvdY09WjFUlSKpaHHLkjaaHOrTyX2Wq1rkISsfybQjyceMMy/HL8TRmtxFKXR0odVrYNSGqGcHvXzQht1Yera3BudG0Fc5cakdVJrXXPiKqnNXrc4xSjt/RdRq1SqE06n1/May6K/dOjpTTnr3jbu2JceU1spyPDsHU3dK6mrpJVCE+XkGoKu3+dVVrk7W59cI2FGj5tebjnEqVoxqklapaHyHTHiickuZmlOCJOkpSuPPNUxtrBuDafBzTSWyv+JUoriESsDG2r3Fv+4IUaO8VUJ0gE5YuknU1LElmrpG4sYYRuTiUloPp+bqdm9XTXGJMFdlNUp5D6HFjh4Bz87ZVJX70kcm3o7g7PcLdhQ10bX7LpSoR6S8WruKQ40Ou8K7rbiWqqU1JrU0sS+OeEt7OicHLZypozSV6HEr7V76ho1YKpZrHr+z1CSzJJJWVKPiafOGhCWRFUlaiZ9AWIKsqFqqcpK1Sy+IXdgEjpFJVWall67Y24tHcrj18nowArlpKqKpJezg5usYd4mmrtFVVT2tepk9GIEcN7KUqlXPWGyuWCs07rj9EBuqPVVSm5FfzhsHQPcRp52uxbJVU5OIGbN9Ksla56mIUELsEnSs3LqYnmAGxldlWSR+5tFwXrwTFmtSOl3NLOlWB5rCeTj7dUEu7kGFKNdAhzmyQguLpz7GVlK18c2QfnHXWdDNaeovZVDYi/FA9py2gvkUdSOIU3carQ1fYqWQNOeIv5p5qv1HfboGX3Bdqq1tyYhibuDdvDQmVxjqnnVliE45sAkp4fMqll27HPmdDqqqkayq65/mNvojwUWv2pSlmQl45CVuAb23uWYXLpEdSq731eQJ6eukVVVOkkrU7fyEeSEuUqmoUUUq8ucotWV9lkOepAhj1b20ETqNDUy6lJKnQr+YoBfOVXXcEmjlql/dNccmQb9hKXo5wV2zq4/VcfaSQupy4J1NmtVZ9cuUNIpm5d+kkpNr9kdMXeb61f1OhxvOBVDJUolNVS7YfiXPxve0Dl/wBPJ9ByWiaNV2KulpoYp9wJqUS8bj/QdjuXoJJ0/pRLEyK5eG+OfXU0Wq1fnstOOOO/jnkzj5Fjo1Ezt01qBlR1M5CToAvmqqqoGKhqQVUyWBuaEWqtriH6BxhxRzBW1Sa+iNWbuHSWarhihTLpqKZa2QwlGWg01D0Wr+CoKoXKJTZrV1U6BhNKm0pVq19AFoPmud9g/AG6QS9wm3ozesjEyavrC2DKbXm8ePqwB4m4m2rXEPhxeMPUWyVdJL2WPxOLfC8nbRXh7dRrb1NLvhM7aqq5rm730GxPqM2LXy6gXF2J7xFL6K46Ep4a84vbrq70qDjtEnWaqEOfJC9dGUrZflzjdXYMaloOQWSxFX7Uh/qGCcWqtlkfh5giUUVGdlq68IV35MoUNtgzVT2uRpVsoLaUK12V91r1Knr3cPWLEnSuIlpg0qjVWyVS4awAV+wJNBWUd1KPZ5R9wRQeKpBrsealKaq4nE2sPUAXlGqtd6x+OGvE1LsWpUgqkrmtLKByFPK76r38ISxLyuOMzUkhR8laFfGbQolRb/8Aukq9fS3S+XdCh9ck6SSOrRas8iehp3urdFKLlVJW1Vr8fq4A2Y0rKVztQUhPwyL45Qdo0pZGVZSjkqaG1Et/hFFZXeh0p62oamUpT9rUPouCYD+XciNOpy5l1Q1rKntdBUvqrQ3IhyinlqXcRGL+oDqESF51cub3BQdfIsgyiGfTQOoX9e4K4RSzXEFih/GiBo/yGaFfc8ioCE1QLGG9CSUbXsAIaDGKUQWQ3tgFCIITjqcJID+w8sEkvxC9M2vNuAFEoLJN9DoibHT1ZJXT6ZAGXX8gS4grKzXvgKIm8VmxlYLCW8VQxKAG63t4+ODEz9jWGAIwLkrsWQIBVzC81r/IDnlBotUZsqjD2NHja8w9e143WLTE5IeKkD8gpxs8gVLXaF0SK/qEUoyun0wZCN8I9GW7Byl5XI9YrOkCjJjBv0ggryDRL/ESgThEy2VcSIW1OAxqRIkRaSOu35RRAvcriyJVQUhWYPujKUN9HoRvD1fxIahbx7Ey6egLIQ31LmKKq3UL0oa7g1By+z0CjJI71NFkE/G4gqina2QCeIuSMkgrqUFpo2XTFRCKpb73NznGK0rNaGP+QZTDJhqZhbBYDlU1NoiRFJVrrwesaQiQVBTkh6Je4KiZ3ticSd8aOzNbKVuVC50WVrwhkonKSOAHBbLT7NXzjeQr9ARoTVZQuSJZDxIpTRYmW14gzQ1HVo/yGb3bGTm75zjB/wDFoDvR4eO+o8nCUMqbQjGEpLpn6QnCM21VB2CL2Sr84iQoyYeKf4RgS+RO9yo9E4wTxqtcTjDXbA/IrE8YRgp7Y9A1kfWIwWOu6DZNzJmjvQhCP+oiWNrKStCesePEasewyqtlhSK71ziMzOWWvWIROJGNyv8AEB3oNLTJJmm2Q9GGRxBAplf1jxi2o0e4bokZLffR6xmPtiNay8wzf/WFvQi6XaMHh/IeLyqSojW9jSEIqANUP+yUDSkhiCnzxhXE+9JCiKu9cfWIe0J+QQZXt9rnFKhpv6/qImcpZrTAii2XhxNdoLEdwc0XwU3rE9QGO47eJrg4ANFTlUhSqtZdMLlINdBcotvs0+5ia7YpVV33ie19QMZdKaBJvx4gxRK0GKr2XE+vVtAdVyBVXdkAl3G9Jc3mAsMofQeq6m53jgZV0rmvQACzlXNJfEBjugH2KQ4sUFuHcrpkOBFnOtYLzrTQKu7V/iJlFAOWdgJw89MBmd2Wt8AKvks18QZD4MYKue/icaIEXc8r8W4AFX2WF6jnxtf1xC3i9je3jVDQ77U+2A1nwBVcigy2XrAKyiVoOVe667gEcOVeVy7+lgAsXE2ZNFJzckqA3DyNQdB2rvXeENka9QCga1zuP8hAyncE31DVWjZ6BuypSi3RFUnS9Qh8iZeh5h0Fx4ZElUiTUlF8WqbdHF4KCJVVd6xxN8EJtNjRm0fRfg38PTqgaeIk1r7FXNCaXi7nDwDqV11LUXSiRH7VVBdB7llq36sd3b2o9Q+M6GpVWi3U1JKvtV/IOxXPwou6ihjyqUUarkxpUzc5r8Rz83AruJ0Q5Ps6BRVzqrp191SISpxC7g2U9z2wEpqSuP8APhGgXLGuoouurQzqfoyj34xNAH0hdHdaqrKdUMcnbvjx+Xj5J8nfR6XFycWHbZO62hPup3SUccmPWJ1bX5jl6t3NMzZSTA9heyNIdooF46fsDtXVQnFxcrzgN/cq1Sarv8Q56+QQsIbUBbj5ow1Mhg5vOznFGHp67x0TZ6p0EEM0kc2D8hv7W5BJrQ33/H0cXaCCi05rrZSXGqVNzB1DeT08wYJE+2UpaGjwX9zyCnNydsP/AIHjgpJuZw+6y5lJ06PoSyeXyjmTyilWqp0h3m7kqr+lNn0W1UO1qaJb/nvDn1J3Kv3SuylUsQ+hVyeod3Hy4x6jicFejR4GlesXqxSxOmGry5u1sksjRDCibiX9KVGrBJSufQwxFc8VmzQf4mtKqpJWqvoc3WNquSu9VoZ0RJ1XXZHxT+L54dQXXT3B09QKv3pgvUJ0Y3hrRCqpJHSyOJXBzyVoSUFLVH07c7TrVVIj+hnU9A5ufF5ow2oRHVLkLqlUlbVXgHxZcjdZTNy7rZTVXtJHyDQ+Q71cVdtRd0aRJSqDJ6TLQOa/FSPCXmGcvs5pencUfUhUGFPJEfpKyFyFxFSXr/P19QPuXpJ+/fr0DsrEQyla2FSA5Xc/dSqklsVWuTFq9q9uh7cHS8p06V063qCciz+InH02dwd0VsCpSlA1yOiXq5K2BYm7CPPwX9obtcndQ1fpEVSxD5CpOLHdHI6JuldTbVXT0Ac5UftXX29Qytc5M+huKQ2/JHBASpxDd9zv8pJW1SVxzgpu3lKzRoFxN2jWmWpFcg+CukY2EsfoN9TfJOrJIXjUkSlGga6K5BhdGwOkrUycQ+6U/DCP0HNNgK0C/wBgUpXrkxSK7hocPWOzpqWXYGq+Elm1dXLrqysfBj7pfLzheTjvZockoOvBrOymqqRNiq1z8Um2FNOUHTOymt0f2WciDXFXr7dSO1HqhENrlk2tFsEFZRznqQrnMN3RpPZ9FqJKpEOguSKRy80YDnTlVHQ+5rFEu5qUpJKvtDYEWiW9afk8g1qi/wDxb89DP8+Q9kc+CYTbwdQ3mCaSrVAUg9AaNcp+5b7Zos6SqtRcmOkcuWWMN2HD1DT2L9+1V+xqUSOR0TRw40ONC/tjqaxpXc44T3S0IldQlKyHSBY7HV4sfpzAcnHq0NDka6TU0l3U0iSSvCGcXKStRJ1XOFbF2q1dHYP0rcmX0r27DmiHaEUnVr6O0NxhmIaauaSa/wDlKG7aqB9pTdjGENq/DzR29sazQTl/dRXfqqnQa16hUtqtejejfHQnruUwXmqkyI1doaBcvmmqSSuJWjW662EacNm4paYVd5QTVKgSOmrUhJB4GOchdyO3fAdxTdqqlKVVl6OPtDdaRZpOmuwJWIvfIevh2935jQms2gaUPQyu8HrV6t6sSO1H13hrUe4E8kxrdfcls+izylai6Bonbn6cNuHUbc4BrFyFKWuwHSVRSvUOQ/Duww7sB1Rq4SVSJNSxOLu3xzfwhUArRb//AJGwSxKsNkEJwwjlYNrnD15gLf4hl1NEMH9Fukn+RKichqt+rGEMF7gHJ7mXiTB17GTe2uEb67utav6BXSy1zpVKpMNXn6gIwuYaqsEFdikOfia7oHkZLCzZ6FWaukuJiQ56wMe0W12K9mpExyxyi5Ubw0luo6oF/sB1iEOSyPxoX8nrhD1DpLJNg/ovO5ZdYiq6iT+0aHce4yJuPo4nANjpWjlVVSP2GfITELxocAWXFUelspdhNyFYkyecbqZkkklKyz6B90oMIZaNOexPR7zZ6UpXEr5ZNqrHgvQCa7ijZtFuklValQsTF6UYbUA5pBgq1dIUowSOc5/7gnGALJ79sq7PdJVKholKU3Ng2gZr2jRxns0ahWCWxZqtSpVyScO7fgBHdkkeVz16+0bmvDb3FHtaLfnlY6Chq5euO2Kl6ISVSOqqlX0sUoSHVsMu2jnrOD9VUlAtVbBa1V3apOAbocyqSSFFtamIXy8A1RoVVrT1IqtUj1K8CeqHmG20JRarpWarXIQ+Uf6BMMp67FeSfQhanRKU06SqR1D1KmVwgVChUknXHJxTjcXFFpJOiSq/Z41/nEFaKlWvHHZCJwznoKuKKkwdEaut/vlMUmGF6O0N4o9tKVPQyqRDk3qvwRGo3LtNlUpa6BMXyDoBW6thSiqRySMvpE4OsUlDJUaEsdmjv7i9iqnVSSxNPFv9Y19/c0qkrNSzFbQ27w7qtRs1LZ6Vc6By6PONcpGiEpR0lcTiCMf2VZyFaiPFVyccZQo1LNJJJ18ir+Y3l5QMpLQOQAu6MlSJTWp3cIfHKNmSxNBpeg1Wqs1VLEqDaLgLmJqq6srRgXyc4NVoTZT8mnMvV6+0UdKuYudapJHlV6+AJyRygNBqzmF1FzmXZZF8aeWh0la8rE4w7XdLROfmpdPzbg0ElBulVV5SWJX1gJ8a8DzRpCVCyleOc/ELABUtRSs0mnrwDeosbUkpK0AFMM1dlElJH/1F8SNvsc/e0HKSm6HZvDXqVo1WUSUqOoPKGVlfHi/IIH9zys0YT4yNGo9JVg6QdJKkQOhk4t/BwRvcPAO83KUy1uyoYiqVRSpZKl4p71+9H8hyWkqI2KrmqkzKrg+46mVbl3+ymCWIe8RVKtlQv7fXe3Rz8nC/lA64cuXQzYbq7kZU9VJKpje8aYqjKVJ26lSrGMPePoEy1F3UMCKtah65YYm6XmjzjRLrbjVWtq1SPUPj5O6JQY0+PyaER4kq6QSyNut0QaZqkrmsc4Fc0Iqk62Vpk6OUPX1dlTUq9T5i+iSh9kXNFJSumfQ3AudUUqklKS9EbGmqkqrKV4mJw8F8G0czVaupqqU8hCxxTB08hJRXc0NWiJVRVJJOvp4sMUKV6EdKzJStdSrX823CI6KtRGylZqSVQh9AvAF66STVJf7rp1RRQhRJtnPkmKs3fOyN5uduhpm5yQrjkJocGAKjElK5rWI2y4ihHVPOiMJRzkw4tW/5rwMPlozqS2bZdS5oa7Ki0HTCohSmQYyRcqG7fCGqlcukRKUnaF9f1GxFuKa0DTx0muORAlVXFyT7sL3WNe8IJElaiSSuOTHxRxcyz5ux2cd8UNGnU7SyrqvNVxznxC4RqLlvspXNH9KN4uvmDt596SlSsf13+EYMRXfcQ/ZDKGyfuZdzX3KPisjFrGLlc9/dA50JqpLLLy6uvrGxropSjqqq5HGAZzMJU2z43ALqFdyE5AK1HNUuJUJl1hYiq1S+6/AFjulrWUljk4+DzCps4dbKzvZE8cmdHHHGik6/2DdRNVVxHRI1qmjDcFN01z+WqklXTPjVusMnzNJ+ku1Vos5z1LJUvHjHbv8AyC5ClX7VrsCmUj4mIQ5i3qxOe+Fwx7FHyZM5w9ueVmnlawC9WilUt6y9MdPJsV+qdJrUx+JeEvsRJ0qRKUdTu4L4plA1ts5alR2Xod0RizV5IdXWuMVlEVSSqcc1UKnVzMqyVSOQLmgpHPFGivJe4RKQbc4oNVrmuJxQtjRCu+pE74OfkFAKJ1c76OMDmlMKtVZs2oc+gJHY71reAKqMretMVg9EqlY/dHa0olNSSJX0+HzjU31H7Fr2R93E+d8Z2QqkrNS0OkMOX2yrJVWpXEXcWdMO1sSlV5JWpUPW83AJQc2Wa7Iy/Z8locXSALc+u4NZnD6CTyla+sfoKPwecXQj7eluCxVrvoOpGTA4ut9V4sMcmDCCm7vkvbAa6G9KjEISrL2xhr8DIj61ssQNE6SVzTpKuQa7mkjqi9JZVVKUr6YQGI8SapOuJ3NrWApVZZdrjk12wGgsryvZDRkva+bR9YwcvAjhNzXWCEV9eoOlmKSqR1VcsLjoSg6fkVVImR2qqqS16X5B6xpNXfUiHJ6vLCOCI1uCavJYgYN4KzVEtPXaB92Qr41IouhuKSf13VDVCLky0ty9txq8/UOdrw2LXSVSOQ5MXGHYWDF0rZJV/dr1BPdfchs9JdVJIhHpMeoQuVe3L3D9YC8OXPRFqcNT/wCjl4mXO/gKKVpqSp0lUqh+IfBEe2SkrvvaxcIs2NCmthXjUvbGU0/T/MCQVVlC1E2vMA0N0oYENlpY4JS/j+YWkiGLdWVUlJBcAftDKJgUina2usPqBG681XNaAYJlm9Pa9QivpjPeypeHjcf5AAwZuDe2F650seblgPpDGOSMlLlgxI1lKC9AwMbnmq2SQVoR9PcILa9AgyaCX4cUTITxolLBgZ/oHqKq77iaIsTJruXuEWS++M1Vc1r1B1YIomUnJY+uuEExLZd8UJ2QnflWWWJ1YxEQPEWm5JJUQqwCvuGjF6ImUsrXhEYRvjMScAe9BfxPQLyQlE4iSbmpozW9AAU8YYgsPGUFdfn9YNmZeU+Qr0+LgFhY/wAPfhA5YWua7gtLG1zX6QF3ZnH6Cimm/g14RM8PTIKSTegLok5X+QZvLYjWRiELWb0I4m3WiJQhkDMIdziCs0eVGX0ZfROtNtfxCwsZqvxfIUkLK/3/ACFpLJXtjWH8QlNO10wcRt43E1vClEoLTLr1AKYCpVDlfqFqkN9VxNfmGu9Zr2gO4SlBqZP/AJCs6CWam/t1is6XsHB6iSQwZIUXSb3MjoJzq71rfFh0tawjGy19Qj8HlHVfSePRZe5LiafCMQj6fqEoG8V+3uGDR8b7O5wcGAZPVMDVPRMpvbEiKWoqLyupvMMmhKGSGayLLX0xIsOS+ggVSyEoxS7Y3UaLxZ6Zz68AzGVuiEDb18F6AzfhqUFAwuRJSOX8YwfdEYfz/YZMXxoIXvsRLG1zWvPASjBXHS14RiEZXb6V4YL43jhVbGRZ/lGCqZevrECH8UMx1rjdgWYND9eKMRNl2uXiDBzisi2uAA0pY6R6J0khE63isQVHMkl6icPlEFFZqpJoJofRYodIDmV5XX6CuJtd3yik7jX5+QB96A9MydffdAgpUX5W0IKTn5LQFJzhWVwfksVcAVZUUnNK7eu6BTqfyAbHLVFbXoAcyyXYFB1gEdRJJWarXAbHgi6LnXmAC6/jT+kMuFgKqrKzqXohUW9tfZJRylKsgKs6/UKDu1cfsw8wFXcpTdfeBchoklnADOra8cUrLzd9qE9fl5wAq68b3wrH7BLl4ql+vaMAF3QqUcJSpQCXWATxKUXGcgQ7nlRAy01XoAc61ra6+WIVvewlx3O+pVDiuC/Y7oFn+gJwMkFm5Fkr7E4qzRTFQRv2udsxEynzA/sFqy+J/Q1wCanp8X5+YDFNruecTKbktAFoLJEMMQJ6HHE6s0eMWV0w3gVOjxY77jg6h6TdMHRFUlcg0MQAGhN44jeV8YAaqZ9Q+DLwhUWq1JkEek0ONe4B0al7pmrpImymBMe/Vql4R8W0RS7qi3RHSSpyVOLwDfmvhOdTUHSqp8S9ibcPMPL5/R5SzR18XMonbaXM1oZIj9V1I0qh8A5pdl4Q37BWVRb8hyL3q/lCyl6apTwl0o1apOqiGDJvbQ2dTwU0DQyRFX7qvUJWyo67YguFcXzdls/oMudpBL7LQlJV1z4x/LthjdSR1SjUmhU0T+oaI+pVrcursqi35D1DZGAK1btrqKedE0EOzAWfFm1ISPJSpnS7nLtWty6sqmWtcmAqu1HBzA2mWtDXR2tApHUIcuRxeeA1V3Qjp+kTZSpD1yw9cN28CKBdurl56Sr+QfDVIXDW5gsuNN3ewrkjHT7BsLg1WCRFZR1DnPxb/k6+YdA8HNB7FfklMCEr50xy4ShLch4TaLf1KBp5WQvPrJHMXK4MPCOnUQjsV/spLMLkr1ybXNrABym4tMn030h119y1DP6LO1dJErnxMmF+9HbhtDSaZ/pmuNfsCP2CpyHJl/lg8g6KeKVKOk0sdSpjk3IYOHhGwtUlUqBteP8APagOf3JRiPWz5Fus/pdplJqd/Q1c5CFrkKfbNDdj5Byd/c3T1yToirpqu1XIapWww9fB5R+gNKu1cRJLEJUyN29zw3eqA1u6S4ei7t3SDB1RZCMkDV1T1b0TYMN40PdfwB+P1U1qfYL4vKPnnwZeGBJ+qnQN0apCYlRJc+CtHgv7kY4B3ChDpTSKpaeLicHu8o5d4RP6YlWuzaZuI/tSHjUSOa+oWEIX4R3b4T3D+EG6PwfPyUNduwdbCOWBEjGLGujh29q+YvDfv3hefL54yK4c27R9UUai6G30a4spXpDntyl0FF0owI/oZ+RdDjlNf8kYbkRvFCuklc13614aHqMtSI8vpP8AEewaKsFftSi8vfScaA3a5W61J1azegYm6WPONSZO0pUr9hF5Rbpgr9qUXUr76QmlDmvborCddSOenHTO1taeSdJWQ9TDhJ1QzpJXTJHF59wc8udp9J+lZYhyZZTbd/giNni5VlC+cZonycbixbQ6av2Wgqlj6J/INqat5qU1LE6A0+gHf2XTLqi1che+qlW9cB0e5+KSqVrUxAIYyGbNPp2hlaeaysw6QzCu1G/Dc6og+5GkFVUtgOlai6GdIbbvw3Yc0RtLqjewEVMUDspLZTCwekvSldqtzG5ucLJYsy5B/AiSqtr8IysxS3oahRl1jpJ0drTKVQ5Msm15eobEwp1JXsfXhDQkpDYSIPrlGtKJJqq4i+gr9eGA0h3Q1M/bJ6GxEJBKx1UjZUI8w6YR8kNSfUikldQuqqkeouWHevYPkDKMMRYzkmF0XQzBJrK2KQ6hOPhrR8o53dPQ32XTx1WuIRc2yEi7m3hhgHZqHi1fpTUkscLLtLl0qUos+xWv3prjpGJ54wEnx6tFfcxNZo56lSjUisqocLrsLlvtlqR+1/vWpI1KmlCG3CPvgBbkH33o7VWuSoeNYhy3sI3JOGxbXjgqmhZKmc4ucppXNJJHPUxTkNtliNve0ck/anmpYlTGL5NoJrpLnlaLf/8AI6LSPUP/AHSRMPeh84Bu0utoF01m7KqYmN+cA8OliN/RxiNCJNXVKJNUiZZylN8uYPrlVPusriX8YRSNsqlKRSa5hdePmv4RSmkrQLrTkL6VXAWPB1RG1HsM5ZDamrnkqeYSsg6GMSptlPw/kBbmY7AYbFdVyHQxVaxvcNgo4yWxZqWPXNzBddS0SSakpTIPWgQ1XaNCO1f58G3thmslaJ34FaUXTC6PZSVciC+OXrG4JOdlWuJj6QpTZtX9DESVy8shy4KsddwUUY72Kr9lv8SofFxcqHDf2usaGUe47xcf2ME42R0kkteEc+oh6qk6dMOIqfrwxHR00bWalp4vkiNHpCi/sa7KbKxHV43MaO6KS6iUFjdh6lCJP2spWuQ+iFSx3TV1sBWpYF6q3BHqG/LopKteJxOAw0O6dmqkqR0ljyMU/UNJYq0GD+zV6JYqq0zSiSqXAcnmgN7otSU1QSSS7fkCCjoyqUdOkqlRdKGP5BtVzbHZVqrp4wXhjsfkXkPbUe1VV2UrnND6ANwyVVVOrKxBsT1BVJKyyCABN1spqdJX8/UOquk5a2AMm2wFdlZChMjyjaaLeOlktiuqlQ/z3QnooirpI6WIoTLJX0QyURdSuwEtxKdMom93Pm2B/wCBdZB8dA/VudYrpmiUlVc0F9Bv/tlgRqriPWpoHKbnhz8425uf7USOkqkQjomKYvPww5gXDLsCE/DOeP2jDNKpY4AhRiSudyPmN1XoCarapWgAPRaTXO+huAJ0sR2axRlBbKVzpMobpQrbYqTqVoaYooNuk6dH0CVA+ooyWxXWnjVQzWgR+Rp1Ns5szp8Qaq2ohVJU8rTyR0d2iklXsssI4rtUq6UoRgUmzRUaCV2etsrIw1AE6YJTT6xG0ulcseSYJKpWqWWTKDWJs0pKjVVVe7kgGl6ISa5pLH0yVfcN+NR3JaAT0mwm2qvZG7givs5fSlCzUpqo1ZdrsVWUl8I6qtReWqqNepKiUlc0kQa5B+MjU6Muof0Crspgr3dw3WOt3NXe0Nda1QYP7B7kmIa9ev8AMOXurnJVrrfC8jd0wqOmqWQfn1vifJx/4l4cv2dzpW4Bg6SmpYh+IOcUr4PNiqzcfohhcdd9SiSsp1bk6ZsJfKOis6boanrJVKovxD4ImEuqHcp0s4U5ofYFeyx/hFjdzvStf3bY7NStwrV1XVSS9oc2uquZ2KrZYm0KQmpHPyJlFFoJcrkAOn21rmsjzG4L4AbuHTVU6XxB0s/msCNVanb3R0QZCRrlDUKq/fkaq1CErQLjcA+vvAxcrcxcRQz2nnLBM8gpLerA8S8N6HPHBfgPlZqSUqS1xyH8o+j6MQdOriCJMFVz10oTTEv3r8b8b3BgFIxvsbLCjn90Lv7UpSl7o0kqhKRdKKkJVwFhWjehHyXhx66KkZro6SqUzbLk4R009JOkmB2quWS/idWAc0paCSro6qXfHFx/Js7ZLpNcToy1TVV4+sRS/LantT67gfNzq76Et1bxJgkdXj3zebmFtHJJS8CilXKTVrspVUmRpGhwDnz+lFX6p9ipYmHG3PPgFl0dMunVRrNPUyj1eCP1GtuLrGtFpbF4mhtw8oanIdYxVeRmgVXfcQnmGX13LVrLatVSEqExT1fV13xyi6S7OlFXSiSrqoRPNblaEeALKBuoasFZr9Kft6WC/uesXjx0jQvk7nYmvhVdMFf7qv0KobH8KlA0ylKftSHOfEyYXx8/vaf2U/OqliEPxNHmEU6cm9wU9qJpzx7H0XRVE0M/SO6YYhz5NU2T5BsFx6aSTrYr/LrYlbS5/wAh87UJdZSjV0RVJ0cm1iVsA7BcjdK1ujSI1dKkI60TYYRwDn5/T+YhhyvtM7qS5NJ0lZKkqVIZARUrcklyVepfqG3DfQCXO3bOqLVJRb/IyK/Nzj6C8FNHeD6mX5P+ZP2pGRyZUy9h4L441x5f2UU8as+ZXtwTpWpKa4+hVLhCak7gHSSVq1qcXFhfv84+z7vEfBA1SOlcROpCkcJS1CxiQt69hiaOC8OR0/cq6pRUn2o6qdBLB54guPtaGjPN2fMS9yVKb0lXJ5I+QBurhLo9izUmBzkJp1R9BOrmKGotI6WxVD42Qc0efnCZ7SCTWuk1dHJ0NuHmvREVyS7D4+T5YpBB01VOkriVL9ev6gocJq4jqUfE06vMOz3X3PpOlTupRD40D4nMNAppg/asF6LSSrkOetk4Q6nkU0zXGy+ykhRFnazZQqZFVSfylUqmu2HaidkHCnWgCLWy19wwSKuvCL5yTWokrpnFiiaUr2vODQwHG1rzcsnmEYtuASiRLE44lH0ABAUzbeuPo9QvI3la+sFIo76JHTBQWsQKJJWaFyM3EtcQES++LStd66tLh4OcMwVGi9B6qklZZAsMi1VSmpZfqA8S+Kzfm9YmkZL08QakK1iSk5AZM29rN4hfKBWyE2ym8Iy0cKtVc739urEI4BTNhSpB/RaR5SWfxCV9G/tx6x6/ZTVVa6hz4x+eH14QMZ8k6kTVa+P5DDK51emn2+AasdIXUu5pfhBubSfpHplgljoEtcXchgwc98c0OT/r13R3Eq0rO5B9Ec2uwue+xn51WqVdBfHIbi38N4d3E7iTXTpmsEjvSugJwJKzWmMytawnFMUobuXIRldAHNVbULibQYIk30JJ0Z/oaNlcgOUVLLp+oJ2B/lllwfuG5DSuwIvuOo9AO6VVC91Gba4gOc2oWLwldj5gNZBSaJtzSgchHkucAoR/VwAtE4neIjjk7GDY4vLEDImS/wBwWlAUhiCfSVGIJQLai8hBEiVrxO0GZOC+zMErUZEiamFSsJuuETaUSiqJCEOSqDJIcrpjBYC0hArQa+jMCf6DFlwi9NMWwQ16wy2gOwIsLUZMT2AXFHfYpCs6aQzB4oCIQZhEEmQ9Dsis4HyN8dEZX+MWIp3lZQgWAMIXIC/kNZJKOvuF1T9eNgHoJyrKVl9QvRbewHQtlEU/b8owZKb3MoXwRV9rSGDJeK7WsAYonZSQs0WES8UJpJfw4vVzjNqM4mhIublBacL2aAaP+XL9mIMRLyQ2AJPwW3suakKlSAoqSqozEsrNJCkf/wBJN4gMURiXZdsHRIryWPpY31GCJBmsxP67G2GjliNaylK+mPQjvvSHlVe+OmvBwP8ARiBvGiUe5r9RGX2/OMLF9s9XK3Bl0gUKLox7hx4oxWlCMTKgN2w1RZBPsa8wmU8pK1FRSiUTA/0ZdO0ThHxVeX1Xx6Ef8nb+t7dHi9/pD0Syleh2QA07sgqnkdv1D1b0xmJvjGasAzQKyIG8bjj17ksvAJmj7HzEDGSmhfkMv2SLtjET+2IGiKpqoXEZOLbMqHlWQpNruRKJKbZxXX8V7Xy3QVLETDPZiJwIovvU39I8qqqlXA5jgPbsfDEkZSyPagdZRUVKq/5PkKVlbIY0I2iwyvK+iBDqiuclK06/SFChwG9DIy4WS6e4AVlOSyOJW9w84X3r8gKsruTQi0qZaKvt2PKuFfGVAIsorNJxBE66vKgYyoFlI0yThZIBLOZW+/PzjLhaV+HFC46uXxwIhoko430AruElVen+Q8deVmleEBHU1INXkooJo84X3oBKOOSyBhwvN33sgE6s2y4gSysIGFl0hUo6VlCK5vTAkTK68AzYyLK++iETzUpun6r3OIlVEYx/gEd+R1DIkSOQloCRiJY9r3BTCE0SKN8hl0now7hBiEEvcPQNN7en1DMIb1pjUZ6JX4i4pJXEFUC2XbFhCgiluazotglZCBIpa4f2HjGV7gZLWhWt7MRsldd0VRN40TOdLXh3BTvoRoZMkQtl5u7zxEyn3oURha/EMzEwoe+hvQtPP6GV2UwVqLkD2kvCRdHSjWUq6y8oaWY00SIeUA+NS8G8jpo531+6syHDF1dIklUSYYnevYOYavOVx8gYvzQHBMY31jdS/lf35z96OL1DZk7oEn7AiWOd0TKMcw4+RTYuaB9GXTumDqbK6J+oJ7GTM5fZvtNPVWsl1NqLkNA2VlRH0r4H7oft65dqk/r5MCVtsfH1MP8AZSU1JWZX6Q+lv6aKSS+yyJTa9S9icXnEeeH/AI9lOOWzvqTZgwfoJJJH9IbYRGUwIl3yFNf8kfINWKg6VVIrp6BeaMcHuDtOlVUkkEla5MePmgPNmukulcjVqXeJbKOqrXJUvEJ4y/uQ5g3o+DpX7qkrUr3ssubhHg5xS/opLZWyptdA5656mGqDkk0klSfej1DmgQ5pccXdviP42WVmw0dc1KzrrEIXHxcJvoKPCL4Nbl7rbkl1aZoFB1i1SuEk4RVT4IEjucI3lrR7V0wTSauq5NPpYIX9YCl4qwotrsVJrXJVrZUb1/h6xzyluy6jo+GqX8HfhG8EFKHujuSVXfUQe+fY9WJ4VOBQl6OHn3B0nwd+FWi7rUibAfkavSErrslcQ5YwjCEb3GhfjgwX8I+gLmHsp+9+6kr4SWpb5DQvbUYbQ4b4WP6cUqedL3UXJOvs6m5sVaiRaiSm3G8WEL1WO7fhuXxX3V57iYvxs6tQt0aSudxD4OYbbR9J8qPkC5PwtUzcvSh7kvCqwOyXQPKK/qxxr26aEYXr17dhG9w3h3+gKeSVSJKdEXanyT1oRgaG5hhEdfFzVpnJ6j0+XVE6SrR6s37UouoRdPGq7il7h6w0YXXJSpTrEX4u71QGvULTaWam2ekKXbpJWniK6GD1cOAXlOl0HJhJ6Y/cNqZp50hSjWYTYR6xeE0OAdDuTugav2pHSOXkKk4sd0IqPugYSiJYn5hVSZlaGdEpmhsg/wDdJE0ocaEOGG2KcbxIteDs6R5qU0YPRySqvQGoXN3TtX7UiqSv7w28A3RqukqlndEdkHGZCUHERXWXEpUy1I6a4j0mQrxocERrFz6ySSx2rpKouQ9U5Oravcw6impvQ1m6y51J1XplrYLoFifF2lIQw3ohZ8X5oaPK0qZWojNSslahBqtIPEmtMtbKfUNEivAWEeEbBcs0Vplhsp+rp5A2VCiGGxTtUkiY5Kp/rtBFIJG5ppsVU8rIPo7g2JREarRjhVg62ArloH9JPahEbizW2UlmhfjqQH1HIvCNcp9jOiXR0NkHPUdJbhulASoqkUn6REugOprsGrqu1dJVyHxTFHL6aubVuNpQ6qSRzsVzROlu1Y7d6PBuiU4YOxlPwGqpTWp0kleHEqjjtN0NsC6iUklUIe8rV4seaA62m/aqtZs230hz+6Y6St0bXpkj74DNZoF0IzJKtaZtcQh6nevwve+ERtVJ0Q1VoY6XHLA5Auuno1XYpKUSSryC4/UD6Ae7PYESm6FQNBY6YLNaopZ01dbAdY9T2uCIZ3S0cqrc4eUkfEVIfFNwR2wXTtEzUibFSPPQNXxNs0N2AcoOWDqgSJNc+ctWp778A1YizfZgNyaKrqiyWWhldQKf0NspLpkyeseudO6otXYGJXIfH3K0OYbaVo1dJTcg/EDw6l1Cys0qiT2p2rvLIeNbG80QPdowS2Kg6lVzoGrFPu3t28NppGh5quykkqi5CaOle3IjX3lL7Pf7FVSqHa3ymSPwic7iNF5dzDJ0lSjAkrEP2QFFilNlOtPzXh48FaGzSR5Bz+jGPyB7s02hl1VeSrkN+YbjnrZpLq0aasw2LT1kliLl4o3ihqO2A17Y1GlVFUmDJ1xMU/lwwG8UFSWymCCquRgxAke5Tkh0llIlVSa9sg1muqkqdLQUHQHTBJ01mzdbw1l1RaWypQ7LxRyfiAUYnKV4g2BJFXHmpBam0lKylbPidYfqrqpNbXQJDHGdAQFRtI/Zb8ntDfIKbKVJSjXLwV+lwjQ0kdlKzQ/o6lnTCollkCwGas3iBUn7WakqEFIN1RH7StdlUXl76lWyobuAbCwM1p5rNSxFNIp8ESgUVzs1qiEUmqp1ZWWHdHoJJNV+mePrBv2ZKSssvsjFGNFVWp0lcvCM5axMu9iF6g1m2qvc5hrjlslNPp40RuNKUVeCtRjKtVc3xeKFSNNmp7ASdK5qoCFmVkG0lJVWy0BhJNKadIHEGRrxkpXHCx41y0lUsTtDbnDKyOqNbcTZWaqY4DYyRrjujkuSqEONcfsvvRJSWQN5OlN/usfbqgF/RSW9V5hAocTSn7RKVa16/wAhrzmjld69Dm4esbu6SywqVTVzs3o684enQLNI2E6SVlJBgyfOklSbKVP0DbuDcDd2zlOrX+QXvE0pRxkvsEzfKBu1VlbFdKz0OV3S/kGFM0M1p5rNSV7Jhyei3yrVW1x+3tDfaNPSjBhspqrXIfetuBueHAJcnFGPXEpxyy0zRKeod0wdHsq9To4fOFpTKqqkSm6fow5x06nG/wBssLVI5DjmrxB01dSkklD1AIcqDPiZZsZVK16eXtDr3gw8PCty9Fr0MrQJKRJhqGrVMPBHhgORmO/lESlHx+juB0uya0NRc1Kv6OHCG5OfajAHHx+Z+CF0DumaZp50/SkNUHSp1ZBNot/DeGpUo7dMHRNnsD1K8SVyYYeWG4CEKXdOlbJWunXxOjw4N0PVHU2i/v6VfEiU+7uCai+5d8kTWKVeymE1LIPj1yjj12d0EqvNVPulLwmG10vSmwKUPQ1psU5axKuGXEcbu6pJJq6XlKz6l+qc/DEVhDLuRyFVP3TykpTVWuerjm2sMdoc8pQzpW1VdVKnS3dv1jFLUzspU+9kJf0hq7ikpqsr4h1U4qjR43dl7+kZuuEUwKriKzcQRQo9V0rN6VSpVGwMLi6ZdZpKoQnHLeDRyvRmsO7EkYSqgykXXXdG8LXBv1UiJJJEOcLn9xD9glapH7hYht3sRyh3QlMvKV0xsNA0+6YKkdJYlTpBLBlKVlaYKaxsiJaAe/Bmq6mfRVxF1zCnmsp/nyF41+OAbzRZprpBrNPIIaGPW3L8B8u3P0n9lupqStRMfRtzz77ZoZB0wVt0LxzE8gTm4s4ZQIQ5MJpS7eD6qoQ1FtWBEmqRD4sMerh2t0C0ixaulc7jjRfB5dEq/oaVNxyXic+Ab4k32UkRXiDg43kuruXksHo1ylrkVZU2VX41XSHPKfuQVa17KoPodol91Ja4gEpC59rSiU1JIlf6gNRHj1dz4/pyh1Wo0Wl2lrmsQfT91VxSqSp5qQ5HT9yiuyj2Wl5LwSlEaNnFX1GJY6uxSV+Pu+QL1EEtfmOj0pcyqlx/9RrdKUOqlUlJdsZMunrfc09cs2yVSyOjwCZGTr0y+oOU07WUqliDOyZSqjVLHITT5hZVIlnKLNdWZK71p+8QMxdJZ1I9Q/EGwKoTc1p5WML00rXXFCYmfI2hE2Rm2Sowu2VD4yfiv1CUCza81qQ4XGURlyfZrxkfTEUiqyv1B+Wj0lbXYtQVqUKlyoY2SuwBE6U21yK8Azpllc59lkdUM/Od7XqGbnTvQqcMIheo0VStdAgiSKUqbKPX44YPyemL5LrlanYwYOcHM2CU0k1X2r+2CDlSxAY2apezlgJiqSiENqOa+hkfkDVVlVc6kTt7pue8F0TK2dqSpUiWuIxM6S7nH13QlDNkHDLkuYwhSFGtaZYHYOkschY1DH27/WMwdukt6x9DogtCkUlbJ0l3sN8VgsRJPM4y/o1Vg6O1dYhyYnm3RUnFIdOutoFKmUjumteeQtbJyobt/nHMFUVUlZSqVSobHHUnkBWy6XagpFLlfQ+gXEiGTZQBh72NWSe9ZYaQSClie10yBymsEfUUg6BV4BW5NZfpDV4rr18AWrF13QlDZZAaMJXf6W5wBg2Ll/vgAkCcIMT58cK0BMPKZUGgNOOtYFkU8VrzBYMk05BBI684iMRjkDBzJTewHf8AxBTieiYRimJGOKjk8aEGJ1ojMYK70JETSxLUXFStdMb8jZkkIzaiQNTazc6lrtipFDkkvqHDdKy4mKNBYiNuQCdtZfg6gOslvsrQDoyO+4lQCLoWut4ZoCuLE6sLL8AFw8kGCySuP+4FULa+0ClQzebK20NavOD0Sa7gEhHvgxuayCNDJhiQJTbgZM3iiAkhwUhG90Vqo9gRqalBpko8l0/yGatr0z+4XSJT6WCRT1qiUEks7KBknescVxS3rL/CHokUppq/pqg5Avp/DAVkSlAtElrN/CE6gpliCXoE6WuARMX/AHBO9Z0Rgn7HmGj8jciKpYoVjZfhFykd6A8zX8wwrao2OJbL2xIsN9yBG/vQyc/K5A6qODMyQYKdJKvZVNrvDI8c3igTW+xOqkpajJTJb1aVxVDkpQnAkregKFRKEZSvn0uEYjD+XG8o9fSzqQkW1zXohYjv9Hq/t3hi/vX7814YhG+qM51XO4+V5gWLFIkaGRnO6b63x4xd9SEL01LTy8TcrfkPJxV12gayGbpnjfzETCRj8qkKywCxF+WvsgobkscQUm68A9EqWOrN+hdeEVxUsvMBL9BrwRPFXuAc6voa7Y9MtVJuJ2NoDnMrnQCkF9ElD684DUiJKKgVZTxveApj3ZhRYDHVGTH9ACLHmq9DzgjUTVPNr/uAlDclxxNQ+9JaADUUVzU0TsOJFwsl6ADVVE3VlagJU8pLXFB+Q8bjoidfetbwFXWS9oSv5cdf2Aap9at4K/0VgiKzq16BNMALKe2MuD2Wut8CKxAGS/yMKqfMBKrcr7O2MrLyvV8wE6cfF8gpVR+ipQ3jalQCqKTa4ktADnNl6YnPuUTPS5trkCqKioieI8WO+g1qx0jxlEs6PFjZCMSjJjjUG6R6tAYqxGIR8VliwoWsTV9nolGR4xhitzAvp2B7PRil3BksZVkIGOMX/YAizNBKRxcpKV7YAIf2xcWKQZ3Ey6SZ9v4xgkfYFZPYEixAvLuabMGJ40YiXfRIiiXJDMY7sQGGCPFh40TUiIKQtZXTGDFDRFMm+gkXxQiolKtR4kEvY9Y1YjJmYmEjpD0FEtcA9GGRl9MCw5FJCKpb6PqD+kh5NdbFxD1zQL7oj5thD0MHWPov+lx9RbB0dXf6+J5ofMc/L8GgQls+u9iyqZteNCruQvQjHXbBhGiTqlPvWQRI5yblXghz8IBcmSdbFtTz6ldXr4BfAiWIrjnXJfrl29v6QHkSTaO/j6RvRFCbKtWtQ5KuJt3zR3fMGVztGP5q7pVqQiB70o2ng84Mueutucucov7UdYkhKsqY+0WG1fhf2grc+E5+wSdKsLkl3TI5K7J1WLUNGOGGC/fhDqgPO5+SXaJ6HFBdzcjf+GanfqqkqVOa8Xz8O7tgBFl9qK7PVVqEITJ3DRjtX+C8OZ3O0PTNMqoU9da/dUihNirsc6kU0kT7cCETheiaEMGGP1HWmr1q/azUkqmPUqVobd7awe7bCRg4b8gm8hIyoJJq6Okq/Iude1qkvxl+UCOaVlUpsB+kcidTLq5W1uhwzO1YKrqq58/Gv3r3BtfMYSYquq+ymtfbqbeLfFYPJ7MulaNQ8JPgruXu8YbFfsK9clcjhItong3I/ltbd8fOS9wfhQ8Bld+wSXpu5qtGe33UybpoYYRLG95OYfZbUqWxTtVcipUINNc0kwm/Zbp0ReoaUdufDt7W3DaiB7mConWTOTXCeEhhdGw2VQzrHr46B86jewRrQ4OeEB0KFK7KlqzfQGgeEX+n6aqpdv4Klfsim0CRVM1IaMpa9hjgjgvxhfvwjtjV7jfDDNdf8Xu3a/ZFNkPKtS1E3EYQ3NurGO3t3heHPLwSlxQs+hUXs1IiqSpw7omn1Zsp1jjmtFXRSqiU3EPkG+gdtKT/AJDt4OXP5HBy8WJvcSuqLdfbNDJf5W+4pDdiXDgj5xvdyd27V+lNS71fBEvN5Bzeh6WV31X6Cblu6YOlKZoavXy1UtxSG7e3IRHTCeDs52suln0CzpBJW1/ECXaiSqR0uOSJPPAcruQuya0okSUr20j7ZY8ERtsKX8aOv3NHLLjwdMsoCKqTCVxDRLijY0zWRBo9HUnsCmTsJuI6xim590b8xhNS7gMDNAdMtFXTUj9rU2Uhkl40N2EQXc3TKTpLiHJinLxY7ov2KkkFFMUQ6aq/bNDZwmdS3FIQ4OcbHCVrsbI3ZBuk6tVQPTlDtaUYHYOkphDl1jf278Auubp9J+1+InFjwDYtkpKpZ3HFl1Cs4JSVzz+hqe+y9lHO1UJNIfdvcHXDqAt0lzrBqwQftUjnOQ+OfdvRG8eEwmxXTJ+l00jgGLRKlKBO1VVxDk9d7AIY4sZvRrjGKTqi81oawHPiOf8AjlMnm19irmxeAp+DmgNyoZ7KnsFcsh4l8wT0xQ6VKbKSVSxDlrkNxYw2ogvaBHTHzBTZX3pJXgyQGqg1ou6Oa1SyyQxNy/G/fjCAR3I0yqkqei3+famqdqENqPVEO6cLKdNX+hmq/PgvfMbwZm3mopKlEiSsR0THKf8AD1RGWTqU/lOkpCyF+uT5w5gZc0tNSJp4ovukZpOqiqWI6JkdLmj1ilXtC3vZSf8AuiK6A5/dAbYt1rp1Kz5oGrjfWjxJ+1zVR0gaoYvFjtR8gR3c0Mqq1QfpJZGKqfobcI+eIEtoMNOwRNNJ01Xsq5Dkqm6I16kSumDVRgqrXQPelGLhqwvwjeGw0Y3SlESVVywBdQkqlRbpJXLJjJHIXgjCPuvgy3DRvjIROpStFna8cmXxb20CvBxSs1X7Gfq46F4ht3qj1RAKEUn6U3jk0eHdC96zVYPyUywVPPQysbApwwiFpVaGz8M7sszYbFPay+J5hptJwV2V8JgdQd0X28wQVSVJXOSuasaF/qvcIxSLeyPND5ZE6EUVFdlfeu6bXdDhu5VVSla3goUQf76lkZBgxoGbjpOsevknDGr7GdEtlZVkHMWU1LpgVo32KrNSyAemdWbNSCoKJ0JR/wB6GzUdRv3o6s3EJxBrRF3TV0SyPUU0yjdqASVdNTq9MUUg4DBF01SAqrhJJ1spLI0gppdJ0lmgsZPnU2Uqr6QKayM04m4uGrV+lNSGtPk0kq6SqXY6QZMXqrVWUrmD+yGDuiUnVqkC0A0QrdJLtiuKCSqv4g0e0e6SdZoZRQ30AQVPmySSQSuGaW9JDa4qzd6AsGyWPZCTVjxNUg0ss0B3LNJX0ao2ZZJJKuFyZJtdL2wBzn9JULKmSvTGsPGspXO4g6pTjFKVmhz2lG0qvZDRF+SNTpJRXO+iEDiFrN0/hGxuElVa4Fo65ilKedSkkqhK9qruFh8w05qPcKjkxfRVCP6ZfkatUq5D5Z+KOvtGLWgWBGuXUJpi2gaBou5dhZZ7TOa/fMEt0LtV1Xtcv3Dkl1s6o1xI9Sl1LBrZJVMfX1gBu/ucdJHmtSVz3q/WNYeMJtl3i/mKk6PVS7YeHDQJ8puytD0MqwmtcsnlGu3cN9i0Xa64A2oAj9JrKVSOclaGt8KfCMRWVa+2F5FjyUPHqgaLc+zSmkV9AoeUyjZHSSxCHAFzMLX8YYU+b7rmsfzDt44Hnckuo4vdCr9gunT9VKuSUcpsXJwbcB8z3VUwqqqvNVr48R9P3dk//HKX45EvfEfJF1Ssqulp6fXzAwRfjqTNOpJ3anV7p/mCLmqCdUy/I1SSr17wCMSbxx0mh5VwdyR6elE+0XRarfhLz+sU+TDOeKxfcMVcXL+D6yVS2bSlTIwVE48+AafSN39PUoqvKdSCcVLBD5RGuLOnT90u6dK4698/DG/GIy3LvWvlHQliR+C2P6Pusp5rapUovX6Zr43SgvCPSmapSo6r5WLh4MGG96hoCLTla4225uhVX7qUkliYPMHRJ01bNxa3HJXRpLv6LSqHqxMYu6NZf3Ov2Gda+zeH29/TT/Sk6u2uc/5a2TXggvZWqkIQvwhC/C9t7sPOE3hy8BDW41L+1Og9IaOyG5jX4VL2LGEY7d/hhthembpBhKcO/Y+KoNJWvuHTfBDdWqwf7AVVxD4hsbhwDTLqWCTB+dJLIwnJ8/XgC+inirV0g6xK5D163UCmrpdjNWmfePgjotL7ZXotJLPkmpdKPF8sNodCpWDpqlsVJKQcmUOBeC27RVVJlTLB19+amhUOTyX/AFD6bfzaUYEf4k9ckDHPV4R5/PBQnSOniuaV/RrdEXQK/wBq6G4NipZ1JXRGkxYpJOjysQmn1jaqCVmpKJe2JfIy70Xv6La0olapaGvCOcXSeD9LHVSxyDqyTpJLp8cSWIk6stA/7ibgU+J8r09cWqlnfSINMpK5G1sktEfWlPXFJOs0liDnN0dwiqVqkl2anzCPRVNSZ8v0nQErehrNF0Wls9dK0yx3C6qg9ipL7KSx8NQadQdyLqUd0q1OSeEzx0WaNPdUIlvWIFBzys0OmP6JS/6CZQ1akqHlJHVyCcUUjPFnO456NYI9tbX5gnZiSua74IXoyUkeUkADNJVcVXIZ8Rco5V6AxE3yAlfepWWMJm3pLE2/yGyyMuP6GCas1L70lXC94gqla5ZPkDEIq67XmBqbeUl4v4hSl2FXS9CUh5qWhrEGsjtf/aVqdInq3IgnYSXJdgZLRaXs4wXEN5bFayNqpKVIcnrHilVzqSvc43WGZWiqX/WYeilfSzQKRnNdhdBRWIk3hNV18uAGGo+y6Yimgr7MQLlkCsSBD/IJLq7mEqZSO6a4johY4hMFaHB5RsMU99lVNcHzFxEOV09bwplgS/I4Qu02KrKVxD/MFowVHTbpbkGtKfemqX3ohcfxkOaHCNNhRMqulKP8yit5F7XkFZJ8qHBZQw3ayt60MoSgVXXgCsX+mVrfABVi8krXODDm+fdAxyb7x/cNh5C3vQMblekC28P+wDxh4oXpQCuAYhFaIIIvvWQcgGIb+ImUgSsQZ7dBMVsvoCV+IgUwkS1/EAgs8WG58e0LSlm/6CRUt69gXpJq+4ZfbA6rZNCAKIT0BUidXuesFlKlKBddyTsmmXxuJ6wcmSyAaKQLKdIBySGTCCk5LIAjg29Jd4XHWzkoVRhNStQYBabWgFdK1tfyAkUweunyQpil6egHavRNPHYEVHfe4L0E9SiUW6XuFiSPieAK4ORnyFyCCXpg1FDsCDduGBUO/iBewy+yJIzdfeJSOVFxU7LtiUYZAsiM0wWrNEol9vJFxSa7XvFcM6fTFBNy7mZXbxMTy/QX3vY4gjne3oCRJuu0EkG/CJnh8veILrDyp9esBKH7/TKFW2M060ZUWAS7gVu3dlrfCdd5a67o2Ug6j/Z0yVrW9wlV75BGpN19wnDNSscdjPMzVUzB4+gf3DycRApOSE4R16t3yjIWCyZIyoyYwrrTVZub6AshHescO1S0BPbTM1+4MQheESwEiJpK9wLHpC5XpmYHgrX9HmvDxOV9oehEZhCVX/1+QDMk3tEjbYhE2tURLHepXCYSMXXXdBfToMZuXcgc3y7oqVV13BlU3jbTJyRUY/Jd78gvgbj0YUU7GPlgc50uVqbRebqGVo5as3sAZQvt9EbQ1u3RhSOvPD5AZY0rNCxU8oDHUCuxaILmyP8AXh2wEc+WCDnSzvoANzDXCBl9lH9EDH8aBVTf7+UYifUooXMrmkkjhJrdopBuS0ZVOrj5FcgCcKC06ntkxwGeIRMtFL/sqVUlfyvgZePJKiawDOoqrnQWHfZlRjARwpZCbpfue4AnW14o1FVS0Uqrehx93a2gKsskrmhJybuEAasUkq9qBIZWtaKHMdwCqqeKGV1ZuvABJvJZfqAZZI9E6udFCi2WJxNwiqoJNZSC2YhGbaiRS7s0Zh/ISKl7AzfgPcpMaUJRTss70xM0Eh6OuKD9IK8uRREvcE0iJZ0ZTgPQgMGPYlXSEDF113B6ENfkKzemMZrySJuDJ4jxj+h8xDBmhhSZDJYglVtRXVgLDqgMKMVrXW8LE4CAzCO4FCyUI+KyxkhNTishOVGSnVlDARkkBI20IwgqkMVuYZhdUZv71aCRj2ohA4ynCbruB33Er6LL2++yPVuYVicIpBB8fJOBt97hiDr/AIAaX+y7qCNZVch/ZvRHICl5XuDqPgCb7KuyzpCVGqh8ba3I4OePWNNZQAunufcZHauxUKUSlkIe9Xrbe6GVDTftkk3Iyjkw3jbeELLlGrWmbnD7KrkkJYtTBG/ewX/LgvgpByq1YWtch6sCEOfDE2368N7yDxHVs7Y9SRttLUHRb9L/AMokTYR8shsMDEv370YQ3IxBSL9hNXlJIbCa3iJFIXAWEIYMAJORX7BQVlYi7eUevgrRju3o7QFohg1apSppKlW33cHDzxgOLkcTrgpTVDagpVKJHdJNaiBz4m5E0eG9uBmwoD7GVPpoLnm1K0YxmbV/gvQDi5tqwasCbFSrkqVyGPt3uHc8wEpsz9+l/wCBdIVyHx9PBDchCEduIgn9lX0lSSKqU+yJ0cW/h64hYSlaZSrqpVF5ejWvebagCqMXpl+wdbKyz4pKhakU4w279+MYxvjV2lIpKul0nSS51ECQJlXiX7+Hbhhjg94dceQHyYo2qjXKrp/spVqdAhyY5D6XVzChZjRc07pKoRevk1YY17hjevgagiSkjunTrEw4nF5oQvxF1Ft0nVd01anJjb6b5BGg5uhnEqTVrNVqEr6e1Avn3BxTw+eBSgfCNRf2ywkNaRQv1HRb2NHDev1cq/Hd3B1K6dNV+w2LNqIb6TdUhCN+9GO3CGDcCSnqCSSoY6qSp8iBEktqXC9tQw7XkDQl7UrBKGaPhpl4Q7t/BK/Pc5dak9dNUFYkJXUx04QjlENHbLe5x3O43wrUNTzUj9hSk8mCsQ9+unGML+GF4G+FPwVNfCDQLJJ191ekv1VTlv4b27wwjwXx8d0owuj8Gl0a6SSp2rpqrGobDCCkIR4I3oRhGGHDAepCEOaNw7nDNuEsZdj9AaEuyaurKbX7JhuVF3Ub0r3B8Q3D+HlJ0kRKmWuxXp8pVLNmjwxwYB2653wkUXSki1JXqYhyKX4GgHucNTROfHGfxO5uJrV/9qUMrj76lWvQUhu7W7zjc7nLsUqUSPlk45DbZYjj1CXVtVak1XgxjhjT1ItWDX7Uaq1DnNAvMaHPtecWzSVo5GuqmdMp6kFXSpFaLx3TU0FSVTcHyiOo3H3QpUowQdJKkrnxTlrYSn3YRHJrhn7DYCCqsuucmPugp4/dXJPz0zQ1uyXPboF2+1CF7zhuObJzgkfQNeakQFt05o0W5O7NhTLUiqSpDkOWvzl5ojdWzmaO5PLZHEQU5Q7qhnR6Zob/AL25No0OGEOHdDGhLoEnSRLXo+X6h0S1Gn3R3NqsFT0zQ2Ji11W+4bhj1+QB9O12MXeENHZ9Arq6aB4GL8xrlzBtlUXZK6HyBNGuVbo2E1/iIH0Aloc32DTLqhlbMmGr0iR2hNSylaBKGhJdPQTpWfTNF59DLIXfIQ+YWUFSqVMpWuIfJPw34bg6e0QSm8euOb3dXOq3OUp/yOi/7Vc0J5SbSceN1cIzDD6YDT1zTqb9s0XUnoY5yYbQnziCqPU/5akRqlXQqXq1Yt6NeG1C9wQvRDSjaS2U1m5eLAB0MsklTzpLInngbyRv3vmDig0zZrkXOxfuDrPoGqn+vVEbgdik66ag1BWi1XTo7pqrUdEJicBuaPWHNA08qqrsV1YOiHqHIf1R3MEdyIrGWOiPy2Tp6iVUpb9hnyYpicpDb6r+DbiCqKVa0ow+9VD4mOU/PgvXuYPCpJOqg1y6+g9gNT0ywdSF8BTk0DX43vJEUaXcKb7GuUa3SaqrsFUrOb93V24XocAKpGhtnpSuPifkNjbUW1dUXsX2y7ZY8MArTirRauxX/dV3DX+HnEjOjmVL3NOrnFTukktlMtMpNtPh9+4GlDUD9qJWWITLrHL8huF0yKX2WeVjz7xfXfEKLaymsoLWL0NWrZqFI3Lv7kkj0zQys8hLxl0qvrL1cAY0dT6VMtbJUnT3YjZWrxJKydVO9wDnl2lFOrl1T3UUMkodrX+9JJFyYcaEIbnCGcMdmhJdmbGRearKm+ntXgxbNZVSUNToSnGtPMCOmquP0OsbHRRrXO9Aa8tmofJm3pVUHpF5LjhW2Sy0svpgojvYtloCxPI2ZkjNStRstyhfup/8oSUOpNYElcUPrmf7U6WnXiCh4LLZZSbVIa25YJTRtNIoqjXXc1IZocg3jNSlKhnRz/YqpGrrN70f5RCxIySoJOnNSlK90wIg8WZpKhI8ohVIGUTSaqSuwH+c0D7hoB2ciSqQNA+RpJmUpIC2XCNnpVuklmhrrhC1E2jULF0Jtca25mtVTyht508sa++o9WUdXiBR7NbdP0t9VrjXXTRV/XlZGmDqYPanSS0MoF0KyVVSIw5e8dUIliCX6E9G3LbPVOkqkQiBMo+6YbDVouhkpTBJMgdPyJNUpSSWQNYfE5ITfU9lIJRiLqSpGakeaNWMqqrapJHD5fNHstMU7AspqQKWIXOxEVJKbNldweWbzQ5i0SVSJKywI6Q2LvX6hZR8kf8As6hcJdDc4l4OaXot+kjPQvnKarCMTRwRLe4L0Ybd8cR8JDzZSWu1eGxXPL/ejtZpCTCRr1trXAEd3jFVVhNS7IhyLrSOnjlcNml0ASVahpTkpVrncf6hPRJlUrJXjeUN6VTmpWWIOyLxjo5J9zkfhNlNbkqU455fxQHx1dib0x9xeEOjZvg+p6alXIRKByVNst4xYj4Wu1gqqqfLxDDQZWCa2I6DT2U/Qa5ddX5+8bL4R6SmvyUXvDUkCFJWvYd3AE9xZP8AzLXtjF2Zv/yN1N5WPqDw6pm5O9iUqYLbwtZQEIYFoR7hB0omqkbJRxUnSSaWmS8OqeDui5T9DZToiBDnyt3yDjTJSVmlccbhRj9/KQdTahK2VtVYhiHJrR+w/wDTZ4UfB/Q9xLG45WkEWrpAp1axiwLBTa24w2jXobUdy8OE/wBWnhiuXp66heiqPy00oYxi3oqVcHnjuX9wfHVxfhLpSi1TuvtQ5D14GKatGMb8NqIBu9u2pm6imdnv3U9Q5MvBCN/cD+xDj61dhXqPeXtms3XPdlOl5uJXPH8r3BDmGlHjKV/VENKVeKqq2qvaNxQicLfeuh8Q5nKK35OqMLWJ9B/09Ptn0oSi5vS8o+z7m6YdKsEGDpLILUr9Q/PvwEv1Wt2TVVPQV5ty8PuK4ykXTqmV0t4wGN5RyepeTRXivZvytGpSjqpZYWEcuqLSssevlFHQKIY0W6azVVdDm2/OBKRoBg/rpNfYEbxFbNfYUkk6Dpvay1UsgahCg39AuuOhW9EbIxfJShLNFB2rGyCx/wDZbpqdLEni8yySTU6s0aw0ZOqepkiUrEJpCXJLAbigmaDdJcYrTzrNWBD8/wBNrmCqlrm9gNZSSRMToj6GhQLVq1le15Bot1VEpK2UoRhCUpWzq5GuyPnd3QUpXNfQaxS9CK5qVXr39HzDs1K0Dan2KlkZQ1mk6KVVtdMV6osg+nZySFz8qYqqll+fy/kFryg0sRJX4R0xzRYFNQWykuPUyRswxOTqUNZZrHJf8wBjQyqW9e8dRWoFXNKpcHX1Cs9zvz5xlK9gejmB6OdJK9AWlNvXUN8XufziXeIFTm5p0layq4spsWUMtilIu9K69QZNopJb0Q+j2obggajVUuPx/qCmDNWbr9cArCa8k5LHSIKJJTf7XEOPHoSbmu4bc8obps5u9eyGTVBVJWVoCr7WhEkaXCj5Sua74rizS3rnHRy0Ywf2StQndh8ggpOhFWGa1w8AGOOwqfg0xwlZa7gHjFXEyA2fQlWUolmF0VElVbL8vIEbN+VhCCWRoASl7n2D+1a1CL4a+5W58G6C01rIElN2A0J+DTUu5z1ejJSsriYuSA12qXT7Y6W6o1KlErXP6Bi/P6jVaQoxVrZKpez64cIuicOn5GqmaAZVDkq+IHSjdXXB5wK5RVGZVPyhMYouKXISy6+vkBJiyhNJvZH0yCeY3ydlJSSv8nyF5URMidl2BbBMZifsiVP/AEF6BUteESbp2pAVFKyzWnxRIazEpITi2+Xm5uAWEL4rXhBEDWoGzS7A1WVh11gJpx1/cTKSbXtfZFMdOy9IUSFsvSWy7UgsSOlyv6QGnFWVxAQkS1mgNI1oJJHfdTCwxptQYbQ12wWmgl0O8Eo1IBOj+sVnLNDA0N6y8YDqpi0RLQMVLlfqCEk9aokVvvuvMLSpykjytY8IZkG8S1omDyQAqM1VJP4gSmQIy0Z70TIQYMRLNCZoio3+UZOUe5v+iCikpUYgb0BBYqXb9woMokKIipbsKMsPGdZAAVPZWSvcA53fsa4AGrRssWGLuvh426AF3iXK6AAWpHkgpWfTd99rB5An9l43INdvcu1yAjcuRWu6Sm8QArrb0GKKqqjvkIzd9Eam+jxY+mJxNKqJd8/SHaeIRNoStb4mhDlfyHokHr3scQL/AECKxdmYI+xij15blROFr0Pf1iJbLXXbDfILgYMXevTHilFqEN949/8AYRKaalZdsCzOD7sxCF9URvq/rFpxBSGWA9yMU1VZpxOBrUZiey+DGydeAVHNvvHxAWwrtREyuvGAqpt916wVE9rx6gGcH9Or8wkXs2P0ULFsv1CmKombbFCh1fQGaKIqV5WaKDqemLDp+mcULwS1MC3qgqOihyflfQARzegCFIARVQTZSCfYoPHua7oEUOqrXlfQEqx5LEP8gI5jvSQ1+CieLKVYzUumAl4i9U6oDVjruhV0jZFaisrxgXrGsrJXIBS8ZQCUNKzXon2gL+xwRaM38YDXUVx/ICFjJJd8L1VQbKLjxKnKnigBFQWqHtfOA1DzdeAJKW6GqVkDLJY4Gja9AWKZ0RgmAXfxIwJKqJD0S2XYv4w8cgIgmlvSuIEehfkD1FVUhm9K9ASgrvUoRNHegbd0Y9CN4Qv+mMx5LXbGd+G0N3MRMlyQrNAeqzd9GShUvIsTxSemQYPH/wCwZhHcGYFAZRvKJUMGsldeAWwgkl6MRSY6uJ+MAFYkhmEbwwaPJCAf5AJRgr3B6JR4p5SRBm/vvKBaGzJw1riJj/qGD7ojDbGtxCtlkDWo9CN6uPGUGFY8lpgGPFKJlNliMPgEa/MMIyRIb6LTbQqjtC0sQ1G2Srd/H+Q6B4GFlf8AmTJqllurL1QwDn2tatkjaPB29dUXdbRzpqraEdEP5zQvjP4mpn6F3NRVa3LoJOlbfAQ9U2V1jZGKSTpIk1LMadXmjhHPUV1VaLQSm25Dwta3DC/fj7hvFylN/wDgfvTW3rx6jQ4fePC51jtHdxvVG3sCJP6LQVdKnXkY2Ng3dq9DgE1qK+1JGxXR2SFasrKLfwQ0Yww9YGo5Nqk1mpKqHQekierWyau5eBDVTYtKESot1/dX8Wrf29qPmHHM6YcmLNgb52U6dEI1lVUiEy1PJtQBRHjCi0tisGuJxilw347o1lRpsqe/pmwIgaJUsa9WjCPNuRGwsyJK1EpSlulNyfVfiOWsjozrchSna0yTLyIqnMc16GHBDriKKcuZVfq7Ka1EJ94pj7vVDrDakWqTVqd1xC+jHn6hXST+awQy66F7HKXdvbceCG4KJ7BJRl2Jo3PpNaLI1f6F4mKbKw7cQweRSotJNJrUJxa3DuBYV6/dNc7b/mDaeQV+xv7Uh18THrXqvOAlIE6S0HItmrr+6SqVy6Rd3hhzBdTlDMFWpMvc15hS3eUyqqRqroXiKq7hoXsF7m3Ac5WVVsktA9TH9YE4JsWE8jmt06KqSWxUkqh2riGNzcMBzXw+eD2i7rbiHr/Yv/lGSEV0lSFhXUjDDVjg3YDqd0L1JhTJ2r+uchy4htw0dwLronDXYBMuouSoqkTBgvbY6eGftyTRGfGpwZ+ajxuq1VOkriH9Zb35hrc/dk/oF0T70eoTLLWvYOYN/C7R32NdvSjVJKoSbXKTbwR2ow6xz+fa2uWPqI48sVf0eTWEuk+k7jPCjsrNUp/1KmvR6ocI601u1+2WH2WqrUr5HXwD4bRcOmtRVJU6ZyY5OsdAuY8K79gqRrTKtclXEVq45euO6IS9KnuAs5n2ncddylsXYuyrdA8o5T83AOk0Zda6lWuOQ4+NqEupVVVQpRg6IdDSxoY3XzwHX7lvCDvTrIwVDCOEo9xp8kJI7rRr1/QKv29c5joH/umVbcv34mJDcjt4N0djuK8IlF0y1Iq1dE3K2NhLHdLGG3DywHzzQd0iWIqkrl5QYKFVSdfbNzish1lKkJm1r25HgjHhgHj0kO/c+vqPpRJVLOix2ea1XS45Il88BwS4DwqbPS2K6sHRM6kY2Ev5cER1BrdGkqlaqiymhGjWqLeOmqWxZv8AaqxS8wldZRyr9qnSjD+9ZFxy7qhNuMOvBgCuk10mF0Z5SuJSN9UnRUhlQ8u4NpZrbKakVSCJGjMCuQp5rSiXT0y8XmjzwDymKOSdNTpKpVyHLUMTmGnU7Qzq5x1/yOgUrCtXety7V7jQh9OAbJQl0rWlGpFUla9cvVreFIL7CzmS8HVxD/YDr+yXv7HV3L23VNuQjDcgFStIOkqUJTzVL7qQ0Cqm8sL0erDEdfpOiWFMpHYP2pDoH4+3f4b45tQREqLVe3Lv0q5EDHSPW2zEjtRv9W0JTTy0Ono6FcxSCT9WbiY5K+VfB9O0Mk/+9JWDpDIVJ7o8w51QzlW5KlCNVVTnarmsDG2r3FjzwHUWz5J+lNSVr7VcXj1EQG526FVJX7Lf4i5C8+NDhgNiugQ+1KBXSSz9WuXrhhhAa9TNAbPSmta6D1DNK/KPNEFXMU8q6S2K/s1yYpymLe2tdsM/oGXkXXM0vNsvS690bKZkk/SlK5Hw88Bp10aCVy9PEftf7V1lF4p+HqiNxot3spqRVJUbjn+LNNdNmrU4VWi2q1Fusj/13HuhHnFlzDpKlKLTV0yExuuGC/gDimEknSR0nSUzj/MaTc45Sucp5ehptgvjpdV/5AyWLAp5RoPfsElXSk2vicXbA66yqv3XjkqY+0aHBHrG1O0LI6qSWPrhGuPYeNqAtAi2clumot14NKZ+2aBSOuyXxnDcpcCe7WLww4Ybg3m5O6ui6eapumqpDnqQOcta9hiGzpFJ+lKdVKmT9fUOUXa3IUzcQ6PdHcalXZHNE7hqTDVvQyi/QTXSUyvud8ZxSlTUtPLEItJtrxBy64PwmtaeSJakIvgxDaXCOhsn6rquGT8iuDNvubUlJDaLm3KWyl0hpVAkVzs3EDyiXCqVPSuOlW9e2KIZdJuLhcJ6TR30HKqJKgE0FVVZQEh2JEiSgwTJZdMReNZQsRshoiUTO1SdJSlcvQBlHUkql91dZZPaFKQ85bJOrVLLIGyFoYPLUJKQbg5o+3p1l+o3OJvEJvYCyGZqbo2+gFwea1Olxyg6mkFVa8oJSous0qJ2gqBq6tETXRwyufZSlV1e4HjWiP8A2hZRTayXstOIDXTkZO50K36WWrKGvKtvTG4P7VKUNeekSSqSssKh2jWXzKVvWOAUm2X2BszsmykrULCJJNa/E6ZRTES9CfYspKbNAb9aala44ZLJqqq/dUsQmmFaqPzB8UHESxUtbLE0ckU0qd0rRZ2qvE4sdsM1mvih0+4XweUDd5ck9SmnJS7U+KcpsF7DehGHBHaviU1fYbj70fMZrJWVKxwSZ0rvuQH9J3Nq/bJ2qqR0DtVYpKkOWMKsYRvR2+oGEuXapfela5z/ACiNGfhiOFypGj3QsZtA0o1dYhHTU+X1X4euA+E7t6P2K6Xy6lf5QhEffnhGVm0XsVq1PXqcUfGHhaoB01dLpKpVCHLWJXwVcENzb2xZNVruNx5xns5FRH/i6ZQdJZFesGXhLZ/+emyrN0WCpDbmGATRdbFV2KroHqjfXFHpXb3L/dcd7Rxa3OZPg8geE8WNywcnkcsSIDCKehrfvCRaKVSr6Hm+YHKS1+LaxR1J+SOLyGqJ7XifUN2dIqypWhxBrpVAckqqkG13Jz47NsbPUppFZv06hVS1Lqq5pXX8xrv2hKFKi01XxYWU9G4oYypDFy9lJASKs2pNyBTM14vWMom33XrgJTOrsdK8ExFWtMkdSq9TL14R9j+DJCnn/wD5RhXIgfENW0ufyD5f8DVDJKpHVV3+8TJw38F69wD7juFo1JhRbJqklvQ4+Xqlozlj2N6ubZyms1VU5zjaSrykpqSQTUUgrvo2IrdKVKA9teQZCEzhJWydJdoDmubaqqzWquXxNoMqTaJJb0A0V1WqvQ4oi+JFYcmXcV0hRj+i0tlb2NjuOotVgw2Uqljr3vMKyOftlUjDLITGMTqG1pQ2Kw7gj85FfgrFFLxm9gaxSSCSqUpJL0g8cKKqqilyySFXUUJnkaO7oFLetPLGnXRXLJe/R9Q6wtREpU6s2vXCx9Q83OpBcWUicPfXP/dc1U7oBZ0TK3o/ojrlI0El3NEKFKG2KkJhbo506ombX44ENRKvQG+LUZNr2QF+y0ks7ZgfEOjQ1qF/XVCh9QqvbIOjmojetA+uECnoqVX8orBCNeUczPc9ruilOhEt9+Eb/GiVVRQrRKSX8R0QRNmoJUcr3MAMix9MP4sEkt6AbpHtjqjTIS7CVZKVahQ+fZc3n58HUGzvNDXKQVSx/wAIVmh+xDSdrapc3WNfOnah86TmpKSlfah7wmi0dZr2jDnaLaqyCJks1K7wNJFIXEo+yJZHxxMpZQA95GIQlWuh8twecFSftdiuu4fdKPGil6egYURWmq5oPGZKfahE8odVrXsq/uCZw231XH+g3lZ0k6Sla4RrVJs1UlbLI1wC7aJrpNVOkqr0BJNLL6YKWIrvQmk3V7/H3Bn+hkVkQ3pLt814SjDXdBEElf4iNSym63wk0G8TECytfmCESpZ2Vj1er1YRTAiqoJIWVZShJoynkXoJ8rliyMEs0MJkVzqQlLVVtQYBcvBSclr2BGKeu4LoJen9ICUCKh2vo55A2vALSm9PW8JxSm2QtST8Vj8YGUDJhDcmWCmyUrpjzdDXcBhCpBYj1lsEKgljqqiCqXitesGwIl2/eIqQSlfq9wwrXhgMCf6Ai96HHIMR2xI3is2Kiduxg0fFC1JTffTrgeBlUrXHGTK+gNKgJZFp1tSCC6iXYxscULOt9ALhxvV7TiEot+IWuqlyuvlAirqV6ABcupSp7XgClzS38Q15aRJQ+xu5eBW6pCyPKVrhe7fWVqqFS9IeN7QN0Uw8hq1I2trEBrPEvQ8wVOaRsput4CmdTd9Ax8l+O12Gjh4KTLcl7Wt8CFVm9MWkNZa7Qm9F01H5H0YpH5849EyvY80RYUvp63xCEUpQ9A+aqicTzc1veu7ARLDLsu8MXsj09YCcCTbXXzDJm+R5OKW+iyEJX6xipAZ/yqjXYbomSbK74ioYSNCyPliBYfANIzk+x5SPfOIqFsvMM7pBg8FZoFAVmDzUkps0QU9PjVROMO53hCJfT0ekDIdIEULrtYOfqFH4NI+16r4uXPK330hQYm9cfK3BPa2NxoGEInSlTUsTj9YyqoqlmtAVGMrvWnlgP5DeaKljihe1SFpyJJVwNey4gND5AioHVJ6GnugpS17gEXNKV0zhMWNFWUmNyWvMF6xAaeGXZdva2wCtH/sBKYAxwE7NlpK9kgNPDffZACxUlUgGVf0AqqSkgIseV6HogxYqUrX9wuWU74SwtbBlFAAqeV064vUiBFFLXicUoNP7LXYMeM3essULoSuILlDK6+4URLK1whafdFIdRXEgiWA8b/KImLyWsAvUFO9EIWWuuAeifuDMYK9v6CJCAPfcZL/6TTN4quMLRlD1VLXAMVdeYBvdmSIGOMZpWygMmNvQjGHKhrGMxN2LT3jBijMS8kIRKrrtBfiIlizN+AxX5IZqwHjJgh7diV/2xXGNqPDyigFDOjFaAzAkpIezgmaIJiEYfwETG12oCw8fbEIF9sH8Rf7MRNvWgT3jNWA8YYibXmEzbPRLZa3xKtZCN6IxBSylcQH8g0ejAThDcgImMJQJwhmw4lokVPL0BXf7gylADbDRdCPfJ8wxoxSU6QV0yGgat1RCwxgWwmzSWXZAYmkfohcwx2Vck1pR1UqOmpD7mLGENsF3GUo6auj0Mrj1z1q27e4AD4LEFX9wbVV+rXQI1gSoW/GGCGsBfcsm1+3jqtWpyVNHrHi8ryk0dvG6So6uxcNVfurXEOQsTZOC9Hbvc8RlOj6UYP0H8qwPk7gWqrqtVSKpZGTzm2r0AbTT1LYBNn5BDVsqN/a2oXhyThs6LoZRcP3VPIJJWbIhYmVJVr1oxhiwhGO1hwx4fIHaabr7ZQdTT5ESFLWjULuxjGEMEY8EYjXXLpJrRbVVJ1jrkhkcOC9Hc4Q7uWdylT0W6dVzktZpzQhgNfwc4530lU8ohz9Rqqk6VxzkOSJK5Nu/evRwiLM7V1QJ2rWoeulApK5sF+HPhwg07VJVqvsXiV+bzc4XUURq/oZfYGJt1D1b2Hh84nEcUnQSSdNWGWvxcMIV4bcMN6+BbqKTdNaUIk6Vy0sYuhehtbX0DBdi/lIKqqtdnEOS13b27G9f28AWXQIzXU1XP5otcuVCO1GHMOmHJuznmrQfQFIKv3R2qSVRCpAhcaMTljCF+/tXr0evyBzSRtgVPJ5xqFCmVaq50510D1SFJgrQ0o8GDbG40iSal0yKwywnK+q4h4uxo13jZJ0kg/lVJB4zerbvXvzCilYpfYx37pWoSVVQJVv1r4f+ESk9isCJbFxF76R9rajpQ4Lw19cqTqhtizTnqFsquHcwXvKBF62M13o+Hf6gmiqV2S6vLpEMTq2hyRcm+8QfQ39TBZT+jknTWoeqe1q3jmhCN6EOqA4Cuj3+2PqPS9XEmeNNOM3QNOsrLErkGEzexeFcfFDMDdwdDbitC/PTHNE3Sv6GdTWqunk827fhzjrFyPhPaupaTpWQvx9y/wA0b/vgOF15SU3TOMouFcTQODal3EUN6Ps+5rwgOmtS1OdDtX4DrVzF3LV1ZTeDg3R+fNzN31KUMrZK10MNkc2DBEdkuO8JjV/apK1FyXrIxr37iL4voSap7Ps5RNq/qUpRbqRSJMg24aHFjCHDtXxtFyfhFtfsulLB0S9XIbS4Ksd2F68Pmu5jwoKpVNlK6Xlveodeop9c5dkwJNdVF08lUmWXgvCeGIjeJ1S6p/s+i5rV0ci6B4GSP04bnVHaDq4i69KlGpFVcQ58RUnJn3YeccUuRp//API3VF3Rv65GR6resbKhuRjzjdaUpBrQz/7eov8AtT/3qRebaPC9gwQ28G0FU9hqOJ3Jm4m2SuOTzwNfGjXU0a6uSdHpmhkjno4/9035OPGLu3r+3eBlzF1DV01IqkrXIcmKet6xsSrlJVI81KuQ+WXbhejtw6hb5CPp7CuhbqmtKNSKpK/XaGk3eHVou6NlTyWYdWTjrhevefrBN0Vzz+5x0enrnEjrsj59qTDEvCYvN1BPSt0LW62iz0MwxznvHrG204w2r/BHcCcj1QY/o2hBFrTzU7V1kHJide2WMI7cIwiKaIp9/cu/+y6UzeS3ccpDchHaw8PvGuXB0wqkr9lv8RdqepUPt4I3t0dCpeh2tMsLXHJl85Y8MI7gaLBibvQdKJP2s2blgCm7ntn/AHpg62E9JkKl2jcxobsBzahaZf3JPyMKUVsFMRJXagaG5CN/aj770R1ajqQSdJTUvqHvIWqNcucOrTKrprdGkQ65DHQNwYIbnAGLJwrck62BSitdkuf7u4q4OYsY7kYbQQU48+wbqJuQm6vKk4L8MEfKN1TcNaZYbFdJT0FyaW11w4IhIjXrEOdNUnSU1LHGkXWXMOlaj+i7N0hjl4DcJY3geeFM3JK507qiznhj6aMNyEeGHPuDY6NdtaUSIqkqQ5KugLpp9yb433QruUpRrTLWUriLoYqpN0sYbYouloHLlJYgxTlBuqGf/wDI6GSqH/8AYQJtLE4b3DAbFRtKMLo2E1LL0iH2yx4I8AQocyQbK46WRUyBgx1f7VXfOvGh5Rt9OUbK3rTyxr1IUY6VVTVm5Ay6RXvXk45dt4NVWr//AJHcb91dEPXVQrWanVCGCEecM7hfCqk6VJRb9I7V6gaUqkrt3+GA3x5R9rmj1+LVvjXLofA0ldbLf2jJ0TIcJYFMG1fhuw6wk+9opDLydJoe6dJrZKq4n1GzHeSqUaqpaZI4/Ntj5xXc3UeD5+RrdalPa1oESeEwkNtXq0dGPnHY6Iuha0pRdHP0lbPB64BuKdaYZw8o66yjNakVE1o2s0AUW5S2LnQSd0OihbK1iKqjMW8pIWxWSEElZoVoyZ6BbIDrqKpAg5RBy2mpCbRQguRJ+1m5B+OLqGO/dJHm5GRX+YXKzWqRxsFCEmsCKgZAhEhChWu+iRKJYJb0T0RN4m6SAUXSvTGqIzDCUUw5IgXvrm0s6wxD8XcFDt46SVEmVLKzbUHVUA1S6KjVWFrK7Q1dSaqOvPTNX7U6SqRMfojntP3KOmtqwzYlTiwWJ0m6XcC+m2iUqyyDiS6qrWyGFnqSqUoWUkRp3ZrakFWqVkF6yarpWb8IeRa7Kr5B6gCOjKVtcQKUT0JHiQbeD67dW5Kntn49TIVJxibd7rhuBc+dpY41V84lV9D6BG8RofI3HwiU5Rd0d1rqnqLSUatViQxTlhCJo3r0YxvRjD1hM5pdJJrKSqCK0JtFkVy6hBrqSk2uJ8PU3ZXlqOhJTlLqqupSSXSxxqvhV8E7Xwg3Gr3R0Wkgd1RaVdVLdUJHghew3hulKsUlakrLqekI3MUwrc4/mq25KsUlUjYYGgbbhEdXGsH/AGc05n5t3U3JOmrpd0klUqGjXL1c23ruBZcpdW/ucfzUleiYpdLmjf3Ij6j/AKkvBbsClF7o6G//AJXSN81Ul6zjHDeje3B8lUnRqrB1a16h75A76TphyXDZvdJ3Ptbo0j0ywxK+OqkXbLHdvQ4Bobhqq1dHSVSP7gzounXTBUirV1UITQrYRuzWnbl7o2v/AJ5gSuQlWuW9CPXG8Dxzx0yck1s5jE03NaHSwi8rl1vVnUG4xoK4hWvsV+fsVcnyigze5Jqlpr1OlegKuQnfwa0kV063r2b0BKKn+gPpCn0lfurBKomT3RCss39PMFuI8FjphJFN6DSh6P2e/QSSyznh5gvaIb1KIc46b4MLlnT9+RXYuITKPtbWEJyTxiPX2fQ/gR8H6spqlsXHJeMqfyQvD6sudo9KUTjk1wDU/BvQTBK5xq6a5a5IV9ob9RVk6tUhx8bs3J06NgRLvWRUBrY4XkWlKykgSjHfQ7JJYmXvjQidmlKh65XSzWnxAkcxy1ZQA8dFNBvdi0yhNyF75fLuDoT5412BZJY45G+XVSVIqliVBsrSmFVUkLWvi9Y5rxmdDXSO0bVXNa8IvK375AtaO7UgZGeb0KNE4EZCU21ALhnNVPKSBzmE3NcwyqiqlmuIAh/KNUpCjeVSxNdoLlWVlmssbu4QsrUKXLMCpBfUaA4o5XHCV41mqkSVSHR1aOSCpxRGWFoBqZaPsgKuzm70NucMwJsObvQe0ajTXlGys0FijMb66Z2QSuGM2vZCsH9GiaU5LK/EEtKOWrVrNVVJ0Bs9PMFWtrp1MkcruhM6VrzcgmQQVz0TfG5i2k6VmqnteyEq8eSx9b4AeuVZp/TxPoCKObqulT+TL4RLLLQYxUYhDRqq674ONQQcUNRs3O1BsKFF70LQgSbNJSopVKyxO+A3FFJTbVL6De1aK8V3voF7pqFnx0rDCZpilFpZpIK1Gkqvx+yN2WaJTZvHCl619P1BMQy6maW9JK19wXleq9wPX6fitbw110ha9vpBzfEgdnNqSsviDEEJSRJoGTXlK9gHtHSSudy9HpXxRPyI2VLIJAeUqkrKDZJDXbEDI5fHBaFT+hVBur7Xq6gSil2wTBtvvdKL0kJua5gk+rYFJ+SsiO+i6Db+HOL0UUscWQR+ITS8jZgsSKpb1oQFJyBpVlWUrL9kUHSFYE3YIVP2wQ3Rla67gxBG14nTBSMd6Vrh5WheP5Eil8UDIypRALDO9jT3ReQwRotExUSxPLzCoxxFRS1FR3E0ZdIjqZEqnz949MFChxUZwKWTxkXnXtZoGO47AHUdZetUKnNJBcsiiyGCrxJKvx+0Fb2kOV1jwgFy/COkqUV7gRdTor8Rk8pXxoSr0p40LHtJzd9Ctw65JXIFKxNUpDRzSc2vr5sIDUfBUq6FicZtT2gt0OoBsVMu14MUSJGb2BBGFrmuAFEIlmg3VQ+/BMhdeMMxUS5WvXveoXRta/Yq/sAs1ZCS6rsbkPpw5bUmu3tiMDyq9ljid6Gt8Sgnrzj0L1s+bUDxS67ggSFrxCDxk/Q6HCJR8arrCIVBbLCGzgkQQgUZNDI/2A6SkK/InXyEtDL+YsiTxv0ETFzc3HEom12w17FSRDn9kY4k0ZMRXXqwCvxvsBZMoRNHetDo4RQopa53XcFqllmu/wBQFVPyoyMukgtBLvnv8/m84EUILlDzegB1TTf5Bba0PG/BSe1A5pXt1ecSOb0BQqoraSvhAGXUVrrTdcIpMbxXSE1Ypa8IHPpzcTE1gMFLErUU9PT6wKsqqlvujjYv1F6h7KbNr9PnAUTWQVsYpXWm1MsDHUBKx96VS16wIoeVxMfEqgFF0gpzzQCttAtc+X+wCW01Zow0UBODcqAjl7fQBTiNrNlAOMZonM6ILqFqp7XpgNY8rphg7h6euELF4Zc30+MA9htXRUc4Emq8iQWFU1+QHViqFvFluxIx/wDYRgqqrvtT6CN6b/IeiWyJkaxvDJm7mBdvUr9xRGG9CRlUvwjPqMukkYgjA/YEYmEDH/QAG67FlfehE2amjHxiRTqgy7IEXtmIwHow3oSgXfRCEN9SywrG+R6JhIsVRKJfjGSmBiCyMSiqXvQuNncCQgaA1YhvyQhHehGG2J3khCBQEbwevq3/AMYkPEEb6QzM+x4sBmELw9CKQzWSSqeXLATNeiJSfAMF+Ysq70MRhuRBfYJTfm5oWTMgRjDksQeicZGSLCnFpY2s3rFBzjM6PACFui4sUgbR5vvRO3D1AFFEFN07WV3QqFo+8vAhS6qVy8pJUiiC5YFq7hcF8btcss6Vp7YuxahNkEKQ+5e2zRj5IDiXgKpLYrBklNxF0uutewdUPKPoW5Wh0mF0a6qrqfXPBUhimvQwwwwLDm3R5Pq1TZ0cGzcPsZg/dEdbKOQ5F69WtgvR4fIKbsnjBqk62VkIE0dvBhvw5wwSbqulfuuWS/pZV7B6gspVglSjV6k6dVDkvVdqFbcvYR5ze7O+rVCOMVaUqOnVeQRvA6RKt6rCJa0IxDmmEnWxWr/Z9SWlBUlQsMa9ewc9/gCotONUktiq1yZDU9bSvRhCEdrBg6hsCNGtXT9rQySpK+FKsbaLf2r0IxvRjG/twCckdhgbVRDhXYqD+bXQXSrkITXcFJ6USa7KVx6hCxq7fy5wYpQjqhqLa0WwSnroXi4+lhvxj1QEHKTBVI6Ss86+TwQLHBtQ3fKJlYtCSgoOro0kHWRt5Jcq9ewRvhtTTeakRVVLHJiJSi34l548wVXMUuqkku1SanIdBWNdUxcF6/wcPUNxK8oZ/LSSdEJX0t2/HrDuM/olVpmuwg1YOmtqmdDDwRPXjCN+GAO3iaU3NZeMWvw4AA6ubSVVmtUq9Q3Ghtwjude2HjkiTpUiWmQkP2DSVxoWJpN1VF7KSOkq10oYnFwe4a0gTYDWarU+6nqGxcmG3g4RuVIO36Sq6VMpYh8VKUXCXgGq0iiklRa811Mrn8t7nhDgEorVMM2/B8rf1U3OK0zIuta15CeKqQ9+EC347Y+Y1kEu4Prj+qZpSitzjXYs/YpDwrJENhUvwwRje24Q5hxz+n64Wi/CDd4e5ylEiJ16NdnSIY161IS+W/zbvkHv+i5seKn4PM5ks2chMlvvE0RQolvqSQa0qygwpR01VSx2rhRI9XDkmjCOHrgFpySq6vw8A9JdiN+CipvvsARb+YLP4oUrwDBrEohtgtB1yVcnevACJUuVBBfjDoDWRuVzHhFpShqmyldlI1NI3ujwjttw/hXtSOqLfkOfAcyFa8csB8x3ksQTZu3TVXZTVU6ZyZBy4Pn7wrWXc558Z9m0ld8kq/QpRJXHUxFSnv8AyHQKEuxfqpEVYOkzkOTHSMbc3YcI+KqE8JysrYtMpV8TPk273PD6DqFyF2aqSRNiusTAbnwbXP5BJ8f+Iv4n1Hc54Qn9ziv3XHZVrVvWx2/DEt/KhzdY7rcl4Q6Lp5qSU6IpXHxSzu2SdKkVdYi+nwG/IbLQ1Pv2rr7UoF1UOTGVb1sRTnhDhCU4vYqPuNlTCSXY+Q0DwhUa1oalCXR0MlUI6xHVTBhhtR68MRotw/hjSplIjV0rUXJiHIc2EsRur2lmtKMF2CuORcnkLz9YE0BvAQ0mqq6kXR0Ml96a3tkJF3wm3HvQHQrgrtWFPMCJTSV9Pr5xx6i6TdUNSh6Lfq4hD4nCaF+9CIavmDqi1f8AlFzmXlOGu4pCG3EsNyN7c3YhU62b9HZqVo1g/artXSVch9b8I7kYbkRr1C00/uIfkoulFZ7XIbr8aG5A3BGENsU3D+EFhdQ1lTSEXJlpVYwiWPBHqG0uKOYP2p2D9Ii6B8sn57kYcMA/y2L2Yxpto1utouVkLkx0FeKeG15IhfcFdIqkqei3+IuhiHIfbwbt7gGuvPt64NLZTV0d7RdfTNaIxj74YYBwS5xWmUiU8wVkUpVgfmUwZMddu8C3XYKgdQgVJ0lx65MnmGqvmytyTrZ7BJQ7KvapbqfPDmGLi7pZv3B/YOkD1VSmwRv83DDgG30g1SdJWWt8UdNaB8CNCU21pRIjpKoevjYmuABU1c462V9qXOKyXWCsXe1PJw8415SiKUoZU7qgc3hOq3rZXOW/u8wb0bdol/aukjoOskpDljjR82ELmNWQupK6F01S2LTzBdBevVKcpb5DR3MPOHFA0Iq/SI6dV6h79QvMDKYuZ/5HRZ5qp558dIm4WMOYBXOUwql9wdYi6GIYm7tXvXzAX1BxQ4cUYwSS4h/IFcDJJKnV9kbAq22Ula44XvaL5IUcAGsXRqUNSlDL0W/YEdILYp65db0eCI4y4uZuouDSm3Lq7NoEhq5mrhS1bwhhxTaUIcEYX8A7q7otJJK1GtUg2azTpZZDkqn4Lwm42bII8HnhEa0zRaCuyiHPVya0NuG4N1JTrVW11vj53pvwaK0Mrs/wcvztT16+xVTX0DH278L+Esb/AJAsb+FW6O5J1Ku8otdkevUmkx0jc9aG15YB/cGUEfV7SkEnQLSVSSHGrlPChRdKJJ7FfkPXJXG4trp0nSvHDZxkD4nRGxZo86jsVLNBPRdKWRFZoYHe7KSlKjDRB3UElUpob3Om+4EChFPLS9AMrmISmp0uIePvCMohwvtAFVokqGUYXwKsWWHNPWxQ6bBeZOUHihACu2mhBLEiyqqQki/SdWQKfMhryyKqSs3I7ITqDiFvrlaLf2qqVTpEGoXQ3EP2FqwVIuTobY2tKk1VUgArS6qSvHIMJRzNeKrVW1SqBY8Wm98dopK5ihro2s3Nrn0y4MMeYc/pG4F/Rbq1x0OMTDAN1GTx7mpRozZVlphPSVzbpVWVKHSUKISm2WOcN0bm1VUpqqQR0Fp+DkjWjVWqWwHVfoDVKZbqsH9r6Y7VTlHsM0rnyZBufn5holNsGtM10sSuQQTxkWxziaOi5SmyhVS9Gb6l6AyvR6rVWVNqC1sdXNKq1zjthPRyz48XZrqbdg6ar0XTLWe1XvlqGLk88OofKXht8CLqgXX2o1anXo498xDkLGMC4dLgH19StFWU1IK4XOOqUYLtVUtlIYa5TFhHBwYdwHsGvJ+bDyjFWCtqlXJhr7YEiqklXla4B9ZeEvwL0CrPVoFXYTqtD7qqWFTbw3oj57pe4KlGCp9lMDkqHxj1cGDaw7UfIH15LQ5MzUknW9XxKCk1Wb7HOGMbm3SSp0pWOS/5h5GiFc1p8QbNSKyutC8hJomizVmh81uedKqklJHP3YjpdwfghpSlHRJrA8jzRvhc1HQIvy/Ap8FHgspm7elCJNUqhMBznPtXucfY1HeC1hQNDEoai2s91pKlveWMOv5CzweXBpUDRZNitSNSVYEPxzc/DtjqNF0bKSII05kZ8iJeD6gaUuXakSdJHOyP5Yp8/UOgot0nVRVK0IfIBdxjjIaukq5D4u5HANyp24qi2FDEpSgXNtWrmQ3MPAF5OJx6oG4+TPXL3NMVaqpdMRnSs6Cq9PZpWi6/TJeEHCv/AMpqcndE839FcYgajtJXtkAbxzyQvMWbmkhaahlc7K9wKcpB6UJTt5qR0lUgI1W+y1diq9wbIaiVdTBVTtzyqqU1LLJkAOEjZoKMsriKhm2cTVc0NXo13vSuWT3h2g4lKzQy6jNNDxJ1KqdsEKKzc0FSCk0HJFAa6QKeMi48JqoHcIWuaBZTTRI4BRCrYsQK5aJckHCqABcFm5oGsgWIVGXoClWj+SGxtaNm2UoEtqOSmyle/wAIOH2BT6jTkaFVdK5rE7IupGgmtFpTctc+SX5jpR2lDNamxa9TBWrFGs3T0ekrShFUseygHWEI2u4NynRyOnqD2UkdV1pjj91lCTUj2Wbv9Y+h6eT8UOdU9Q02ZZCUfkV9xR6UfOalCzXU3U0Q5o6ilc1kDoRrmEpv9qLS0FKVzXYFYIg9sBoqhkkkg2gzlA1q0lJC8yKso9kOpAsRP229BC+YTc0NrWSC1VpNVGdG/Zqh2lra63gJSNHTUrL8ijalqPmgB21+fB5hCarYIdRzmlaJ9jR3PONYfUf4r0R1F/RiudGs0iw9P1Xgl4sLeWjmz5gAE1ZVl6Jj7V4bq7o3L1gNbdsZVcZsIwbKJKpJyu+JxIqFDRVVqqQPq6Stqlln0dsWjLJEX0lEEZQsI3+WTtFFxCTRbFCy/wBQW/BNdRBFIEpt/TFZCcqCyKyq6XRCMp+IPx+hkVNICH3QYpDxWXjFNW3Ofg8oogS10A0Ccv8AEogl8+cE35QqvyrL2hJRS1ldAUYE6R6Jsv2OoYieV2BBY+9ATZFlahH2DHvRcqbfQKq4spXV5xSsvZAFZ2lvWsOAInloZxyRc4dAZWkLLO+jw8AWvKQ5KzCh3SG9fiDLsNFJoZOKT1rBK9pTxoWu6Uy0vbCN1SX8Q0SsYMZPqVV5X9gqe0jNr9gLHtJWoBi43obXgdQ+w1V8krvWPV4woIor+kUEiJpFtRmymHSEFS1Jh9YNbFSA6RJqvQq9UQc3lJJBLAk6CiFyO3AGnR30CwL6ALKfXdD5AiurZiGvUKVipdjji05P19IDnjZd4Yb8j6XXm4mhUP6QmUehFLtiBTJdOvl1NwdT6kfOP7JkL+keOWy7ZfRGKys3ziRy2pOmBjiboJlh7AkWAgU1l2xKFkM1iM2Zjf8A9x6MUuxrwDBU+5XL6vqMFzvHAew/9Ejx8aIfj183uGYRSm/pFZ1LXW/e4AV1Adoic1rNxAKsrytToC4+nZV9rKAzn09dYAZDvRTBRXtgdY3cIL729ZHS3QIpHvgaGulorUAzg9qLTxAzowH5UNl4B1D8qlruRFKx5Wdr/mJKHm2QqUj4quMUxdFSqyXocQDHWSVzWvMJqKclp+a+BjRtdCvpBekeKa7lCkctWaQDrHleh6/qLlyTe5oVgKpHLAHooVNNAisUv0i9dOy7fkAykUpUpXL13QraHjHEXRNZHACx/bDFcmvGC9eKXJDOu5ZMEVVVzqvcALmE0GrSgMtnBNtyQzSiL1CihRP4Qwjmj/iABygUNloojBKAhhzotVLKSFUS/qATRVdSMRN7YwaAmPFj7YzlsVLwRvemMKREo7QxBPX8xm0Z/ozDaGSm+IYLHehkPryKo+TJzK/o3BkegWakJeKV0MsJ4DFfZEkZosJnR6r4rsjFZTgGi29ILgeidLfcsVqmHjGyxCBxpAMRhuRHoR3YD0Yb6MFGClZOEJut4egTfdP5CxOAkAmGUaBjwtRI0NaouUFZv+wZPI1fRCEd2AxGFqPQjfGIbY1gy+iJv8QyJxjuxEoFsrIEYhBMZUgr0B4sBKMe/wBsYxaiQHNU966Xu+oARLNzuh7QNbnmq/qvDRFvwfVXgOucf0zQLX7LVqLtSza1a9VhCMcH5Dv9yJti0yRXHryo1S1o5d7DGEBw7+lKmUtgHotWoSulUPu1Yxv3vOPoO5lLYtKEVVqLnwl4MG7EeP6y1N2dnpzfqFebF+9SrRAlcheNWhhvgd6ySpSiyK0olUOckFcXRjf2oxwbYAWeOklSKtbchyVCpBjNVf0NNyF0FZSpTbzC9evfMecjssSRoZg6pT7U2ATHPj1+GEIYYQ8kBQhTDWhlSUy/qEOdWNRJU1+rejgNuxjg3LwdvYOkthNWGP8Ad69bqjC/AB0pQ7WnrXYqCByX9HDzx5gnKnHaG4q2mdEd3UJP2rJVg/Od1KhXVq4Sxjhje5r2DCBmcHTp0u/V9u97vWFlxrqi3SWhiXyc2CF7zho4ug2KrsVJKvUPpFwYdoTyyKqC7Iwnc0krSi6Uo67I5SGJjRJG/tmvxhG/HqCu6y5pWi1ZrBX7lgrpVozK+5G/t4eaIav6V2BTLVVXEnkq5Uan7gG7BvTyqrV0wf1yYZqG6pf2owjDcgOhcm0jlnHFMJuQK6SarpKqnxL1Wub1hqycKpT9lP0Kmj29yF+9fvxEaAbpMGpEnT85znLXNXNDFv4IwCZVz/5k/Jza1TBGBtwM+7oEJUhzTbJJ01IqqllljW4Sx+Q5nTdGqpOk5Sp8QscU/N7746hF1Narqqq4hNDi8w1intiq52ogc5cTrHPRVa2cN8NdH7KuNXftWB3T1qlWSSw4169A0MG3G9tYBxb+nSglaU8NKDqlKlEE2A5VqVscuJCF6MIbuG/5B9UuKC2UwXVdY5DliTd4L+3wxHyv4B21KUN/U2gq6YOkGq7h63rqpxvVIwNCEMOC9G9AdfFyNcUkc04xzs4DdaVJK6OlJWORN65IU5C4DQgqa9G9zwGvwMNg8IRti3ZU81lVP/KPCc2BY0PMNcmR5Ie9wzyiv2efyLqKzWWt+Iga16BBec1r+PigYsMvfPpwjo+IFLf6KD/HkYokjCal28n6C0xBmMJSXYDAeyNQURUlAmJ/0CiMfT+QyYzhkVJG30MqJpp/RboirBU5OhWvw8wWHtd6GETK44FAcbVM6xRPhYSVSIlSjXHr4xye+9w/kOgUHdjNtaLdT+OWteiWA+cIQV9gGNHb9grspqqdPsm+QZpS0c/sLLR9bNLrUnSpHTVXYr1O9j8a96o+UdFuT8Myqv3ClMRcmTi4DbWGER8jUB4RVcRKmWs/xpcESje6Mpxq/SmsFSOkyZZTmvHLwCHtCtOPyPqW6G6D7UakfpKkOuhjkqbd7g6t0bj4PrrWtPMNgOlSVyXyZWG+PlhldE6YNdlNX9epvTg16JdzBwh/QV2aVDOkKZaq49b7wlWvdcQlCH0BdHc7SlAv/wDkdy6sh1xa14ikN2BuuENsbp4PfCs1uj+4OrB6gTHSPgw7WDh6xrlyV29DXZUMh96JXOTJrQjwwvRGsU/cs62fs+i1di0igeyNuG4CxjDcj6gfj2B5o+hni6VKUW6otXfyVfdeveYLrlrpVUrJXEUTsj9Zdb45jcR4S1VVfsanrB6hlkMbK7N/bGwUw6VYOvt5qrXanvbIKXR4Dwhu84Fjr6OpPGX2yrs9g62LSKeQrgxuY3DCINoq7uUqSi6eS2K64m4puXyx3Ybo1O5qn2r9Iis0mOXLrbnMNgpZg1plrKdJV+Icm2WPDCO5e4A9eYk8cns3UjtJXNAC6iM1Jq/lf2SsDnOTbvRweqMYDnKV0FKXGuiNaZVOuyPiJOqsd3BePwR9Q3lhTbWlGsqaQ5Dk5o1r4OjfE2yiaUmtSWoFugoXZVR+wxHqeSfcU5jDSI0yrcu/Ik6/tTmqEV3MO1f4BvjGkNlJEVSVrkPe0r4C7jpmLn7pdlJHYP0pDomIchvlww5xsOwZqQ1ulKHSpSoqliLkyVS7f5wBVE0+6YfcKUxD6KugaHDzR5g97oCLF2Kso6Q1SmqOlWUodFrJOgspOiEnQLQGc1XS2K1skgjpCjGr+ypRqRdCpkGLCMOq9G/Ab8+oTud0aw+oelErWbX6PMFr7FvyjldK+CNq1VPSlyTo9EOj4xSJYUjXtyJY4IQjzXgEjdxdlcR91ujos52pMh0hjkN17pfKOn1H6SUqbiVcvy373nED0Kq/stikP2sMPKJuKsspMruN8K7WlKkpXEP0h0lK6dKzlK4nzHHKS8EjBVLZTB19nPcop0sBL/PCG5fGov7oLvPB8r/56izumRD/AN0lWOS9hyoQwwhg9YTJx7jKj69oqkUn7XOg6g3KSTpdKbpD598H/hgoamZEp+TH0a2T1jqdB09sqlF5SpMcsDVyGF4OMhXqR1JM9/APK4Qjo+ld6VDUq00MPleipSIHWSFq22K79lfC0LYMpajX6Tbcw2LNAZ6SaAE1E0ZQXqI76HdIMbWaAXRfuoxObxFS9PqtZaSQIo+6iakdJXHPhxD7V8JXSWylc0J0I0m0oRJXIw+cI3IMcZdxrRiSTCvZZZ61YC0vSiuOkkqHlJIyrJKuNaeMVc6qEplLNcpQrpVUazSlGKpWqWX2srrG3vSqyj8cIF01UlbVWuQHAaM3E1Bygk/slUqjomuAa64aKpOj5fQHR6UoVJ/apKkTXJkGIUIHzRJVIiTpI9cmkQuAwVL2jOfuaZqyM10rsX0uobhGgEqBoY7pLHnl+Qhc1RTXZWylRt8W2z0jqysQl+oKZ6J42z5vuguYlOjunSVc5zVsfDAvNeCV5c3Rb9I+ymqB9vLThw8A6xdQ2SdOj8mEkLn99SS9MUUemxXybqjg1PeCii6UV/8A5MgSvpJFjDCB2v8AT7Q2Iqk1OQ+lXMO9xoZVKy4mMCaMaTc6l7ITCQ3unLbkPApQzV+RLYqBK+Jjlrx9Y6/4NPBz9ltXSSqRJ5FY6OUSMcEYYA2oNk1SdEV6tEdRoxFq1SJSjXH4xBuSHQn5sXj5NtfZz41CKtVZUqoNqomjElUpSqWINqpCiGFKVHSSRK/z4BSxYSlZWmK8fImhOTjxYZc7RaSSpLIbPSdIK4jBqllky6ozR1G7FazVQWmjKtVe6ByOlXkPH1uxEkq6aq8f1Bg1ctX6sp01IIuDWtr3wtUWSSVmpCcOkpOCCacoVgwS2U1qE9Q1kj3ZXYDqmXqtKJeLCKFHyks6NOd9hYcSXdjSjjJTbUbGZCi1Wtq1Icn5DRSwV5U+JlBxRFLTUpQRNlKRqD+hvv51WqWlEFNCb0qljh5se1P2o+4VqUbNtdMScN5IspAJW0oGImSSzQMI3srVIZMzaygylXyA1l2KkXG+icFJtrKApWiqSotitKDxEbaLDHmiTVpNVskgbRVHKv8AesTjDZmDBJgNf0FryJmNAKpWqotXZtWu9Bu6f8kFK8JudGwvub3BYq+SzQscNdntSKpJZF4Vq0fanBtDQVSVlK5AfFCZs026G5rfRodMUJvQ7zStDzUpugNJf3O2uaASGf6ORqUNvUoDRoTxX1HSHlBylZoVL0eHXSN/Zox6PlfjA6rcbkpRoWOaNFLFejRXzS1A5WM0bgeivFAVWjgrmmZ6NWOw3oUL0T2PX9Bt+wOVFC6KW6kNqQuZz98y3pVLujWqToearmiDoz+i5tcazSbWV2+yJND3XY54/ovesgatStDylZWPrHCOquaLmpbKStO6NXfMOVS7PVf2sIjOeI0Y/Zzh3Rkq1SFbU6rVXTqery8A21/Rtl7YSLoK46UoD3MUGUFItQNNSssivjbotl68UBMjSs7p5BNwMjF7ml9OsdcZKbRyShjogSCqXYE4KDFf0BE8OwC39mXSRPFJL16+QUHikLI/pA65FeVxAYGktWSNFLXRiKzG/UKJ+Xa5et6IHUdWXTDshZN46Ctd343uiD1xKr9oJXdIcqELqGWw9R7yquWFTmkrIK3lKpJBG9pTLlcwRdJbCkNF6U1+YSPaSCt3Smc/23QscvrUUSRoIPd0rlhQq8VVzooWVmqiF/Occgb4yLRJTBamIJw8UCCSkt6+gTIaixEgsIXepogQovbnSxPi+QRsZL7LUIJb6DEl5WuHyAEylr0xegBC+4aGaRwSkqAEVwSkYNbYFFeQs0ZvEAqxcsSScClaIexPifTf/bkDxizc78QySO9K9w+u6MmLvv7Dsgz55IkiWyHqlra6wHow7B/f1CUzXCFY3t2RLCb3BKt8hgxuVyO16r4yYqQexass9vim5/mPGUyx6Mcv2xWEdGbkvieJoKqCpc3Jafn24bQuhC+B1bICwqZVGO9Kq6cdb4GUgr0BM0Zvxl/MVGjahSiUfJFSMrpnA5z70JrehruCsx5QND9PgFUiqlrkgVaM3/cXKwVVAxoWXT0grYquIMtCVUAqylrKV0CaG2L1VAOqfesgmh9Iglou47KTlspuQBY8rKICz/B7xQva/wCwR9ikQM3yAhz5eRlZPkBi4FOX0/yAj+x9gqsZqUoAm5IGq+NAjhNKH4AoaBHEVc0l8IXqzUs1r9AcsfLAKmaUAoroBVAh/b7N4XrRAip1QCifllZ1LWVKqChYqQysr3O9hFBoTc6B/wCw5WstvX5eoDmLr+QIVLyQiZLfRO/pDUytOAmnEegUeiXuDMMSJYq9zsidZPgESG9gZ8aqDSEogcyWIMlsuwJJwtRmr1hrArijEOSHow3R4o9EwA3cnCN8YTNNHoQ1+QvIWVvWQDkv+zbspUIKDQ7fpesFHJ6AoMml7vMA1GPcGRAxhEkBkqmvFEiw9AFOJiZD2omcooLEWFNlhPyHJV5oqWPr9RmBVe4MRheAjoVrR6EcgRPAWFhNEIFSxw1GZneh4qn6xgsUlRkpQTWYLpiZpXoDEI3xGM3OjBe0ZhFX+IJSUlZrQ6hUn40ZTh4qv6ohWwJH0H/SzSTVK6M811Ur1K/rw897avj68doP2FM2SVgRKaZWteqwjzR6r/lHwf4FSKpUyd0krUkJEP544B99lduqZuSQfqtSbKxCmNWjtQvRhCOHdvjyvWQlnfg6fTzytDl+vTLBIjqhkq+JAhTn0Yx29Yh/RjF0q6WSyGq6UF3Bt0ykYXow/OAVtHqStF8Q5L02vtX9oPrkl9nv3TV1jkQvVUuLC9t844H0o64xc9lKX3WlEGCStckokpWthLGMI3y3sN/DtRC2nqW2K/eq45DoXq5KuA1/BgNG9DDu3g2pZRJJ0RVJqQi8+BEuxD5xFFM0WlTOylXTDEPLKXGx78N2EL94SmnRaCxaB7gkGqrp0q6YbFQOSNXGyo3r9+9tYeYPdhzXWysuWrDEwQhew4I4dwLKPlNXSaUqXsWokYm6XgNHrG1OYtUp8pInTqmw38AhH6ZbkflDB8kkqwQVVSr1C5FX5Rv+cLXhmtAtSOssh9A5sTD6vICW7zZTXYs3HqejzBVTLFWlEiNUlcdO8c5TlhUv378L4eHJHLZDk45Yip7TbV0kdJJXHdJHIqhhhEsb9+B4XtqF6F/CB7j0VXT8iSuORDSrX434cP5huyoZJJ+RJJrXOe/shXBe2o34X/lAZPRqVzj9d0kqvIPjykk78b8d3hjAdS5I00iGD1ZsDIiWz12CuQv74e8a5dMRJ0kebUxDVMng3BfQ1KulaUXdP0iEJUqkOct6PNEEOqMlJOlcQ9e+YlTShGHAISWBaLUtM0+Dx0qkuwlWErFqGw18G3rwDmz5dgwujZUpNn0iyOogZuR0SEE4KQvRMchowiaMNuF7avjoih/sulEFUsSvfKettbV7zQ2/IPmf+rq5HYFzjK7Ki651iPIkVdJGhCsQ0I7eC/twvQjfB44y5Z0K1GKbPn/w8Ua1oG7yl6La0WdA53qitcykTwUIeNYpi34QwRv38HCOdJQlVJuRh5sP0Gy3U3bv7qEmWz8dejkpBVa2ExIYMaMcMYwvbY1tT+HlH0np4ShDBnj8r3aPKEmjKaaWOMpGmpCJ4+h6x1NUgR6kQiTX5idQeTMM53egIr7CmDxL3/cK4Iq/pBZizaiQgZIM+kOQLFH44iZUPFE9EXkQSBKKffAfazPqKmzIHQZAxqlkBiRnNV/AEyChUm05L8gc0O6aqzUlah+OS/DrDNOjvFDEWPKhMgNOSD0LrKUSqbKmH6RjXo3vmHtHUxs9XOnqHNxsI087aUJtpqStkM3qhfbT7dzp1A+EKmbiH5NiqnqeWJPpwjutyfh+ounkti0oqQh8nKhrhHymhTyqSUp0kRcnEOXXCIqPWqSv3VU6EzjBoLInKLj4PtGmHtDXRpEdbKqLkzTgpoV04/TmiC6K8JtKXOVKLutanO13p+kauma/uG26sb2CN+N4fJ9B3f0zRdRJVU5yecdBozwkqqtTtVVSHQdFiU5T4cHNf2o3gHCiLWtM+mbm6QdNZlM0Db0WuabsUmWW/txJzR3YQHWblbtaLplqSU6J6UMWO7CML9+EesfGNwnhedXOK/ZaqtggbEr4YqE3IQ2714dZbU8wp7/ylzj8jKkanFvJLRjCOAxeHcvwjgAhcRXdfo+kaTQmpHmpEXIe/XIfaNAae4aUzcl/5SgUjumRMdVrWx0+GJON1QwjV7mvC8qkqSi7qEthL14EIetfTUv8WPB13h0plTLB+lZOiHJ5IjC4snQ91VDXWsNiq1DkULUOU2WWO1hhtwjASY3QP7iH5Gr9WvRBzwIk43U+Ap9y9zxCSlLj2D91s+hnX2dSPKlyFOYxdqI1ikaRujYUo1ucuyqbCdEidJUmQpejDcjtRhDDeGc6HjR9MUZSrV+lNSVIp3gYq2av7J0lX13I7g4bRS1M3OfeqBdHescqQY186fZjGOGHNEdAua8IjClPus2o60in2/MGhLWwtGwu9n3LpEVaq7Ka5FU9+uXq4QwZU0lSiWaP3ihHTtKJK7FVm2dfG4MIf0UZKURVLiwBz3oBhWKW+/CNbpwqXQl+sbtB8wzSqRAppuhqLdKoOksghsfg1gGm3QEc9RuedUoqeyORrl9oOIppUWlKapDc2tG2UpLWACeUSJKDkNeJz9Yys371iHFDpKbZKpEOTplGw0nQKSSR1XSp6+gErxuqklKld4OuP7J533NAuj8DtzlMq7PoavRFI4bVrevGjHDjE2o9d8J2FPXeeCB/NuoSXpei6kEiP2qccX/ISF+9CHDujp6c1Kokr2q4JdHSdNePiVTVr0a25u8wnhiykZ5aC7jfDXcldQkTYFKIHPpErQvl5r1++OkUXdO1dZp0T0vzHzTdF4EKBplU9MsFT0W9yyOGZqmP0oQwRh+YQIreF/waWqqX/IaLIfLSwLpwhuxLHBHBwB/dx7odRPs5N+kqLJqQ+crhP6irl6UqMHTrYrrSScXyH80YQj5R2Oirq2D9Kak6IfvQiLJZ9hH0mxLK2oGXNNAq7jZWaFhS2WdCP6CiC6E0KKRRmh5WiAKQS5IKM42a40ZJY4IudZpKv11ZWRiVxBGEp1mssMrnSylXVlpfIMuonXWWUi3CN2hKG1OiWQ15+gqrXCUUk6NZpFmkE69GJK2vsDbk2wBXYq8kBvyazVT0fySXa6xUpR6SVkqkQ5D6I2SDbku8BlmUq1VywbxBETpUXRexdipJVD4McujDD574k8V2K1lNezjg6hE5tKHSV3zoiy6qhFUkiSufJE08mVxcYHLXjdJ+/PN9AXQo2ysherRCqVfLxwXRDaVZK+2OhM5ZrYInQCStlKtOkMqUPsDNJZY3FOjklUpqWcF0KHsrXLDC0aSm18UH1GmlZrEP6gYvQiTVWUKoUarAGzXiNaOculVfuveINqo1Jqq6IqriH9Q0hopsBUg2xlSCSqQ5msSznlrwbEd0kqrZK4iABc0zayhlJCU1Orxxrj2MpU/HDQeewSShpDl4ukqFTj2Blk7y5orjG1laBw7WwxmUEXtTpTcQEp+NAyreUC0STUgK2NYtenVx+IL6DMkkrxx5035IDN4yleTCUZsekStV0uP7IMRZJClsRWaRXogwpQqHfayEEN6FhGCSqsoDnmzQQgvKAcbGh09mEkoUBUjQUpUk3IDRtSAseRmjV0g/Iso8yTVrZAJy+VmiBF1UrISqTQ0RJspgWaL9jx4BYi2lBqzRD5Ci0rEXosJQbwaCCqY2JsRc+cK7F2KFSqCu+pYgOfmtQSxTSVSP+MU5IdgwNYfUKk6SskhrTm510qrKSanxOjEb6s42ArmsTiDabk12qqs1Jhl6dUQap0dELODvrnaUa51gcndjD5BI6o/lUvZH1ZTbhgk1Ok+anPA5Y73g845PSTShlVTq7Fqd0MkCa8I40qzVzQAgyVV3odXd0ZRaqQWLUOwGonnic4cMLLNBcZDxVQdJXolhmgqWoJrj8QFMDakc+XYJKjX6Wuem1+OOm0hQSTW1ApaDm5rTAmxskclo1ulQyp0n6RzkP7IX022oF/XS09A3F+g7FSVyTXYvTGiObi5qp1ZWQOTkWQ8ORHM17j1e2Sp1gWFxCSudl4nHHVG1DKpJfFWAFIXPqtfv+OchxzPpKLJnFqboJqwskkp568OrrCBSKuPN0D1Mf5Xx2SnKGaukiKtUiEqZfCOWXRsFWqp+JxB28FyOX1H0hWVfXXbFMV9fnzAdRf2xQo5lDokSW3QQut40ArPMj/a+BHLwK3VIyqnsA3iU9sZLuwscUhKVU49QK3NJZYVuKS9v3BoPIDhQxeUnkfmEb2kJu0riCpw/8biBM4eJcqKKOQ0Hj8iD1/8A5MTXrCVzSW9JY/RwghyorjhUbT4/GBcCiIqrTdckUFgqr2xIyWvGEkyzeh3RP4vpKJWQKlNtVdD2oi6CXisu8LE4C5MtrNCsK/RCEfFCex98/CLoFS5Xs4oznc7X9wX4oYjLVxFR41rneN1CxRMeLDxWOFYck2rKYwS33XgBiX+KuT4YASpzi1PO/GHSZsr7B0VNeYWxWlVAEXQlc/qE50oFBsLKoljiiLn/AFFB1hXFabapAiy+J9ZwhvQkSNlp7vUURjC+JwTSlWXoDqPmqc9mIR5UYhmv3GYmlVMvXhGUSTeP/sMx08ViRiS14m1V6xYb2BGP+X6jJSDZMLVmSf5R4yvwVPMMFha67ozLG/s3H/yImtRQqa1la3xaosr+AVxhKVmzcQnvC3iDu7QLGEpU6UrQFJlP8ePii9Q3sARcwYeKxKFDKipeORp9ESjFJL4BWc8rXCFyCnfYHUOKTTe4Lljq712O0Bon/gNryUsGXNKFJo2WaP8AkL1D2uaA9bksfvANvwOio5UpVkl0+e/zgdWP8dvCJxN42pjRxfJwgc6k3phKxHsqUlCg9l3xcqr2AMpHXAD8ikQJaUAlfbBy5uSAC5vQCFYx+yhSF9IK3E1L/YGrHC5baAQ1C9dTLSACigOUjl8cAuC+NCt7KYAp4Shk5uVEFIDEDAMfsjEY9z1jMIyu5pfkPEFicQUweCBUVZQwLzGsiCJzjNZDIFMpnBIp0hk5RUeMoLiBk7yv+/ULE4TRTBQWljyWIMAlUGKsrfR6Kk3NfD7hiMLUbfkT8jNcXwNvs0BQja94WHiMNdBEy17oHXh3K4ymbU4gYtrN+P5A6A0QvRGYw5XuCUY9wZhCbxD1Nb98LSj3Ho8QehG+MQh36mQMRjNBoKVM9HxWOPFNruD0C+wMwh8QxvkeJnRm97AxW7gze5LXrGAiurajMeSGDzR6/wDrxRjMkLSQFP8Ai0BbA+RfCtBgZq70Mlha96HMPQTmqzRI5Qwp0LwYxV/5a1Sa5C5Kp+qGH3j9CPB08av7jSNVUiT6xKpT7eAsPoPzl8G9ISrraOSzFrAtba2x9weBemJVKLtXSSi5CEIUu7jxjVhGHNC/CMRxeshasr6fpbR0hlBVV0vReISurjV9rBC+NkuTpei2tPHVVVkHqxIqcxoQgWEMW/5xqNIU4w/5QdJhlnvIEJtVTwhhjHrvYA4aOaL2KRKlGBF3VKKxb1CGgSJSR0uG/fHkSjkjvi/BsVMEVlHdNUjroVq5D1sJo3/ULo0y1xKLVVtz3saru8/PABpuVWrDYDVI655sSHxr0Ub0N2/t3r0AQ7bZCSTUk8hYY5L1/niIv6Kx/T0UPINaLSXVVf1K54HOqfbNHg57+4D7nTMHT9d+qqeocm+ljev4MOHmgJLtUnSqGz6h9o5C7pYQ0r+1gBrdoq/dHYNah0D38svBe3YDmSxLJ5KhpRR2DrZSrDH0cUuT1cIhSTV0qku1aqkIc5Y43PDajDqB7SjUqBakSxOJULgw3xYio1mrze5WLwjRh1WaXbYjo5urKQ+/19usU5d0u3G9zwDamXLV01Iq1SIdfJLWwEwQ3Yw2xqlIUhsWlDsGrCvULEyq8y9CobBGHXhGx0fRH3AjWzxCwOQlXKhGN+EPzHUlshuhbRrZV1av6h55I5G1g3Oa8I/bVDOqjVVU6C9eKSVYuVH6CbcspUjpWzrqnLUKW/Eu3CEeCEYDXjUYq1fnSdOiEJhMU6t7bhh1vBmlJMn8SF0jZqrUVVSyL5MXnhtjh3h+ucf3R+C+m0klTk+y7x6hU75DJkvGvwjDDCI75SJEnVFzZRyHqQrH+nMNCpZkk1oumGCqp1zrpKHq1b8TEjDJ59wJB40x3Uon5hOUrXiDKSiWaVGzXdK0o1fr0DTNDINV2qp8eTUPUv4t/hwXojUr9lZY4+m4ptxv7PJl0SsNLGyGIxvgYp7IWeKFCbZ6EVVa4kmRXHtRA5kh4vyDR6glkS6lFxCq9jt+sRRst67gPQJN3r2hpZRAqkDlbe2CmrRIEII+h5wxbtJu9CbnSKpKJBkglyX7hwyYb6JsGWu4HTVvZdDXa5hB8hSKf0VINEu+PKsUpua0Nb4dEb2RP9QO5RV/3Ec7A+rZrb5qlK84Wp2QevkrL9ISui76LJ5R2LC8jET9gVmilKEYmm/gEL83sDLpLSiZTWVSzSvTDRldLKzqShOkXa8wRqr+x0RVBx2/SFFNnO+OzoCVITaiqTqvpENxYcEd0bvcV4R3VFqppKq2dfH3f28w4gi68bU4tT8g0avFVc6qevoHrXo/mK5w7EXwSPsKi7tqGp5rKdVDkOTTvXy88OAMG1NXUXL/AHq5x+d01/8AhnNhvbtSMfcPlCh7pnVFq/356nTNhvjolDeE90kkSa66PZj58EQL+iWOJ9TXJeHShqZ+6v3R2rrJORW9CJYw2xst0VKtbraLlbKJPQPNaq8U8NyPNHdHyHSVLNaeSm7FqLkyXSRrxy9e1f8AWJUV4TrqLjbJ0qd9R3HIaMYlhDbv4dyARsVQtH0vcJ4UHTB+egaZxF0D1NyHk5+sdSSLQNMpbKlVF8ByqpGvHv8AXCMB8eHu8oG7dIj9q6kPUb0o2CEeeEb23CI3jwceFv719g0yrJdJ4hMa9A0NyMIjR/ZnGWNn0saj7o1WuxWF0ZFyVMUjguG/DDerQ3esbv4N7s1XX/hqUsHrW8kqkfSjevX4R3YcERxdrdaq1tUlfQ1whqe6BKmaj9g6kUo1vVD1b0DQhuGhDDG/HdGoVTvR9Gv0JqU1IJTvlUq7VXIGs3AeEtrTyX2W/wDutIoFhNSV81aHNHcG1vU0lbUWTEfcOudpv71sB1xMQ3GgNgcITeJUHOF01cSViHIeuQ3yiNruQunSf12rrEXQxDk+cOYGHSMpkqUYJP7KVkBEsyVmypVSoOgHZTc0AX9D2QqCstnLn1Hqtc7kBUaKs3NYg6NSdHJb6NLplGUrZJaAjMy6QJJ5KstAWrLpK9jTCwzd+rUlJegLSJKzSCbKKbEF13g2uNutSmuqGJPqYi6V9NQseGBi3o+saCjRfhL8Hys25ylD0vRxL33dc1qWHBA8YXo3tq9HbvwHZXx5SUpIAlOkqlZWfvASGT8ANwn9QLClFfsumZ9HPSXiHQdFvR8m5GHPAdjoy6Jq6SmpKkOOFXUXA0XdQ1/sKi5MhcmIoXnhGF6/1RiNZaOvCD4L6lqvTdEExzmKW1Thzw2o3g/uNaAk2j6wK6SVFTrNWQ5JcL4X6GuoSmtXXcrXol5jQ24RhHAOktKVSdCkhc9l6KKU2aqCaDgkk6X7YlLSAtGKSqUOlxwqWIb2bAuglKzQVLppd8PImshrtK+2QEPyFFI0fa50DFSlJWoaLLzbKUKJc2yCs1iWLffUhNRlZTQ2Tb+KyBcdBJWyCMJpUEEmD9NXp1Rv52DV0wzWWQarSbOUr7Y22gFZrCVpkAxGRzWnrnEptlkEGvPqPVa5rIHWKdorLiNPd0QrvqQomiczW2LlWaSyxBsEVElRTsdJJKVKywQ2RlWSoLuLFQrepCpuirvodPGFkFrYqs3T9EByYUiLtqMs42pEpunj9QaKEm70A0Wcp0SVxgvJYY6N72N9wJ0CYo1d62VVVPNG50TDZTXu8UIqbZZdqE4nTotyxtWIIFlJCxM2RNFjRNJWyVBLprKtUh0SZzQQIrK5IDGWlA5qVJWukqB126WOJ5FKosIVJVKakFpiq7K4+ODqPeJJfdVRNVslneOcb5G7B6h7JDQBaSXjROCaWwCAuX4oCaqQYvoAoN9i50CmStc6GDvcC9aM3NAj8ZSSCqSofN1bIg1+CkrOhxR6qSqQSPxHbQfsKaLSsMgSLmrIFpnyAYxEaPSYhowa2QGKmHDGApjTEeitVsF7goenKFLqCQqkbI1h6S1BTMtkLHSE0UpRlAzZomXdHpKqkG4XNkSSaykhrbJuqqrND1qzdJWqWgOW8nZ1x0ho+O2lSlto45rT6aU28kliDdKQcKqjXXTWaqGaEk62asSj5u9AlSiEpWaIcbGixSVF8GNkFwEbNFWoRJJLNEAMaFSVSzRMQb0rRQVv2MrNBWgbOdXR0WkrZSiBfRFEShuFKtJtkDqMuflNZsoTkGzR6SoZVXNBJChrXNErjqGwQpd0CrNmpBZoK6Tly1zUpVQEvLm0tgZrE08Ub04oW1zQqctbKyE6Dno+Zbo6EVYOjpY8jDUHILuSJNUjqzR9UXXXN7KnzUukT5j5n8JreU1Xm5ZCx6sEYi3AqeyXLSVs5Os5ATlz43XhADlfxszsGyeYL3D8dVE/Ba7eWsr0Qlc0ha2oFfUjzhG5pDestQGn9FF09wx1Sivtha5pBUBuHNkAp/f13RRLRTsMVXdl0+0BSRAcFJSo8RzZfiDw6RWsu4QskFy830AQdQVrx74Z99m/oogjNSzv6RiEBcWCWIMDmy2yq2TIiLEz+KEywyPiq7grPDWtgCFPiXXu5pi1E2pgNOyOOJwPrzjS7AQQdO1ETJq71oCZTqiVaVvQ3gCf6BKiu+5fQGTQBcCpalGIppJdvi1RgpWQSKr76vUPKJiwkN9GDxsiB2t6G+OigxhQtHegaZLktesDrkss1+wwjPrSpvuPldYlA0rW9tiKc1L8Yxyc1UdTR87snEs1K1yPX5RKt8AhEm+q5AknBVKvZE7IZvYOxbLstAVkIkrmscnmEq0BEsLXzhGN8iZi77re4Yc4icnK8wxWyJun7Izx1csGxoRIqwteUFCuv7i9xG+le6gKqf8AgMM5FCsf8f8AqBix9MntYQQrFICmNNArRrXYpUhvupfrAUHsrX0xfGF8DbpxMpBYFByeNFJhefkkhSrBJIOaHmkBqL/GBlT69W0C7L39QHMv4rWILKghz+Kr9vbApzTbKUTEOLlTgdWCXTEmuopx3XUVGLZZ3T1w8woXUtePrwixSHse4UqnS3rQ0eMNLuV+S0Cqq61QG5jvs32Reqrlq+gAVTpb7HH7W6FGXT2BF4KzZUr2gE6/xAwymvFARzcrpjNa2PGX2LVi777G4A1C+N9n5gtQwGPyQWKxTH46A4wldv1CqMd6Fxy/75PqFcVRjL6MGh3BYlCVvoqUh40XFgB3GRYYoiqTkhJOFlreEFoWQLQfj2KDQ30VRh7GQLjeNFcY7sQif0GzEIXhOGmIKFmj0Ifr8gKWWxEXpZrX1DFayHjRGE4WVqNPZrdlZY9geTjKEy/IQLphUUdUeKb+NUSjDla4wSFlNGARD1VUeEq0BGCXjQq6hmzxCiyOaUHiEEip76Cn9o0ygkJQsgT9Qtl8qLIJgilEnL18ojFDfcgHHSEIoqhUFPIEqx1KMSYg0rPfZo9BuGaMwOBfQF5U7Kar6IuM3F8EuVSGSEyBIQVxPYEzcribmKC4oWQ9Jj3Ar6RkzNAuVWtMtXWRUVIav1RhgH3BQtLJUW6ZP6LVOci6SB66WGF88b0YRjDBfheHxEyRSVVJayMeGPt4L4+j/AjTzp01e0M1qLtSOIGSr37+LVNg+gj6mHRYYT6j6Op2inSWxaUm1DnJWMrVw3zbRea9HANruaoZVqlR1Mv3RFyTYHOQ+2VSG5DmFN0EVXSrWi0qmOdI6tTaLGEL96/uDaXazVJgySdJHIgRxlk0Txhfh7h4jk8j0YRWIuTlJP6USdW9d1EyRyc+GEI3tyA2G5t0qrRf3pI5DkvpTVcFaEN36BM7msHR3StnXSlVqsMa/fw3vMHDZNVWgZUrHOeufqwX4+QSnVlovp0Buk2rVWa/lz69QhiFjfvG2hsFEldUWkgqrUr1KhSG2jR4fKFtIRapUyyS6ECTat+F+EMF8EUiqq/anVaq112R6x+ravlhzbYRKwx0rZerdO/dUohRf2XXr77Wyb3Nth7FBXElY5MNfrGjsqT2BTJFUldlTyEKYh8ESwhpQ4Yx3RvyD5qklNdWGPlHNgLGMd333hO+qyrWQuTo9hSjqU6rrY0Jpa0YQLEsa0L/AJYQiHLp21YOkLVPIql2vd9RYcrBJqdVqqSue9jlLgNf2o+Ua29Oqq6mqpY5PJV549YpH5E5vVIspFf/AMoRKaQiB7WuQuEx7+0MuaKaqv5rpKvplIbaw8EBOmG0pJrKakqYDc/OLXNKJK1EkpZ1CEqHPulv8IqpURpmvUkgqq6PNVJ0S7hYbQ06n6EdOlZrVWRXSihNrXqvB+XUN3pBBXZR5tQ5KuLUGvPVfuC6WXjYxN29COGIn+QX8Ufn3/ULQN1Ct0bVKlEtnPWTWUq9QTwrQLHFMe9fvxhDBf2hxFWyVOl+Y+hf6jkLo7nPCCelKBujpF6gulNrmRiSTt30r0MBoQhhvxhejuxHz+9VVfujulalc98x6pb23t3obg+g9K//ABo8zn+QORVXsdv5DMFBWePihhM46WIoINrWpJWOSrr5xiGn0xRGOX0PcLiwlBrNT8aCkYzbXie0G6IRoaHsh3R/jcgZsHG8k0OGCCSu9a8IctGG+iiiUJv8RsbNrN3r5DlnM6YrQIkzDRslKl/6gqTZESld7dGCpyrWafEEX1FMQtqXxQw6IlKPrtiwhklamuvCMHSSlKdMQl0sbA1h8nKSCBxAbe/ZKjXHzYWjyKRNrESrQV12usUnhkKgmKIFWLN21agtmZRcipTfBQp4pUXwhNFMS5YZbFoiVZUGIuN6C86eWkJX1cQC9jIfNndkCoO1UqmxVTk41TaN1wCVE1kDSmVCTnj2MuNeR4wp+lGqudr9javdQbFu0VSStfhGqFXGIx5XI9QMOXLuTfAmtDl67SVV2ewdHar1962jAVxdxTKSpNlV66F46Tgl/FvBYoTklamPrgGYKuuguTTLtC/HOC1IlLjnH6o+i/BB/UfNSJQ10eQneLP3PKPoBrTLClEiP6LdEOQ+OWUbc29wfnowVatXU1JI7I/GrXyG5r21eHQrjPCdT1Aq/dXVhp41+GDm3L4alLsczj5o+4yUok/kK7K2K9a5pwlt96G7AdCuY8MbpqqShrqEpB6lRJ0QtmpwY21CPDCPCPku5bwwMKeqJOnREHRL1XcrDqlzt2rB19wplJBdA/Hww8nAM1iL3PqllTzB+lNSVIfs3v2GFZU3ZTVWQuTIN8ojgboj+5dgembkqZOuyJeMZqqa/Vhu1N3AN3uNuidXRpIunTqoSrA9Xdv84zn+iWG7R3a5q651KIlSiUjp6Hkj8huqC6TpIc7o5+12KRLEOQGoOnVF2rBWuTSSPtXuaItBsNo2CkKMmqjXaTueaukunrtB/RV0jV/ZK4i/EPg83CD1kWudDfIBzZWhkpUpKzGtL0G6x1cfE0+MOtOyNeSIFS7LZVk1SqEPlANAV2ccewdNVZSSRz9Eoc0VQiqX3p1idGqOkIXIMGqU1JKuc+Wc2H3hVS1H8l3hBplriJzOmsqVKqHCZzH71mq5Oz8xsCTLkkgAdmrj8oTQAUGFtHMrr/BC1pl0enrl3R6EpvKmoFs1uicu7DnGuUZ4V7qPB8/JQ3hBYHa6BHhb8W63Pf0Y80cA7bEirVUmgfQCumbn6LujaqNaUakXIfFqHLCODy7Q249gV5H1yXhGounmpFWroh697ShHb4A9b0jKplDx+J5R8uUz4JrqLjX56U8GlMnIQl8+wFzQika9hvF2ow84YXK/1Cq/ajWhrt2C9CUoRUhSkVLGWpHBkmwww7mEUzxWwUfYxFpqQgomkqkca7c5dOwplgRVqrXrkh5w62RHhFa+wJgizJIDo0aGkVEtoUbJSmhaQzBzoSoilNNWUGdmMbG5IMyaNYpBGbXBtBnlA14xshRR0JXpiFFUxi/LNSGvPEvQ0xtSyH3WaFjpqGRpGoOWyQpglNV4g2AzBIDqN7WyGZhWtDessDJtZSoet2gL+ybLNYQO+jNmtPLJWy+EURjvumHD1ta9gJ3MUkgGZdOjZ7m6S3qUCHrfZSuaANzUJSpLLLDx0pKVmhIlfBrybNLffhHnMd6mhksukqAXDVJUVb+iP5CsxUkrVURWUsgaZmqrZKgUjdKaJlV1ABWnKiCyyuIkGDw8pKyCwnjQ1i1ibNR8ZqSKQcKISgnoM010RLiDZk7VU6QX5SHgqQidozQAdjKSG1uaNSVtRrxoqzTpCuAgnWSBFF52UCoopKi2hypJOrUIkFtjdobegc3zowmhai0hdiqh6x0L8hik2DVo1vbYlRR2qqMVUe8C4Zy8DkN7ekUurJI6o1oy6U21D+kFMhP0gsf0ckqlNSBSbDOKBopJKhM5L96lJccHRX2KkcRoduq6dbKVG5OlCIcUe3lVAe5cyrIUmU2KkATGVVVEU8ToiWQIB12QMSKryQti1VDCTdgDZjvoLg1BEEZQugmMKxU5bpckEdJI70NrcpWQ1ilTTVZQEwrsa+lRaSroPlm8pKUkGDGjEmrWarlnFC5RGjCBajwPBIO1CAJUiQbERsTOm6QVOWaQ2BYgWrJhWhUzmN27aUlN18g+QvDoRVqkuqklllibzj7Vu2bzWp+zEfFv9RJv/FnVxMS/W+Qfi+YvInJHy66pCVXtexihW5pADPqRCZy7Vx5vMOmthUcqoIpF2rvWOFKq2vPz8ww6XV9PyAaBL/8AIPEpvsyRoWut4QU1qYBenEePysrh7uENeI60xcaHscTnESK8kLHMPWBzlGvpGZYUySokY3jcv2RFNLlRamh6Ajn4HjGJE0LKVNE0Ca8X8xKCHcF6SXJV8cTkPGP2VFP7Akc++iyCM1LNdoRiT0A0IruJPvSIHL43Xn5hXN/ULF4cloCpMoDS2aGPktTU3r2gcRPlQshFXNJJaQPiZIA2RYVMYPHksTQMM7IlZr0twYjFKAzQ1uiBFPmLS6/kKa29Sv1CR1cjI/1DXjEyRlaAHPKVzuRrtDJTShWYs3seoazRPriEb4jAlqLCk1Oa9gGL6Q7I/R87KGJXCHje2LYxyNeq+MF/6xiBZXHJrwAursTA9GyGTRm6/MeVj7fSvCUIb1+K+B0miSipK1wCEYbozFPL0+mKjnm9DjnGdDW4mFD69QpWU3349G+JHLZccUqHSlSvTCy/Q66kQOa1ApyShOC3f28oDHOr/DBV6xkOkqIKQ33W8KD/AB5H5i00O3rwiiMb29AjLsVKf5fmKb3wiZ469QHMabmsgTvLQz77KjF+fuAZ4SvR5gUubkvyC5dX0MnW/DaADHRWtHWqBV1O/wB4YUV32UBzn9v3/QBF1L6MKm/gAVFLWbreF0VEpR/RC9WPsBR4GFz5YCUPvXt/QScqyldABKG8b3dsGukt27EjKemTWACXIrKmi0zi17ADVceNCrvsCKVopb16XOBjzUv9uYXQNNriuMEt6VAzKLaBjH8b0xTH0xecgrNHxQ3SH4lJgWkWy0BQbXhFkLXsDakM0Xpn7HuFSprLND34Bgx/1fkNj9E73RXDa74wdIEQTlb77O6ImU3rjmAlHVjPpATkEpXJC5TktdecV51XofMZv6AeiayGBiNrZe3WHjklf6AMNnqgwWFqeb+QzAvsCRTTewBEKIGJkcQTg2tRKBRdBMZxxRsihRLuC5IvYF2x5vQ13RamhuYnogpKjPpZQmj7Ymk2VByTf/Xz7ouSbewCopCtgcj4BYm3sgwRa+KxBeVokqDTJti9Nol2BZBpNDXYPML0WO+paGiCkDMQwZZav4RMtH76kNiIy8VU73yGdiSs1pgi5GulZpK70PbGgNh+z+cYMz7HzAxrZrxEJWuX5Bg7blQ6M018oxFl89eYBR+xk9WJU29qO6eA9ukrTKDVJU6Gyr1fa270YQjt7d+8OQOEFUlZUrvF2h0vwPRtXSSqv3qpBVKobDixhtcGAT5f/wCbGUz6yuAp+1dJUorluIFxi5MS34Rwxw7g6XScp1cvNyz14VD1Yww370I+YcMeoumtPUc6apHI1OgmrVNehG/GN6Mee/H1jvLdv/8Ai6+XkkVIXi4IYPKPn+SKTs9Thn0k6UQ2Kk12UqQ6FSGWXd3L9/mvCps7/vZtchM0kXcLHdvcwupV/N+zpUg9QpDK+aF+F+PBe9YBoOCrp+6VxzoHNi1r0dr5jlfbZ2RWh24YpOkmrpVUhEKuUY16Hn4QgRuhS+1DpJPyIkrRL2oFwRvcN8bNSkElWuxVah2pC1jk3TR6+bgHLkUmqr86WxTr178o1bNwv7nN1AReT6RsfDN8pUtDJNUKexCEyCYt85q3BDrDCj01aeVQayl15F85zVYwSNCOC9GPDCHrEblEGDqhtiqyV5eia9GJYw2uHa3BvCBtitSSqhKnF28PCOfdlI1jsAK22LUYJVCVL2Lt1ofkLlWrV0kuq/xNEm1CtgweQW0vKdJE4+jV0o7kI7uDhAiLd0/SOkqljoZZty/e3I+8WhNReyLshUVdNWqSWORAtQ9fDWjACu5STXZUqRUNUNU0usMaDTVSSzQy4aKzV9lJEy8gvPtRvAJ4szXgR0okk6SI6aq1Jhatfcwcw0S6I6rBXZSqWIQ0Cn4MOC+N7eN5rU7VgrUkHr1NqGHhhAaZdIha7FdKn2K6JVrlNgvxhh5xvlI0oaPnj+qGgLsnVxGz6LpRr9ltTnVXalR+8GhG/CtXhCManNEfEy6GpL3rvXx+g92bmnmFxFNNWrpfZTVursI5bykTXsksSmvwNCMNuEb8B8hPPC01fqrq094OblHq9WodUjGDc9/agaME4QhE3PehG/Aex6Cc0sGcHqFDucrUQtU5qQqMhrzBpSThJ06Oqk1IgQ58QhdovNhw+sBRLa63rw9itHEn9ECktehUhXBBZQFPC1lfUXENa9DtBaM5sIIUNKNPkBTOtbL0QS3WSmzRmFVFWjolDq2RMgbOyj2Kmu2OfUZSivpjaGNKpJJZ3IHHyccrL8c7NnWPrruAQykrXAAPtKbM45/cKouFdfzCJFKyY6QUSSr/AOoNgYIklfG4gYt17UnlqCU1kWS+yxRNKUe1y+iElIsfQGxG/nwAdylNSlJZfqE1LBi0aG7ZyldbwUrEG20k213Agct7U6XsjrhLInNCita9sZVJvotVb9v5mGBS8RMWCGJNVOMkSyNMWqN1ddoQIbud4F9sjJk81mgSkYVEKltC28lKEx/kFQcJdzj/AJDBj+gBISld916hKBeSmdGsb5DDUEGUtf2FyZklUgNAyvQ18guLFUB72LdMkYVxSy1UrPsYPcMx+AZJG1sg+Tj2FaVUWNXtMsFZrV/6ZfUN1ue8J9M0XU2eqfi8MBpqZtecROrZa/uGXLKyEuNNH09cL/UJK+4P3RDoHvlOXbwR4b8Bv9z/AIVEqGfkVauvuR9GtkxjuRHxBBVVKvKxD1MqtrfGwUbdhSjVKUqrXJ0xZyTRH2sUfqHctd2k6aoOkn9chy6Jr432irqVeVrj82/Bd4eKUucdEYUoqc7KpinrXol5o8ML26Pre4nwhsKeYEdMHRDkP0vVgDwmc3JxuJ9ItKUav7JXu7kS+UOUnVKNc0rspD2y/UcVYXQK718Q2Wh7uXSVkr3xSyfxN4a0irT1KbFVroSDY429GUklZDmSN1DBKlCP8si+IqXix3I8+7fG/oO0nSRFUlcQGHy6g2XO4Kq76AFmtlapA8ioiqqHxBZrj1lkSsQJqRo9Xelf1DeVEUnSX6Qud0QlyQ2IvUc+VNKVIKJlqNmpGgUppFUkgtPRNrriiM+PZSMxM4lTZXKDVrt/B/Q10dFnaumqEypHY6ummpexYwjzRvbY39zRCSSU1VXH4oUKQVzX5ieN/IbL6OI3HeE+nvBU6PQ11tFvdikPApXiRYqp3uGN7aiO33M+Gu5e6NIirClED9g2HywwBW/oBqokfZSSByH0ZcIwHMqZ8D9zjp0o6otI9Fuj4xDMjRTj7N4FcjhoZQU+59L0fdO1dZpUh+8GBXrWbNHy2zuX8L9y6WymFKEpRDklVLytTcw3r1/mB7Hw8q0CqRhdawdUWfjLlxDR7UMAK5YSA+OXjsfUhXKSoKTcjj1A+FGi6USJsV+Q9fIqmv1hujC6RJ0lZKivgSzanS1lZAVFJKUdVIAI0zKStVQe2dpOmp5Qm3sp0j5iaa1C501tR6g3s1LO9EM14B0rAzW3TJUDEQlB2ZuqqqFjloq16YWaxCgcppVrKBZlLKyGUEJqWaBZEEuSCxCa+sl4oIqQafEN2dNQmgkkq6lDGyMXNNeV0A7cN0t9GaFSSmn4gMfoAqJrs1t21SSzQFiQMnCCqqtkBYJqzQwqERnSqSspUXpQm2oIdMLWaqAoput659eYTZQrpA81KyCVGE11ahwVqqrnQsgnKdBTG0XMJJbKX6F4NPtGU6lJBZcuebspVVIYXKrs8Bdxr0bDGkkpQ19+dJVWbNHnaWQkliBYoRUUcvAiYYWKSWaxxa0KlNApYSrXQBKR0s6MNakb9c20mJTVciqBHtk6XSlZBo44PuVpVurQ8IqXiSdsXGVSdOTqppYn03Rk3IZrEBoektiqyuOH695NPZO7AJFW7VWZoH9YUXRP6ZYNrJU6yJNEmUG+OwKWWhs7WlVwtSpZWVKVVGrK3UP3SX3VI/fFKKz91ZSscD30Ch9slV0rKVyBsTU0pIkoI6LZqpZ1INkzhNzdsNYhUYzQQm1EWiE21DhFGWCkNeXYpTQFiZBfU5h6pzgjKBVFMRMQXgdyrKSvjAYupVeUkE1FMlXSuylR524VpR1KSD5JNJqlKE31SFB3AWrlDFcwWuFBqN4AHGaAKsQW4OFLlQElIpcHlBO8XBT5YInboIzCe6ZSa1OPhL+qhXYrBdJLj+rgH2rdU/lJHHwj/VO4VzU3LNk+X1huJXM1xPlJ07Ctw4VB9IFlfiCo462ikcb6TJlFVRYme1A6enNzmh8halGUA8ohaDS52ULL+9JClI1r+PXgBSMRkzATlH28oDSA0cQ31JLHFZU/1hXItQPBt38QSgj4qoD0kJqs2zBWwocHshFyBcRUZKbU1gIf4vZDQ5EhQZvKzWIf1+cGD8sMekqJGyskqn16hiVZSlcvTE4piROVx+kFiCtgp09eb6ikyfcDGNr6IGiVX+YZ9QemP9lBE5QtLC1EpPiv1dQgkkrN1h7gIL7BaLs7vQibXFFxCeKF0UuwCEWGm778h6BfTwebmDJRmkr/ALgBRKUrahHsxQvAQqWWaqVwbAu9JCBCzbLHCNjYs+t1FZtl+eHggKzk13B6JbKUr2xlMvjR6Vqj5rcu5it3+wJFtdcIriXODBld612wfkG76S0xrLsCqB0s7p8UYObXmgPGjr9BukSnlolDlZvbJ5BSZVLlddd0TOb9ZfmKTQyOPp1DfkFKZeCqB5XpClVWbXld8WHh6Hnj5YgZRXL19Y3dDRqOiKhvG8IpOYSNGyzXbMBlVAoY9iJzAZeOu4MrrckBz8kMPBZIyurazcgnqA51cu17AieKtpa/sBFVbWy4mmFffRTD7JGXC5we1ElHlkBVVRuofVYlSiqWPa6/uAlFhl3G1sle6AVFrWb+wTsMiai/K+gAlXE2vr5BEy3jccBqugxWEa7mV1d94gDcqpd/tDyqoDVV3qbjhMiiWJNU4EOva50eibfVRQaHt8ULn1X4HX6LTKTePX9QqhC1zvbIMRcb1jjBJQQLgZIYRMMxMMGPrugL7Qz6tGSFlCqJuEWGMIKJpJWoZdI9+CqJ1b2dEixGYEm2vRECjObJsJKeyEiqWQqmckkIG/xAp/YJQfckfxXEFUPwCytvQrN6YHyGhH7PX0pQxCIxegMGCuBr2TqckqLCJiuEN0EJzZQMFsT8iZiJJC9Jv7Yw3T8UD0yb7l93JDk30lSaSuayCaYNRbDyBfQB6ZJv+g2Jsn2BYNd9F6DeyBSRe3rzAxoh4oOhWBtkZvbIDk2viq4ITJyuX8gWkl6H1AayEc8QZFpa756WDngCitdd0EIIfMEJtu+GjGxHPsDFQGINvYDQiIkZHL44UArM2ss1wiJGfYqesNUW/K73kiKjfXdG/QE/LFMWmWBlGobmTS9MUnS3qV7QNY7KKehK4QDG5emlbnKZJSjWoc5OPtGhHBGEYiSiYEOna/F0hOsh/B9RNnzpWgaLpRJ0gdBdImORSucpyxhWhw3t0fStwrjZVDNVVVa5F2/lv7V4fH3ghglSjVCi3SuJiKl7sL0IQvbuDa3R9PXDUslsBCUqeogeKRtyJYQht80L48H1KwnR6vp+qAdSzF01VJQyr+ofCYqpS7nAaHlvA246aq6IwVa7FIgWUQ+3MwYY9cQJFVV1T01/jzEoyjn2jQ3MPzDpm22A/wBgbKyyV0j7l+O1CPD5Bx8qqJ3cZc4QlJOuJVPi814aRQ9EJKuiJUoku1IcsapzliSF7cgWMYQvxjzDe3CmxUl5qteQlj1ebDEaG8p1JqwdKv3Wyq6tZBKtC+nC/gjCEIbgTjj4HnK5Gx3OsVWDqU1SOclbFxsO3eG+0Eu6pShvvTDYq5DnJVPt4NoaVcvTn3pqrNPjl4uAu1hjwDeU3qqSR5qVSueJymHLK1KpF7Uloros1qRgrjroY9TdMSO7DhvDNJv3TWok1rnrnqHIXg4QvitNplBXZRyHISOSXAYmGN6HlE6cPmHVFqnIfBXNp9W1HbB1EWcLKEHTqhnRLXZRD49Uhr1WHONgb0js90dq6YadYhq25GAT0vRiSrpqqlXJPSxj7lfBzBunR+xVSfeq5z4hS8aO7DqiKSa0KihWimDV0u60D5ReKNAurZKsFdntbdA+ibXAN7pKM1JdJJKofAcm5WjDbhzDXjrOlWsp0lXJhIrihXIJyqkG6STrZ79IkhcmTWhubcPKPz88LVzbq5e7yl2DpI6BJ51UCnNfsjmMYkYR3YXt0foPTVHTX52uQQhq5a2HBzYMI+K/6nqMVSutTpR+6I6npSCVMESy4xjCF7ghA26PV/juTrwfk831MFVHFFlks0KTrCpSKqX6xg0Vc0PdbfY4Eiw3K8Q4kc82pKVFZI2XxD0CpJDQ/wCQdRZZA4IK6ss13fmBCQ8aJRjeAcHYbHNHv1UrKzxPdEPWdJJTT6wGoNjWuu5uBo2WVlZ0lfT6g04aFTxNuSpPWsGLZxNqTRp6JlQ7YKb1Nr9ASlxDQ5JGypqZFriBg3dK9And4dz1BIioD0V5Wt/COHlg/B2KeQ/Iprz7Y8pa772Ov6ARI03XdBqZeS0PZHI1Uii6tCekkO+fXANbpBJXvkG6uULI9lX7w1qkkJSuvmHVxyJ8hrisJvb7QqJFJL1+4GmJagSKdr29b0B0EyhcqQpKRJIEmL4oUwIlj9PJKBB/iZpvZghhYKc12CeYWkLvv7BPiUjshem17ITRP6Gl5B69l/gGJXzDMbRfAvoAhOKSXwfn5BQmWbL9EXkT9AK1QtRI1dd2+Lkk1Us7j9MYSS5UWwLlgoUxvQqNH+QsMYDHiDE0ixU3jcgZIvyQAmSs7XFhYeNFo9iL+I5bqKq9D3jdrifCHT1xrrZTBU9TAc5a0ca96vMOfNFbLiccMoG5XXrBsi4H2X4Nv6iKGujSQYP3RGT3iKmheN1X9wdlZU3NSm7KIeZxDX4eofmuidXOzahyZFT5DpFw3hxutuS+6qutnNcBKp8MSw6xS/o558Xk+9ELo1WqpFZvaIN5uN8IOwHREnSv3Vc0CZWbjH5D5MuX8Olzl0dkq6I1XwYh8GGI6GwuhlWs0h0FOIa/g13Q2RGj7SZO2r9JNVJVP0hYsiPm24nwu/YLojWlFTna18VXbiXmNHgHf6FujYU81I6auiHrlxKpr+AWhP7FoakiMqQmiMIbkB6ENyAdM3xKlGSSqoCd0ckrZBnAo8qZJIGgSNNpmjPQ7I1xZlKVteYdOUM1dWQQvaDSdKklZZxHkRoUaQ9YOlakpKucFoXMqpVHTrL4tUdJoy5ZrRbXZSqVdcLKVR8UJPjZezS3SSvJVxq9NXOMKeSOwfsEFyHyppYR98MA6Is1mpBIvR0regFA2Zw+nvAFRaSpHVy9KOqEdELiSjV07+5fLg2xrqlJ+GTwfWrpqSm2pDZ1uaMFL3OWMI4OaER9BHZqygpc0byqVcL1RG6ZI5TRH9SFFzdi08kvRy5L1ci5Yk5t2EIQHUblvDTc4/SJsV+gch+IpD37QV0pcHQNM/8A80otBc/HOXDe69sc3pz+n65JVVRVqk6Yn0dirRh9Yg+46Nij6XuMu1YP3S7VJUmXXyobUdodAK9srIfCdHULdl4KqU+1KGfuqUZVLdJW/FQvOW/7h2O5H+oGi37UiTpXYq5y5KpamHy3oCvFPL5CuFdj6JQVGXxElUhzui/CPRbq1SdE9IbU1ukaq76HayiKmNGyMoHbGsgAjSaSoOSeJBVAawVVBXNAEtGSlZodEMkImjNBwA+wFQqVqv2w7UZzUrUKqEj96X7Y2OMbwOIUa84bJJBKq3tZo2l0hNVFcKMSlAUazWToTUgDFrKrh85RlK2QocNQjgE1g7RUJXSauys19BuCzVXNSgAvR/wBH2MWXNF/8WdXjniK14feg+oNt/4siQHctUkq4MIaszYiWOLkoJKpCS6M3egOsjKSD0zAjk+9Dya6WI1EkUrW1FR2k11ZcwRh8m2sCbFakSS07w2hKP3UiWRiQ9w1FObYJdQ2JJflQy7hT0ePCUMRik6slRfBcWQSANHRpL2g9gOpqSWIcGURRqs2bljanDVJ0lKVSC8jRVgrNSyAvt5dg5hcG4IIwSE2jxq66BwwIgkGSN3K2reUDCRECFEqsA1DwWJO/AevwERWdWVtgUUyPLKwThfGvUk6VdKykhZSL9V0rKai5kjsVK1ywMvok9kKNotJhaq5YtcrCK7oAruhNIxldcLFlRNRYLXbkERsg7UCx2sMO6QlBC6pWaEmBIy9Wyxrr93ZHBLx8NSp1/ljIEhDdXSiSSR5qvtD4P8A6iaX2fTJEuvErcA+p/CPdJKan+9cPqHxH4S6V+1KZXV7tbcHXxLEWlJnNXJUlVTzcjiBSsmljh85JKChcqWaDyKqP0BESlZ3E7Pq8wmlDxQxVSm6dQePyohOZeO0EIqyrIHJ5qUF6Cm+9et4GIqWVqNehauRE4sR2hWeNrx+2JJn+WMAWoORjNsuIDkiqygC2NyoNTMJxdjUVRSSEFUNer9wXU9AYOXkvRDrVoSsWAyhA5N6B8URUslySXtDfpGBJX6PzEDFy5vpAmpKVtUq4rUSAfSzJIpMSb0xTFO1BEVPjFVa16YbI2ORlHm0wWoTIAZv8uOLUF+V5gNLYzLTJSs1XFDlAWxcJcrl5AqVNNzWb0gkv2BfophCVaqjJ05vxkOTB5BiEEld9yNfKJTUv9QCnUfVZ/GqipNb0BlCFlydcWD1KjE+XrRXe33XzCUFPTwkyddwRhaqzfhEk4zfx+WN4BgbMwNyQqN6fqEzlmpaeTxhSYqqVr0wqdjOyUdsCHXVx5SXsi80csDKnlcc8w/VgDUgy38SpSPt/LbAqxtdz9wUpHXnA7jm0ACuPRsHVUAi0fmCFLJX9IEVgFBiDqR33ocYUKH8aCTwSldgAqn5LECSKxjiitzH2yQ73rC9SOWLl1NcO3wCgymQD+JSGN7BlvG63toCHMCFIZYDXNuyscDI1eYgzyMrt64QrWj6fa+QZKGVVC5dNVLXcAopH6ATqWpwKqtNqcfTF6pcgB1O+Eky0I+GUuFMsURjZZ3vCappvHFJoeh0giVIK7lK0cuV+WDbETG1qiyMeSVECnDYlCk8RhEgsN4oeMXUgnMaOzxjb1kd4ZKXesTo7YgW13r2hJNLlQ8OxmkSOX+IxGFl7IlEnK8wzFOb+jbGbxC2VQglKlafxCuEJXYFtSUkQVqFCPqF8mYQvDx4JYmXXGTWQjE4FFHPWjBxE3oCwke56xFSP6OoOuoXMriYWFgIXlOEgnV3oFiuRInwAlE3zA4JTNKC4hCk0999AGoemTT1gBEzgtEqSXjCB0iUu4ajK3oFwMlidM2hw84DSODEjTagb5CW/IaQyWOC28UtTRAhYKpdMFowBSEYWkCSlA6ZxcmX4wxGYWmX/QGIQ1JtgMkJQMQJ439hjOBeWbneObJF+vMKSREk45E3H0ANeCeRmpKripUvK4ndF0YK9vXAKVrX8Y1bsLeTKY/4vl5QKoRIEqWXHx+kKTGm68IMiy+IGtABqw16gYttAZU4T8gJM6/4BHSStKEapK1DylS1z7RY7ZY4d2A75cGorRb+lGD9+dT7xiVsNYlWBo7XPf8AIPm3wGPUmFKUiqlnyN66VfhjG9egO83ExYfah1XSp11yY5yHNG8U8MF6EeDCPG9aqk2et6OelE6qcqrpVB01VnyMhI5b0DE3fLCAcJOGr9100DYlfhvdWDyBAV+6dNSJMLAh7xSHMXNnhhjf5oh1QLDZTBd1kHXVgU5NrDDdhzRgPK5Eq7nowVDNsu6dJOmqqRKmHHLejgjDdCWjrnKGSSXdP1SVCFiZIipYx83DGI21Fs1aqk4kr0o/kNP2Zsp+u1VSOuQho1MXAXDCF69w4dsLBj4glGL7PpTZTVrUQQPHILHI2r8b/ANyM4m0XNVVy7IpK16F7yfIKntzyqTA6rVU5K5cZIhqkOqIHTob7UucPRatefWgdJUhsmMI1vfgE+TqVlID8hHTVqRXErkJApPPw9Qaty7KqSkugQ9bhvX+bbALJkqqlsV+rUXIWBTcBsGC/wC8WUWsrRaRElVSHx4kLU68AX8Q3uhozeWp2rpLI0jg96iq6SI60yYyW75ucD0Ykkq/UVVx65fWBIlplJ0d1so5KitQpNqF698xlJeQT2UU3D/xa9MpKnnp3sTDjRwYIQ3Amodwqq6PxDkxyG0Y8HMGUI0o6VXSVqV+LuXr+2E6LF01pRdVWeQhL569bAbhhG9uDcsVXSDjeXc1+6BhsVWbkHw1T1b9attQHxx/WZQlAsHVEOkqLOhSj0iis0ilmonCMIbWjG/h2h9t0y5av2pEtMh69c+lCO1e6hxbw7XAUNd5cbSKTpgRel2TBc9HG3SqwhE16EdqNaEIQw7op6XmcJKZH1HH3R+cixbXNe0KDw15wY+TlOlElUsi+TzfuAFIq51XI7UfIPqISy2eVS7GSH/1GTq61YCqKk30f3FcD70HECv/ANYle8blikxvGjwbIG/IWUtlrfBrJXvzNbwVkUV6AITXss1kBkzaNgSPySobMlkkhrDVz+oOmbn5DTQv5G5MVLK15usHELkWuP6hrrBzkB0i6SHByR6js4x60UDAphrxHANbUnvSqo4uTgfdFoTUWMldagTP0csMYukvdVFDwqoWMpQdMq4Rkae/R5KXxvyClU8r1DZ37VLkhrrlOVrAd0J5HPNKJkqvyFShdTCMP8QkaNl5hq6gtlESf/WMFjr+QlAmXKyK+t4SgSb0MTFxecF9yeP5EkyiaenN7uMPEjKE0QMtD15MxL6AvSj6ArSiLiR1/YI2MiRIpZ3X9hZDuCk5t9SGIRmjJCSfhGTKb0KDlEj6GRkY4ieM1LQri0TS3oFUJvXeEDK9/wBwsX1IA4n3oUTEaDyqzVZvohki5svMEBVeSDRsr8gWTlCLHBD2U0WEta4FQWBifjfnEGBF/otRVVStUlbTj9Q3m5Xwu3R3OWWyp6B8oh8ODmjuDRyxS33EEDqStfUGUuohL9n0lc54cKLpSydYh8He9Q6xcR4anVy6uyqGpQh0MFZqqa+Q3OWOjGHXe2x8MFX31LEqecH0fTr9h/7R6nErR+Ye72LR+utw3h2oGlEkEqe+4rnvZebNf2rxoYMPWOnov2DpIjpqqQ5D8U1+A/Jm47+oh/QyRGFKW6GDKww4NrhHbLhv6kWE0n2XTK7LGxm5jV07/OWMfcKwYrgffJlks7NA53s0cIua8N7p+kTZSRF5hYWrdS/W7scI2Ki/CMldG/8AstgrIqZ2tgje8ofIlidMTUmqymuOcPaKapNbVXHONbox21apSkla9fTBv2gqAuoxtCriaFbhGaqBkqSlCzZEA7jYbAXFEb7AKHlHDZljAVdBJULiA0x7Rt4J1UBvqzWyOlKClxRiTpI9kJOA+ZqDhvyQXrJpKqjZ1qHVapH8YB2lBqut6yxFwHzyNWNc79qKytA+UAKcuIoGVsV1RaB6nGLhL5fzHVj0YkwSJKSJXwY+6NYp9FJVU83TAxGicZeeDaUrNoGmXrLokUrw80cAjFTwq3L/ANq/QpEnTvkPe9w6MZtKAqpJtkqN1RG6UtmvUV4dro6Lqfb1AvScdUpYHh7MMHmG93PeHq5ylKn3+ofBiHwR9d4a6vRaSu9E9WME1IXF0M6tVWCFfs4Shs2TxidvZ+ESi3WadE9QdoXUMFalqPnE1wqTBhs9g/dIH0CEUjGHm3Ba1aXWtUrKlK5+l9QXy0jRVn0UxpxJKmZU0mON0K8SVSHx7C6+7ei1UHTprPIgfHOkbDe6o7Y7Bch4YaGplqRJVWovUq1FcG15RTjnkGjrBlbUXILjTUrsWCuaVIDm10LVXfRXEXI2RwikqBXLeyA6dLeNEjPAKNkRg1C943VlBrFZIULqJCbocroUv3WUMukEh6jlUscWOYAw+IrAYopChwzSV3oGS+oTi3FBOo1lzQvJCqjWSqrq1SyBs1TnFUG8pUc7RQJYN0lXRAycklAaiz/eg8VSSVDVsKYC2bTQck3HkiSgSQ3ADiNkU7HFSrVIGCB90MChQZmCETukt9F5iiutzBGZPEYIqTE74jByjHfAvgp42oA3aE3NBbKe4OlnMoKHTtV0rKSCR64fpb6GjT7qlN0wkpeDfIMQbJNe2KHLgQVdgBw4GA2TVWAZ1hUq7C1/SKSVe1GEbL3T6VgGpU9dgwYJHmqjRfCl4ZaGuNYLqqusfQITb8g45czdBSnhffnVVpTYTIh8QkzCpDqjtRAbo1N7OpUt4U2s2Ukr6Ito66FV/a5dcCw8F9FpNZTXHqaYKoy55VglKlCc4MaM0XunY59dZT6SUy1Gy3UUikwSP5R8+eEO7dJKZa6esA8F4A6NB8LF2WxUl7XLvlHzRSi81U6qqtev89objdpdA6pR0ebaErxqecaU6zs2V+47OkWEcdCZRvlq+xW9YWnT/nhDlYs0BKFsgGXvEULw1Jw3r0BGBEkv1C9dJW9rf/YVOIf/AGdkRnCxv7KSKWoPQgB0ZWaF8nIVAWxlj4PKxtc0MEPakSxKmHziakFUs16QFOZVJWbxwsysBi2Umq9jF184OJC17YUIKpdPcDJMyQUeg5I3jRYU/KgFE6s3iAgkeV7gKe2TSyCJaqo8ojajCJxLO1Pa4RSPUBrEHWSFBk9dzzhgQk0BqEldwFg7bA10gOpHXCCV0O+Bjw32aEryxv7Kjn5LH6VYUnV7hx5ZXksQUmiBkZ14Jkjf9MSgvKr6FfT5gKWPjcgV11ZsrjnyuYFvIFjCK/JYnd9eGAjBVLtgYq0r4BgkN9VVJM0eEI0MnI+vTZroDCdkla44sVKM3vQyR6XY+ZfyIV8j2cUSvytdd0RMXxojV1rDAl3JVOSFJ/TqCyBd6ETF8aMGXZFB0UseV3ziqZN7/v5xacvJCtWystb3MAyi6HoHNGV6UBSrD2xcfxSXZ2/qImIMhmAqFAipAeoj7YGOSy4n7hqF3YAaE2yyAMqTlQxVS8UBjpcqJpZaOjOIoXhN4mJkAWKfofMOItwIZuFehoCdfX8wGdO109wOHDa1sgIs2+EDpGWmAHQlZ3Q+YCep4LX08IaKJTd61h+QCcQlfhClklEQOULULl0LUPnKSvcACiQLWQ+ToUmTy7LIFUSpdjihkohN6AHUS+AK9Dccl3YuKTxXs8AwQiWvCGBW+vFETNlf9OoBvZVVNi4xPFHJxhGJAcoS1tfyFESzbLHr8fjQCyWVBTBpUrNK9kWGL40SMhyuvCInhlyg+gGIwv1B4sO2TjDJoeN7BziVaIFxEf6MkQy1RVFPLF9SyJZZemKlijJKUhnpAxjCeHlRmBFR6BddwGaQEsSEY68YehCy9sWGJZDBia9X1E0wqJTAnjRKJRgxd9xBGERg19FpTCxNZIV1lZXQ9Yt/6scMgMKSUSBqMeS16wsSPvQKTXSzWR3d3giN1CN/oZJGmq53I8xgYgpKC1A+9e2D0VgyneiaQzbKWXdByKiSWuEKUjgoiu+pAtS7ivXYaoRSBED+wFyCyvJAsin8Rkic0rsNTVSSBaR8gLkTd8EJEBS2BsYkcb0LZtlxACkr7Ytia1la4PKDqIix7hkFOSSFMS98hOlrhgIkNa63hlSPz6hrG+T7FKhtebgAx+V0Beb0wOof2wLH+RQrFICqGBCp0scBqqpBWw7ujafB08lXUEayq5HRIt6la9hjhv3x9L3K0NNp5fYCp/urWaYu3WOW9fLDhiPkm52lFWFPMn6W8Kw921EfY1wL9KmaUPTMrEXQhXKUubOeEIGj1X4YOvdHkfyPbR6Xo1j3N+uMpRq/SOqqlIrmhWSNfhH18EeAbkktZTUsg58frgOf1mqVKLsJRyVEiHyYwrRhtRhzjeqIMl9lntcRDG8+7EeRhWz1Pc1Q5axm1Ela56+TUw1Y841RdJ0wuo2AkrUrq1j+eGCIe0XTrV062K1Vr1D6xgGb1Jqk/I/VqVKsZpzlwljC9ugNOLoKmeOk6VfkSddqpt1oc8QIzjsB0ei8ierXLjZMA9ow7VVU6rVXEqwx9295QppNo6/v2qRF6l+pjXq3Xu+sRnZWFD2JdnpLyqh1yXiVuqAtikwSosir+QQ9fEr8I1qhKYV2VKVSqEOeJMbSjt4NrBCIbuTbK+6ukiHx4VC1b+HciFyGwCaOIkkrsqbX2+bALnDpJ0qeUln8vr5oisiLpJrKSa4+VUqicrYqUp0qRCffxD7ZYx4I818Ku9BlX/YNFJq1VzqmR5S/kF1OldbFX2K/JkWpauVDdwi90k6SVXSVVQqVcXjmATiGxWC6qqVdBMtY/DeHRNdJzXiaxSMNipE2KlPIoWBD4uTCP0GlrJOn9KbFSyEL5sYuAxNuHXe3RuxaYayiKpQrkOWyxcF76hEWDBKlEHSqthhm8NSEcML25G8EacYaD32fmL4SWLVrdlTaTCuRAj9chKxb0b1eMdrc2/MNRWMPpf8ArDuOoGgbt/t6hmC7UlNpTVUj5sxyRhCJyYL8IRvwwRiPm13AfSellnxJnlci3QEaCQlV5xgehAdPyIkS7YlCGtYVX7W1EiwVVDMdMtIoCiZ3jgKBVf1C0qgCNKX6GCRu4GTByr+sJa8QQi45LI0hclkbe2c2WdDBGkN93sau0d2QOK75ISfHkHO3aNkhSORKFyT8a0mtK7GXX3QWm/EZ8ddisOTwzbWL7Lmq4+t4Np6UrjqVBo6FLb7rf2sIYIUvN33IvVhxz4sjqhyeBq9WSV/3GtUhnbLXyAl1SU1I6uR0doJnb1LlagaCx0JJlC57UWJqd8gXmXV30WkcSv8AcX/EVsMMdL/sFiRfb9wHKpvqovTjK/CJtmuTLjFSGb/oCEzU4ibXrE1Gxl1stNETJNAZlpX+gyRfsE4+MDFPyOGmU9gVGcCmCyQqMqKKJG/oKhFWaPRNayppK4Em84vTNvumn5w39htRIxMqrmhQpyXti2rvWusBAyM0BPYrByElApqoqKooWuu2PJp98WJvpHLRz6YaoqZHTJ6xrzRSVxNyr0oc4bJOUsfQPlcwTdiP9jKEJomT48XhAyas3NemCEzZYddRGUdnjoJY+h0za3x4sJqVqJlJN3oTgWVvVQP1YiViVFlKiUYKpK2SpyVOlujN/D+EShmtb41uIVQ+ub8Il29ySpNgUouoh0zR2+q+Ow3M/wBVzrZRPt5I6D0hKpHRcFaHBGG7zjgUDeh0/ePRaNXWdx8XXzBlNiOJ+iPgw/qiuSujqMHT8iDrBvmA0eaMb3mHcmF2LVVKakrXIPx8btlWFqwdVNLEN5h0+4L+o/wg+D6o1dV3rLBl34x89/avBswOF9u5+pbW6FJXfQ8Y0ukrZTR8d+D3+pe5e61IiX2oRq9wV0lcSN/mvxw+QdeonwgpJK/3RD9PW8KWRwcTu5nKSoimqkOdMLuGrqpa+0HbW6ZLX9wczG0LrWQXFOr7YoLS6SozF2kHTEYwiVqqla1BZQtHpKqndaASuHOQ1SVrnONpo8ySTWVkYoR1LRRaAKYo5VXesga+6oxqqlapfUbusskFLpukqFfGM5nOHVFTVegFbhhKV446ZGikohPSFEBfbB7hoDtirnUlQNFGyJNx642xxR0oWNbnUlaiuQEcXIpmkjWzUMqq6Qa6GAwIpKjFc1KG3sGn/lD2WQWAopej99VrhHx7NDkNAM2SVslQO6uXot0l/apkPxy4IjYl6NmqzcgDnbSs0M40x7NRJc+/a19gUyuTomww8gt+2bt6G30i5PWNgVSEUUdlK9ACbl4YailsHo7wp0zmnVFr4nEwjZ6O8LSWJspI5D4cssdwLW9zsr717At+y0ppFVWpPRC8fNPKmacI1o2VPwnUXKtVagnDwj0X/wDKINdc0IwdTPuvsgAtyTVLehZ8jrsIko+TaWPhIYJUymlNxDjcC3QtXVqk6Iccljcw1VStUiV+NxeoCRo50wVlNX5ycXdCqcooLhlLudxRpFJXfRdFyOQUYtdRsojVJUi5OPV/MMVKVuoSVlYhxSHImbBnUYHFxSpDmiN1VPNUrWizn7ItWu8fpf8AoL+iHtC1I3NJ+klTJEhtpV0hxBO6x19vIOn7U6CB8gw6RR10KSqRLUh+8FT2MbVA4tIcJkKRS1MCyPUg1mGUD8IxGN4AwdjMXQFhstVMBjKiJnYCWXC9zWEncCmDlIBKuRRslLgCM1kaVcyrUXRfJKpECOnX6UrOgNSl0kkiWonIGRsCj7xoAcPxrTu6FLlRrNN+EBhRaR1VXRCVOl+YFjY5G5UjTSTVK1HCvCz4b0qL/wDF0NbvT4hCFNhv7l8a3dP4T6euydfY1ySS5698k2r5Bungw/p0SYVKZuorrujnmnKe9tiT5JXoKrycSofwR3W+Et19qU9Px8bGLg8l/a8gZ0n4HKeuD+/0M/OeplkJgrQ9Y+tnbNrRbWU1SIQhCYhcA5nd3SqSTBfsB48Uu9iOe9CDwSeElrSjXYD9WuuherFMbDfhgjCI3+n6XYNWB1fxD8/XvhPf3B+EZ1SjXHarmPXS2obeC91DYrp/6nXVMtZTXEUOX1x8opePSwxg5O0dF8K3hGSmrtUleH9h8t3aXVK0oqdLEy8YCU/ds/pl0ear3hr655szWsNni6R0cfF5kAvE0lc6EbmHjQ1VX9DJCV2tvuvlFoOxtS2CGLNAisMv2BaRT5ipSOXahxWxepp6AAVsrLHDNZKy/YLli+mcCVdykVssTjNS/GLoFlZ1X9gIgpKsgUkj/IQT+xW1eKLFIq/6/UU1ZXE+d8TVzWmK1FUptqrwVcUCyyLEf8QOTjNssQAQMryoMIXXaANl+JaU/JfEL7/je0B4x7GUPEXSGSBDu0MSHlfhEoqJAMphMkeHnDZBaDDmsrIUKx3qbifEPRdClRZXkq9fSDpCN/RStD0OJWC5WMpXofMHqmte56wAe1CSGT1TKDl16xREyqW9AmMrcEFpvKkCbbD/AEBrp9wVn8aCol3rj68IqMn2+iKtxkaipKEpXO68wlWlV9OZ0cIiaHK5HrGIxV5LLxQpkz7LMSbvvsiMU5Wax+LjbgugWytUtYcwrq67ph32fNlR4ex0t0TgT4xk6fJa/mIFL43Tjo+YUryIv+RivNVlafG3OoYWL40ZlyrWVXGas2y44WzYsqVLNzvFrY5RUYnK84Mk2XYA8TfywgN5DOafcoMnvWh9QLFPetD5hnBP55eu2KDN/FH3DfkAhmgFZFXkvdugcyMoMl0dSimRySX1Bl8Q3ihcqnnOn0QKcniu3u4OENol+OAHWRla+oJALWQpOTfQOq1SmzQ0VSstMgoiT9VcENirY8QvdN99lftu/kH6qHsAFVLL/P1BH2srGRr6iWvFAh0g8cNN9+ACLJ5fsDfJaHjLqoTqIcllgJRokHx0Es6B1Wfp6fBe5hiv/E14zQDxb/8A7A/i0zgGVa2Wu0El2BF49xGdLkkhSulkBsVOysgKZO17gCRVN0K1EVZWgKFUrXt4nZDKOmkBlExqRS/oVqTfQ+eEVwMDDFVtND8vyA8UhsfIbl9lUNsevb7K1hgFipP9RVAvJawAl2MtdyUdcYZMWyte0KhiuAviNk4Et97B4dXlGYFtZSonBSbvvsiJbIZ3IGpdz0C68wgYvihmr3xM5P4VgTW7BTp77rhGIElAiJdeoegmFeijWLKIGFhTqiFWIzA3JZYWgNlk7fUq/vBCUctX8OUAEzZYJRMHsm8hgmrkA9JaaExD71lgpJTtk7oyWIE67jtI+v1B7daylSghQOryoPTceNqdMUfURfyHkPgEyq5EoK0XHKqg1FaaAvoMkvAzSMr0PSF5FVQEkoLymlb7kYmSB5JNBpYys7oAhvFVVXt5ACT+MM6NJa9jzigvSSIlN9DyDCsZXbBplUuhjgZ4iJtAt+AMxv1GA5o31RhRT4xWY4MQxc+xQpDfQKoQEKHlJAZZYI19FksitM9qToHgPt3wHt0pWwH+WdgmcvkPD5RHw8dUfWv9Pt1CT91Rys2vUouUbhKctX5QHnes4nKB3+l06O3XUxSav9nzSVJRCFxcN+GCPygDF3qrqhpTBWocjeBzH4xIYb3l2gDdO8SmtX6rWuydNYJVKsL5VIGiath28HuA1EUvRbBquk/VJiEOU5CGyoRv1fNgHlQf4rsds3iC0HTquyiWpK9fHqFhCr0Ywh7h0mmzbPoE6srEPeNV2sOl5hwdg7dNae+61Ps508TPNOa9FOENvBu39ofQsT0XTLAjVrUqESiT1CE248h0JZceSEdx0FXUz70cki+SptYNz1DZWWxZR2s0h+MQu2WISXKMJSS8pW3mxJzdQNKyVa0oSUrl5fWBytyRuP5EkaH+1PvSVSehfSJXwYL9+MOsPrmVtlUMd0qlUPWiXHLhxYxhf6gPA2wFVLWoTS2tuPD1hm9IqkkSUlUrkgeqUt6Br/1HKjqp5BJaQS2UmroHKE71VJ+6lUolkHjVPV5hlA7W0VVVqcXgKLWy02v96IfuwhVwbnCN4BVPQppmalatceoT1a3hE1JbKoslliLlqm6o4I3wbdJZMNlJaHEGus3iX2X21aptzb9XmHRDqhZDkXUa+/L9jJES/wDVm1Sn4t8KqZZqqqkSSa16mPX40eHyjbHFHSlTpK46B8ivh3AE7OlieUuVh5vJABzy0BLZ87f1b3I0XSng0/5RSlKEIvR39kTaipfjCBk4Q3Yx3Ic18fBDv6+qN4fdf9Whti+DR7Rb9I6/39JVkruFvxvRh1j4Pex+9Sh7n8ZJLjo8/wBSqmDKREasB48ZSogY+u4PRg2cz6SdeI9BQYKcYGsMXfclCN/XXAJ39SCshhmrAFGkEEPr8gUkv7YATUVFicQ1i4DVq43oGpLTan7BIRXku8Ck3M0FMSf6G5j8r/EWzrLzY20AkXSXpiyOd1vA9QhbBayEi0jKS11vAI5+VAapQsuNVspxzlEbL03NSzoBVpKbmu+EqiiqSud+gwmqrN+MTfHHwVzNhRcpJehi9fMCoGVjvoTNjyqlrX2wegrNV6AXEa8uwxSVmqk9D9wSmdKV0wt8al7AzsjkhNrqHyxWxrBx6AgdayzvZAcHc2p2ROKc3fQrjsa/KCIm4RmMc5KFEVN6VtBI0RkjXZ4h9awlO5XT19YGv67osJFLH/GG1ElliTiabvQ8Qyu9CmJ+3ie0M7IAY1h6cbInHEiRAqK9lagxqZKbx9sGsQ1GWzByb7vfGFUSBhBMUHhKGhPIRrYMmdJLegcgsl/oA1ockMpHtdbwoTcPsfJuN96gcQ4RpOFZQYtlFddoKhH9DYhvG94WnJZAXedbwsLDv94UTyEaMmTm/wAd0TJDLmj1ffe6MnMrqUatk0iqErNC5LktSiMIWWa/YSJDI5P4hr6hv+JfAnJVASU01LsdflvAVI0riEF5Ib6ljhqRJvHRIzJLEdJVyHJplwRL5RutzvhZu8uXqJJP9mteKubDe7W2NQgfhGJyX8+ADMOVo7/c5/U4liJUokuyPk49+JDR69wdXuf8PdFuqn38narD4qKnN7mMQYTbKzfurpdDvRveYU9zQrgj9G6G8LTB1mn5Dk7Q22j7u0n9kwVrnOPzfoC7imbnFSbKnroENoGw+8dXuV/qiYUXUaqpHQ7RYe8Lm5C+2fe9Bvkmtq6Vtzh6anEt6VHx1QH9TFDUokn96qcclaH1G+UR4W2DqpKf+1D6ivHpCM+jvtiyzosJSSUocco/wgpK51X2g+aXXJK76HyEZ0OD4VKuZo1ROmZu+iUaVlKjZAHLkk3iC9qdLNBApSfJCuNIWudGWJtmyUPBJKmV0pugGj1lspWVoDSKBpn/AM8ul0Bu2zAEsmN2iJntDJJWQUUnREpLNDZ11hFQiUoM+NGUznxqLVlHS0BGi2kpU9kNsXbZcrIC9JulNEHAfIKo1psphZc4Gg3lV0lQ2uXMlbsOIev5Ae9oxKaEhDdjOehQRslKIBlm3JB+kklKFZ2tqLKBPNs13YaudlAB4h4obdFkE9IsAHDpMpsJuVbpJOu6Dn7CU6zQCYL7FVQdd0biu3SdJEV6GUJwXgpmISN5tkB1qO8UGMG8pUEwTmi1GU9ij7Gav2B0nSRACW41XYv/AIt0dA5NA+GA2ciYLo6yrtVe4A4Gy2aDGN29Fq5oi9T2gW2uvuja/wB1Qy43hdukJJoJcl7gFEORqJPCIlvqS5O6CkLuWCu++8OXtEMFf/VQ9GAVUbcrQyrpdJVqQ4Rr6DZGF2LDlRQ4uyYf/KIGTnwa0C6zSRydkwTuvA5Rbr/2lyd6IRpjADm7ui0kv7og1qkfCqwa15SvCNjU8BdFq51069IZR8Aly++pHX7YV5hVHDrqvDE/fqymqVhpnAb3w0tWDUk1XQH0ct4Irkti7F+xkKnZ/IafS3gCuNx//FkyMg5b8L/MITU1sonDsz5/V8KNM3R2VDMF1znyMWN7zhvc34GLvLt1dlXRqnatT49StuD6CuLuKuXoZIjVrRaBDky7OEffAb5ArVrmqno3gYwnLubLfQaLcL4JLnLiGpJTUh16mdNe2+EbO/eJJJC2kKTSSSHOrq7q5W+iqUYiMFutumSa17UfLvhu8I0pqdq1VPxcU0YDo13d0qTVgu/fqnISrxsqO4PjHwl3bqv3S6uhohoixRpF0NJK0o/mq5ZL/rjuhQZa1ACryaqdX8Q8k49ASn1SyPS46xoLOoMKubLOiqKiXKgZU3jRl0obpKXbrxoTu1we5SsrJIK1SeKFeORFLwVoxtf9BlWM38VcV1JSo9GUHz/IKWQOttBcvr0QyVh7AAWMrqXKGyyBe6KIeNFpFleV6HkAkI98EoZqAQ2G7JGOql2ON1CMTpK/xHlozehx+AQNKAooEJGtfx84MUjvuvWA0y9sEEAFCIm7+KIGjliMZW9ehW1wCqt8Q0Qx0GIHVGJ9rfFJVLI6WuvUK04cqMoA5GMJniu0PHWSlWWsAImtNV6B+OMnPK6fEFqBcTKlrrhC9QuXZfvfBp1Ve+AzcroCTGWMiRDSrLfB6rNVHk42s3LEiG5ITC2YKja2qXRrcwhAsrNVPyiLSl9P1Dy4amZTxBFkMubzCiqrKOklkfLgiDzwFfwBwfLZ9dwjNzXe3R6+r4uoIpl7ZON1jxk1e4PRpZHzDMlMIG2hMsrfRM5EhmqGxz6jx4zUrLQyhEhJu+9ktXD7xCCWXKVr1+ILLyWd/cAFOT2ejCVyYqgir0KhL4ugXgGDQ5LXhB/6NX6Kyl8Vka+XrEDa/v8AkLasrXJ5hCOaJa/PDuBUb6KCI77K+vmEHJQQYvfOQVlhvsfRGYzbapAyhZXEOB1SeK9r3AtVK17oqlpegT1g3pByfZIXmhl5Yril4rHP9AcclkKTQAexot1QvOj369/XyAWKcrphopDXnAjiHJKgDRSFK6V7egvUT3oOVCqgWV6YTaRXTYoMkqKTITdecNDo+wBlCeK6YWy0RarBIBOUu4T1+UM3CPp+sDKJq6/MBIzexQ6TyP2Ahk+5t1A5VIF6qff4gcpGWqFqiIHWKGCySoDOXxVQIN2QtcFlAcydroA5RGaKFo7o1BhJAKhd97gpMkC76uZ0BWaAm7TKKXlAcC77oCZopCxUuQroaYwZJL/7MgU7hfayEDSu/iY49L/SMxP2MTTHky8qFdjRalpGL+9ZdTjaIzeS74lLmiJpsriY4RdhZd2YKQegQehyU3pi0pctXQB80AFiWUKjF15wZFP+AHMWV3xmsewVvuVmEiREIxVgMlhfV12grVDPRckf+YKQOAk/QFzY2+pfCGt0H4sY15tRLQ0wQgp+gLyqgtMyQpDsc72NUj5CoKK48bp8Xc8/rCdFXuJkBaSs3thwY5biPSOPQBDdzzhOksDCON6lBPiLL9jmB+3iY37Bmwc8qqEDdUFlcWQPUJhE2I2a/YDvHcpKUl/ELEXyvKiqLsAnTZkxxCCkrpgY6mvFEZ2+/sMPePgsWPyoCXN6YnM9sVONoGx4KyuBstJXXyDvf9Kz2VTxGuXXNCoXmvfkPnwx1d9HWP6bKX+y/ChRaSquIurAhq2jf9w5vV9XGzp9P08h9v01QDqnqBXSm49HKwVLVNUlkq8MI4d2F4aOSh3WxUHTpqviX69cuG9DdjzDZqce0o1Ve0W1zByEOVUpo40YY0IR3NqF7yiTu6P/AJQq9dMLCygU6CRoRgWNWEIwhHghHDfHzl4y0es1ns569T2eqg1YJb7Ah5pr2G/ucI+hbj26VF0XKVqT6sCV+LuX/KOG0UwSS2aq/tNhGmkV40b211Q4R1Dwf0ulSlFtVZuOvX0r9bDz4QObG7H4HgqNwo8jVq62LNt68TlJ89y+JQ+9OiKtah8fHN9IYcIvLFLZ6CqWJixKc+DdgMpxSSdHSS0L1fa3d0I30lFV7FD9J0q/Ok1r7hzG24X9rav8AZI3SOnSRGr9rjkPAhDl0YQ4RNxR6uynSqSuWeGllQvQCemE1WCuz0kq9Q5FT1ObcHI+hnRWRsFKpqqq/ddMlavt1bwVUcu6S/uqmVnat6tz3r/zDx4q1dNdnpYhKsMYmDBGF8IE6RotWukwdJuj5ePhq8N7ygrqViN49h26Q2U1O1V4lX6RCVpQewGGhnccm71x5wzoh9s9qTQXrxrkML29CulUl0lVa568Tk4Sw3BaDSjQjWWxBdE1VSYNXSSWJXiSvz3sERrrlsqr96SSrnJfKYdGSbpKsF2DpXI0j6MYDUDQSVrpK4n5bvnAcNiq6OYeFK5lrdHckuwplgR6yXLjtz6J4ZMYc8I4YRH5i3UMfsunqRouVU2KudLnLVjHBHnvXh+t1IUUlTNFr0W6VqV69TahgjCOHrhHDeH5g+Gfwf3R3B3ZUiwplqc89woqg4OXEcENGF4xY9695B3/AMbLGbOX1MNI5rWyxUL1Epua1vCCjdVIe8mjhaK4HHlpWdEasRIx0gaJmbMerq5oZUglrtjGa/7NAHQ5YTcGIxVmiMY8rz1BmEdf2GNfhl6EcsWFja67gFvqzdfULSqBVsHtruxg3XBKDr0/J9AlIfX5C4ivp+oPniJ7eQ4KabnRQZSysuOKklFd9S7AnFayJZY4N5iJSjIGXR3oCGT19QZmSAyhO5rtgL6HUnHuiKCiQZtzSvGBaSCoYtD+wJzSh5HryMYnm1LL9IkYspIQSjai0sFZugOduVWWh1bKirKpWWt7qFxVN9yxQoRLle30RkpZvb+LrBXUb46CyHmjCifJJCwnjfkLKqQVsZIDUNKFVbIm8eIvUhyWR5RgiU3eg/xiI0Rha10sjXcGYHS9PE8olBISgn+gB9NDfEgmblUgS2U7YGihKtVR6/KV19Qe1LsCsRwmoLjlC1sslKJ0wVA+9AVibIrVNvWnp9IURPKsldfKCVUt9SAqoNiNBLdTlQzYuJWdyAiRiGTdUDEnJatD4qu9JeyDUY67YTNj2oaJGsuh8wyZDYaSUrXE4enXyAKWPti+Z43E6HMHBf0TjCV0/cKU461RKMLUis04zAiQHxAyRSZCqWIcFooq5rv+bmEUY5CQur8/rBz+xTJYyvgHs6JFiJQNyQ3SDqPEJKBCBMhUVIkEko//ALNcAN5AYWUu+6HniIq0c1dZ1Ih9eEWQNkaYmQ6U3seYNdit7sXGuXtZrV0dA+Ri8EODDAZQpm7egVfuro5yE6WEN4KShMppqX+QKukquT6GVA/1A3R0XUSpSv38Eb/AOmXN/wBSbV1U2UrIP2oDjjhk1dZ1qQ/d+YXurj2CtqkqcmLzbfAKp5ErjN9j7NuZ8NzB/UlPyf8A2QG+M/CG1dJZ32r4/OmNE09RddVg/P6V6PkDqjfC1dlcuqTZVdcmCtt40Ic4bKJnw/R+iaF1SSu+kEz3Q+N9ofFVC/1FJK1JqsjjVzYBuFHeHT7USIk1ddjGCtie3I+oLk6d/wDMulcsg6OjTs3fR8z3L3XNWrW1dEnnvGNjeUbkxu3S/wDlAwm/Ip2k1J3lRcWl0hytC7JLfVQYjdP40Mpgo6WakElQKd1a2o0lC6LlVSA8tOpK76GBQ+TpNJrShHWQQ+IcboZ4kql0xyp6sk6aqWvYq8IeXMXR7PYSlVccmLlYcHCJpj/JG1TR6DnyAGDxIR2XDhFBBpNA7gqSoCO98aIweJDB+JZZhzc/SuWwV3vJ6Q19RQVGcTd9qHJpVhN9I8DfXKCSoEgWUF1CXQ7K+6ulbQntc8A1OUMnkGq2egYV1pToioiIO4zUgWYcmOKILKgeinc1IFqFGRjxlANCydTRbW5hFVOakEfSOPkDWWdExr9Fvt6VzlYOZtkJMpAIjG+K4xA8VxXFykAPRetEJaUNZAly7GuXQUmkk1Pa6AnORqExKVSYUofQrgp5dKlKzo4xdPd06a09KatTrpnLlELGML8OoOaCoq6263/0F0ED4802CBYeUT9zwjOGOx3Tt1//AKqWOfilGk3QnSotgemaeVqVMhIbnTbO5zwcsD0pTLoi7oha2OaG3e4B8d+GfwuOro3S8p1YZBUtr1CmOxU0a34XfCIrTzo9rUaoHjUJW3Lw+aLpaW2e6PxA1uvukVdKnapKkqHv1uG/9BpCx1Zp8HR9Qb46L8ax2yyC9r+AXlWSxPhIAEC+mLiE5ULh+zpi8V+xknGyFxE5qQGRPK/xgkqkqy/cKGvoFcJSun3cPzASqPKpVA2VU+D1gNwVVUOJpCZRtySowdLlf5A8yKXfEYtZSWarjGvFCVVC118wCVJruB04TywC5b2QvXSJV9SFhi2Wh7hgmaBBYeKA8bKyVS9ASl0hUiNcZgl/P8hgyc3sCwiWptEYHfuWox9A+vmF6Wd0xUlyQJLCyzXYCjXlszesj+gKlYK5pX4QQUivY0x5xKVBtWZFECTc7l6Iiebr+wzAvK1CHESqq8roB4R8mf0SLGaPGUsieXRETqa4BI+h7QZsRL7InN435AaJeSBRz+KJrugc0bUL37BiZIfXcF16VvVcQboa7gLSJvUrWHAJlH2IVUlf0ig0Q3g3SlWQqMmkKRfgHZC9RLfdD4QOo3+DTDE5JXYAjhPkgpn09j6zNAS3qy+L3j0ZqX4xgunZVz8cd80z5v5EjQyLI4gZXIy/R4N0Zip+vbv/AEEDl33L/F6wd+TO49jJbLNCN5XscbpQE4w3RAsd9yw67CN/ZaY/ivQyr3B1jAyVRJVL9I8WFlZBO2ii6omb3K9zdES/BpCBofAMQNKS/TgBxUhUTgbXjCs+esuPzcAmmVJXj/L3jMq16HE2htAak+wOpHIV6HrFMIeKqAmELI/bA50+2NWRWsQZdL9G4KTxsu2CFZvK9knOBjlVm+bqwcAWgw6gQ8FRUfNewDVCpZrvGFBk85rhgEY6sXrF1MBjwB6sEoV/zAiyIdmVghyJStYgBRNXX3BkeAGXm70JtYlYb1IVqb4Ko7YMVj6AFMX0Bh6xegJwXxQFVS/hzhjFKy1gBFE0t9yKnpDRKi1X49b3WBFDTbVJIM14SqiQAPDXrCGTFy5LIAnT/VXDBwbkgMvGyCoqAFhrVHjmmqyuhreBETJfoFECyt60/wAwW/IddkU2XJKDCcPTEommq5qoIVfjAbtBWu/YrMnKVFhUZtkM1ZqXx4wmQqvfDAv/ABKYllWXJgdaCs3XW+DYkS30UnL3PxfsBaDFvsweqlrgEyx9DjiJiqyhEppVlxNcID7D+aLY5oUxL8fkEq4ieUlxxryiakUGFZ+Sv98EltdcIrjDLCLpYX9ESRBCR1ddoDJ/IXowGXawd+4Vf19QtnpemBYxvJC0p8hIUi9E2gxFfxQNRVlZ36hWX/EL01PFe0E79gQWI0SdJTZQMSU5LI1wBOkt6YLRWVmkte2DYGsmNkXHKglFbklcjW8FUXCW9C1NXua7Yp4EksRpszxWWMz7XTyAvg4shA7yaFo1B65/b+QjFX0AHFzkYRBRebmhnbC0vATGOX/tDG/IUHP+sUlUEFVrKVpjVsOo9SLoG16xsfg3pDYF2VEP5tSo8SxuatCERqCMVd9+IH0O72K/QVlVKisOvBES5Y3FofjntM/RSnKYdUCkg/S+9IHVgQ+1HEw4Iw3IRgFbAjpV0tT1AsCNUHRIpGS2oV+HDuXtsPDqpUzcRQL9XEI6akMatehWwQvRwbu2BTU21a08hc4wa/cpUTnxYX78cEDX74+ayUbTPZhDpsaUO2m0W9SplJO3SOTE2ixvYL3CLrjaNSoH7LapK4h7+Mc1+rhhHBwbUQazTa7AXSVVsz3yFOfRjtc4R0YdVVU7XZWIyVgfENh29qG7hhELj0lItRkdacsklX81J0vuHxTYl7yCh+VJqqdqqrIn5JqwWsLoEkn5Gs2uQ5axcbJ690MKUapOlWrp0lXqG8m3fCV0UBupDgx1dizUkiTKsO9CH5Cbpokq1m8dL1xvYBUtGVItale9V3cEQ2TQmtRzV/kdUZgux2qTDYqtTNQrk8gQMGNF0WkfYGOdc8f2hww3esO3pvuuyss5Pa5gqavZrojXYtSv5y84ZY9hWykrv7Lfksq8+8U/R5+sbJSFJpMNiv2uOc94pvIFLmjvv6DpXjQJjBy6o9VVL+1qcUN4BoEVczfvUqoQ98xsbAYa7SjRJVrsprU7u2NwUo2awOw6PvGurUeqwV2KrrEF1qxFpGmvC770axOvgHyn/WNRD+nqGoh01oY59hOjoKuKsYxvmLfhCMdyHuH2HTLRXE7ehojkX9QdG0yr4NKb/wCOJV3SCUHWTfrEIaFeMIbUYwhf4A8J4ckXESfVBo/Nh2w2LMS0yX9Ld3YBU6iqlUm6YeUrSv2o6XVVSIQ5zY8ot7DDBGPliE6h0h9NDLyeZhoBOkIFKLXCwgntBmasSVRX0xEW1eSFZYgxC2YvJZ30DiMS5coSGD8kMIz0wVRVmiacRV/iGGXUEQVlJdMWlUA1mLC5oGgR6WFFVBJPQ9wWwcShMjjfQVPwDD8huoXIwa8AqMRLfecn0FBXWptoTgsl3z+zDgDJE5dyyEMiVlk1iLavjQKk75UXpq6lE2sXsDn4GCC/sAhM2+q5ABT5LIIDCKpZrE14QpaDCDFSHjFSGUjDJTTa+mI9+xYkkWytagsTUFaAtImrN/UMLHRUaPcGEvqG7O51/Sn9q1Oc43uhPATdRSiRFUmp8fG3b3uEeT1PFxfNloennLaOdt2+R6QZtbnn7qP3VqofsjvNxH9LVM0or9/rkJXhW/LBfH1f4J/6ZrkrnGB3T9qRc/TKPP5/5SC+B1Q9I/zPzLpaiHTCydJHJtZZY8ITKxvzNcI/Q/w5f09UXdGk6f0M1QQIhfPwQwQ6uEfDdLXAUyk/etWrBc5EDxrYuDBG9fHR6P10Obuc/NwOK0aoitK1wA8ik0Cq0eq1rpKpZHGBbWG9D0H9nKl4YRf+ACKQDJMu9Zf0A6iWv0iAmFxQHZZ0EJKZHTFJoTaiWR9BgsJXHywwj0OGrhVJUOGx7XTyIdQ1lurahq1V8aMSlBIeJq67YkVdKaACKK51JXu+8FoqJKgok0HlPkStMTSLvQHRjK6HeFyZ/Fd4b5MD6CwhlUkj5fQ2hOBvT7QFie1svbHjKdsML8gwqqqWt4eKYBwU5XHFia03uDC4V3Cyqi6C3YAUFeS4+kLK/wAMNEYyjsJKsCk196C1I29AxBTelQVLEXALIpkcftYBcmpZHV7mUASGtbIWFU/gNYKXcaJKa7fmFhogAq9kQTMvajJ0Omi6Cviuh5hQtBLkvoPFNNFcD/GNeQWgc9DUW6StUqnGMXRAqVGK0WrNot0cnbwhjP8AFdsUuVrIHISiKPhAuyovOqnXqcQPqK8PT9h/dVyH+HyDU1ld9x/d6hSog1dZ1IgDmVwhLVI7jQf9QTBWpsp1jnvZV/3bg3ijPDG1dVJTpOuPkyNCtVc1icQ4k3YUo1V+6v1MTIxoinup9hZcH+J9rsfCUkrnVfRwh4w8ITX/AOUPiNldbdQwVtVTn4heLAP2nhVfpWSs8nm+obLKiU+LE+3qMu1SVzSvtAtldWlQ1KbKm2DrK6MR8XUX4YVUs0608fGHQqB8LrWmWp2DpXH42C+XBfvjNoCTirPtRnTqTpIiqSuWLTUr40fM9wvhZ2L/AOGfuscmaOe9jE3N3bHUWV1iTpLO6+cEFRkdCUpYCGugGoKU0lyoGVeKq5oK5YjKETdi3SeNHkroEt9VHNnjl0kAIU6/SzuJr1hcxGsWdtbUn43HDqi7rlUlZT9Lv8aA4Qzu0lZ1XHrDYG12KTqyVV0eNwcA1lFA74lSaSqVljieyeccbYXUumtRVqrXJxK3zDL/APigklZOmq5D9m/DqhG/9Acg0b63pHYFKHS0D5PWNiTdzRytGkKeuoa7KotgeoTSNg6+vyB/c/dWlK2K/wARcmIcp8AHuGo3cxhgy4WFpxgrvpPSAb6mkkks6M5mphUXkqlCStMPovhoTF2k6dTeIGzilkkt9EsynxNgUegValEuVGpOroJVe1Gu0ndYklmlQmTMbrSF0SSW+jl13d16rpUlDMK53S54FIUuHbje2hqN13hQSapbFaqnXXPiELWvxvxwQG2eCO4hVJX/AJbdbnz3jpEObJht370Qvz0NqG/J1S4+4yhqGucQdUywIu6qVjH243+YJbt/DLcvclQx9i1EKhIlqVb1WOEJfCZ4bKLucYLtUlSV6nGHwt4U/DCrTzpea/PUrxxON8vWLVhqPYCeXc2LwveGd/dQ6XVVdHqVo1cbcHzBdfde6dK2XPpCm6i611SiqiSSp6nQGruDKq9jjDfEvDhXdg6x5qs1XHOA1c7pglTO6+sUmT9jXmGLorLnc0DE/wDFXFBC76LyHtZWgFY6XkuSKl2NeATMXfdbwqTPayh48L3oAKwM8Sal3xmy7/aiK01hIqm9BmL/AOxZFsMnTmpa7QnVmia02UNH6NlHuJnJAE5TlBuoW1/SFzg3KimWII7EqhuVSASiqUqbp9kHrwtQI4SldMATq+JRE+QLYR3OsDnXBKFqHlcjfE8moqCyHlVAMkSUM1ld9BqAgwgb4cUVljlgch5SokkfldM4l4L6LSwsviETw8V3uoZiTkhCM3elcvKBgw0/BCCVr8Q9MSS1vCdlaCEM7ZAuRKvsxX5xUZO1mysTp6QlEkrue4egrNzoDY8Eo9whtppegD24XtySrUNW6aStTTC5GCkiJb6KlUUgQYmX6PkvX+EQVj/1hgUAnLl8Tzx6guWhK3o4YqHlb6Al1N97g3yBR9VQNNzXxDJTiCX8xmMe/wDmPSo+bk2SvJa8IgPQjkJfUSJ/i9+u1hGXSDZmCv8AISib+O71jHHGZn6S7t4DMbdaPI+gMHU12tYiMeV0xmJt9/PCA+2QE3dMkmnyvEyRgw9IEox7HFDQYa1TMFzusfng6hE+dEqqXJE7ghDxuQQEVxa7HlI71kHyhQcyXt+sERPvXHFCpJXx5POEHbvYOc1rmsjoimBbUFGJvX4t2AoMl6fqA8DcbxBDyku4K6mvzBCqf8RUdMbwPWOxeYv+uvMIGhyoKq84HWTsj6B/UA2NG0AHKlNAyxf5H12wYqUDqxmxzVfH0AHpjvQvXIB1kOVB5yTf17YHcEVzoWQ9ugFSIFNDtn9wYKE30CKJ2XEAsrTFaydrp1wG4T8UGyyCv+lTRhwdYCXRtRm4hQpVglKAiqe6lEMnBcsAuiyvRxAqW7K2BKw8UBVP8WseYGnT74FXzuhkVAWzQvuCrF1MPGPkTUhmCYkaE21lZASx7ZGMe4Li5onH8wprw6HrGIK/BkjBJKCuxHpwnVS30ZoSIMvBX8AojH0/iBhkZvr0uYDwJa8cB/RV97KyeNxBk57UYhG1P0BGKgUP7PKclqYRKRUZ/wAo8TcGfULF7K4p/MZhNEyE14osKmDQW8T0IWQ8mYT8VxP3vjxkxvizXEyrHIS3sglA+WlN0fJe+ooh/wBmvCLEYb6D+IGqVoMIp3AbBWyAJYSgTDewq6mLiwsq36BdFXWsBCfB8xjxuu3eFbEcMg4qnKjEVvG68ACnpCEXAw2OIbFeV+P8hgynodrzAGK03xfrgMpqa7nkDXqxIrwHEWEIxmq8TEiBIGm77kCMVrWy9IJloa12CTHS5UTbLWs30AvObxoyirvs3uBJMaK6j9EfAvSTW6jwVUQk6y2pCJZXPghDyQ9YcUW/YUM6OrSjWuvXOXyYb2HgHLP6R6eSVuSPQKqufPBUu7G/CG1h2rw6fdjQirW6PYqs87U5axD1b23Da84+Z9TCuRo9jglof0bSDp+wXlKk3cQ96GCPWF1zCzWi3TpWbjnVhibcS344Y3xm4ujmr/7q6r/dUjnMXdLVje/MSuVPsq6PYGxTyCKxVOarlQwwLDqwgQ6IbM+qZshWj9rShHUolRev5o3r0YDblXTrYEqViEPiG3CgWliJOmCb/YtQ7XFyo3lCcEIcIGpNz/4EmxdMunwgX5QcZSNho541fyGDpXILCorWwYNz1DbGXJTcQcduKaUpNlKqkOmRWb5IxwjpjGl0lX+wJWjAw55o6YjNAiWOkrUygedpRfJEnnLl/QLnSEq1lYh/PfhuhQ6pl06dIOmqX3VHEVr7d/cCQ41J2FjJ4lsVKViHr45D1Q4qSqL2Vn9MxKw19N19qKyktDL4A2WI6VYE2L2BVtR0TozTLpLYDJ+liVDY5eaMN3mCB+72UrNaqk7O35uCIbvXSSSRGrpKzOWpW2oYIDTFktgKnlCTkUSJ0oRJKoqqkck+9i8WPAOdeE5m/dMHVDJP9ioPW6jcpylvxKcxYwhf5owvjoiD5J+1Ok6y68C1/cFSqM2mTpOqh8TErbV7qGi73+wOHSfj7dFRzqhqZe0Wrn2rpVufpRIcxYx8sYX8O4Eh4qjtX9VtFpMPDddR91kEO9OqUpS3oY2NfhDgjGMY+UcYOUfVcE84Jnj8ycZUVnNKHq3JDByfAPTBUS/BMqwjDaFZS76LbyuvAMMYjG8IGiLDfIQAsDIHj6Y9M8VEYNaimCvJAphJGUEpnUKyx14owtKx1Q4KCDR7g9N5wGWPpi0vjQMWFhhDC6CoAgrNzXpbglXyBllEWSGEFBamtvuR0wGgsLYR3rIBfUIljsZN1rIgJbmtSBQQFEVV7H4hN9hv2PCm3oTNAL266oZN1VVUiaY55Nx7Fo1LuFJJ70OteBrwRP7sn5HSrU+xSGxz1Y3gm8D/AIPHV290aDDYp5B1YVj1Y4sL4/SHwZ+DKgbl6GQotJImRjjxvXfyPtf+OHc9X03pFKNmrXD+Bi42i6BI1+yyHPVhjnLC+N/ud8HbVglKSa4miN2om5xJrUSSSxBtaFEpNUh89yc8pu2z0IccY9JrVC3BMErWVU7oZuaK2eqRhReRp1fneB6p3Sv3VLT0xsdzqLCgWt5VW3Uxjisf/Ktkp9Bp9NXItVaLPRbpIhK5cY1X5jkzTwSXG3OJPdlUW1PXr5ad+OHDtxHfKYdJP1T/ABDhvhYdKtUl1UnWIgWNbG5geKOMtMVu47R+a/8AUKwoai/CDSKVDJSECHxCVcG3ucw5qSA3Dww0v9s3ZPXU0mOrEvmGlFV9vR3evqH2fBrjS/R4PqKzYwT7mIM3klagDgtkC+J/1hpbRoKwdeCSXTA5puIC3ELyV/qANdUGLNNJstgZXegeipvut8KeOL0VLX8HzBXSJOpdjYEHOvyDNBbBN1/Ya82W+IMyLJAkaHBTb7iC7ZCSWvCFcD+NEyq8qrruAp7I0HwUmqicTTfV+4ETV5UWpn194b9jNeUEJQ5UZgXfZul6hA57IZIb4AtgTvuWwUy5WsRJFVUUpKckJFW7BPoMhbC0TKqi8hvYC9A1qeyF6bmalxOnV9QBvkMirckJwOAii6CsrXKDqYriF1xkyoCi4V/AKDLZHiwc6FSGcVvbGIHlBeVwlK6YiVbxoVPINSD4mld/TrAZU/jcToimKv8A1+4UHfeKxAHZiTmHja4EhHL+EeUcpalA5lteYFlFJB7RXevSDajzJdvtBA2Prh2g7o829CU/0dEHfYakjNstikA56Oaq71U/CMpmy7XT5wVCNl+/zE8vofHI15xcq1/9VX2skUIUZSjBU6qTo/RxvcNhObXqEipTan+wdc04qmK+DYtSp2mUkrWfXyimrYSjbbnvDxdHQ1Rq/rqEJeJlYQhXbBU7glvqVcVhzuRKXp1Z3Oi/6iUlf7pLH7WAbLRnh8YK773a2HyfUfKyqiSW9El+sL1KXlcp6QvB5E3wKJ9stvC1Qz+ym+1DzRBRrsaLf5pX2oD4SUuwdNf/AGlyCTXwpUpmkn/bxr3mGnD6Qnt7Pt5alWqVrN9oUGpxriff5ZydLB1X9wfONx91NM0yrsVW6NAhNA51oQq8N/COm0WxoFL71Sl2TKpV5YonGOROb8HRG3hAfsKkp1PITpDZKG8IrqlFZStQm1jn13BxOlbuLiKGSUSSpkjqpi4hoY3mGkUt4amrVI6TXNkPxgKllQ0IWfelE+FthRbAjDZ6f583AAqRu7oalFZqrokw/jMI/PpXw1ckqf0oin/+Oj/lcjpfmHcRsPo++y3VJb1TK5P+zAMOrqldi/8A80OucnSHwSj/AFBP0v8A2iekC2/9QtKTc77V75hJ8ZSN/R+ilzd3jVVgSUrj5B8bdBju7BLOzfaH53XO/wBTj+hn9rjtT5e7Vw7e2Nxff1PsFWp5Vevo8HV1hMXQJwPrG6HwiNWqR1VVSEJ2hxG7Pw8zXR6Guc+9Oj4lka/t8w+W7uPDXdbdRXasK5ED9KN/BwCfgnu5SuNf/alKNZ6/HPhqxv390GS1opGOux9l3Ar0DcakS6jwgqnXfHvHSJVr1Y7e11wgHV1H9SbClGB/stWoSpHE2ol5rw+VLq/6hFaZskmuRx8PmHMaSurpR/XVVVOSvoVo4wRXEdccZf2dL8Jnhof0y6PJmH72TDdHH6Tph1SlkqqcDKmmq+ep5MIph7YeMsiigolZ4CwpcjicXjCMLJXsDEVFZpPaDSDEHVLa9MUmSy5oJNCbXFBZqoDN5IGT5LHEyx9PiCcSb1K94yVP275amvMFKpeDxSiUCSs6Mw/iIn+o0fkZ0uxTE6vtjKfoCRoa1RCGdFERaC0Yqpb7iC86tkAEza/QWqL9wgH5B8EHMUpQTvFpu+g9dTktAKHa0wHyBAah7W1VAUT5fbFy0r/6xQt4rE6IL70glMCJTRaVSVmkhEq6W+jKcd6y+nuCi7CT3oKTjeSGL9lrtCtA/c13BI0d6E3Y0URKZXesSpreFsFd9VxKgohZJC0qoV9QUWwPNr9iA9UV4NMQKqMkccr+QCCyxU1r7IqWiJ/zFUO56WAZGnXgwSGRZfsPHJyWR8wVZc/EA8fY8o1mrsy5FTegxRXS3oLE4pAskbILihqGZVRA5hAivw+seinNVDjJFByzeOBlWv8AoGJ0OSVOPFbanwArtZOkfShDWtrz/kJQP3BXAySvpeiJx9jCPUkfMSMmLN11gMkLqUShH5CEzuAd9DPpJKFmq2SozDuCBUu4LCEyAshE3Zg2h/tu8wwnD0/V1+UYWNN9MTIX9PCN+NDZZOzMZu6IFjl9MTT8Vj7Yzf8AFAL6GXayMuV8YgpFXXDWhHqFkDcrXqfL8x6CuRZAoMf2QqyumIKJ2pFUvyF8Izd6FZjWowsv+IOqnNqKqpcOuADnN7YLMUUnL4quG/EyTBFCb0KzH15+EEKJCqKauIFY7F6kPjA6sLUGrQlKytAUrQ3AlDZUL1oKgU0Eu/5geokBTk8UDMpHXcEPCy7HuFCzeym4+IC1iclUA5oeNC/IZdTAzR8b7/MBDk1w7YOWL42oBFpoFYllLQGpACLJqygyMmBFkuSC6bMmxa5L43u84WLJK717fyvh2sjrugJdO1zvcDZDiZUiuPx/UBToWWd9kMVCTVQE4JK4gmxlLdAJoWWuKBzrfrBZkOV0+J8xSdP2/aA+I4Oc/wAIxAu++1WGFCqjBYTUgrY+BKJfT9WAWQ0xQSCXb/IZLG1myg6f2aUfou3ogzG1ryhGMzeucSTL8fGGcVLYEwc6PpimoD4n8bp1MkR2PKVOESobLQHCG6PVecXmbyuP3BE5cv8A1BoCophETiVLEtdfKKzFlb0InMkC15GXUXkX9vo+YWRNvuvkC8Zm2Vqr3ArNjENjH2x6CavodQqQXSlCM3udIukBHsM1oYJreNrnFpVku4ANk9yp7Q8kv6FcaHS2Tdy0MJuu75hKKlrrugIrn/s7AzFXX6DObNhT0XqH9vziu/ZaafGxRTO3pX+Iriay064KeJsci6Kv6BJN5yvFho8ABOoJFUzauvV1BH9GjoMnJTZuXp8+ETMtN7AXxU15xMMFqwo0fGi5E/JJZet8LyHVFxF82riBWOkfTX9IlKf/AJuya457WBTcF40Iwj74D7Au1dJbPIq/4kScEL8I7vkvRHwV/TpdP/xy7JqqriVDp5HOaEPVtj72uyotWmaB+1EnVeYetWq3440IQ848b1sVHmTZ2cK6KEFz9MKsFV1WtQ9e+3VxuGN+9DybsBuvg7odq/VO/VxF69SrzQ3YjQ6Mo1rQzVBVL+6IrGvXv38GHDAb1ce5munzp062KSVA/NfwYeq9fHJy70UgseoIp2mlaGf7FlT0CHxic21ggLHCrVVqebXI1OSJyde4AFHLXZ+yppF0F/KGjldrSlAnatc/UjULu3xKmtF/ctWJrjKcSaqnaquiY5opFr3r5o7cLw3S54+xaUOq6SPyRT7l6PuHH6EoF/SlPEV2VUQQvH7J4DrrCCqtRqrj48C9qO5ET51g0W9O8kb87OkqlK0KuX5Bz1w7f0C/PZT0D3zmrcF7c5x0GKauwCTcuoNapFHZTCbpoX64RSwHws1+iboEn79B/RaR0yHyy1Y38HBwQG9s6SlJTdAc8ZtqUYJHdNUrPoFhfvDf7m1fuqCqqVevx8PnAl1CeRixUSpSukqkQ6fSL7hRdBc+1VYHlJEnkJGp9Ii5uZJq/m4hE6mOXaFS72bSh0tlYhy6OiKRisP2B3I5excqtX55ucUPj8AtdnSVfkVlKYhIlNVveS9zCmnqJVa0yfiHPHHrXsAYNUbK10D1yG+ommPyUfJ/9dfgo+1GDLwjUMlXOgWDV+UhY3yk0TxwYdq9G/gHwiona5rhH7U01QDCnqGOwftSLsnqUSKkOW/iR2/ff5h+Tvh48G7/AMFXhBe3OKpHIhhVZK7ijeMY1DQjh3L8B7H8b6jXts871EN2cxMnZHHipqytDubYkdRUSq8kPWyOSCKIpDxRYpAYrQGyCRUshUoaUlx+nuiZ4ChU8pI4YXqKjmlawFSphIx+VSxxUY4wVEwSyEzGFVXnHoFtQaDEkaAyU80YiUWEDLRiSMJQyX5iScBcVuNkLKLoin/iBCZxEqXihdBqryXvC5FIx6dEy7QkVQUQshMhAjeIrUqGDdxak4nz8o3W4i5x/dRTKDBglXr3qtQu7rwhNcfcTT11DojWi2BznOeFSoW/Dbvbd7AP0A/pf/pn/wCLpfbNPNSHXqQ0b9XB1DyP5D1sOGDjDud/pPTtvqRvfgC8CDW42hkHSqX3o+OY2DzYB9F0Pc06xJoKufoTYqRLLEINuNFJJKyHyMpe5LKR7cX7WkBNqLSSF65Vd6E4Uq1a2Sqooc3UUM1tZpAMUIm7FlI0ZTKqWymuX0QGxcOkrKlM4El1nhwoui1SNWCtc+RVINFun8L821yMXmHRwx8GnfmjprylZtdKaQmIPl/+pW6trc5Qzr7+Q6h76RCkNfw3o4MF8ax4Sf6lfstI6TBWuto7Q+T7v/CDT1279R0/dHyo4m5h+g9P0foJy5M32OTn544Gi044VdOl3SuWc8TG3cMQnUm8rj5AaPCBY6R/h8x9PFYnhvqk7MJLWsoHJq9sKiZ06uR6wcmWbx9wBseLlEKUJZSssDHhrudQNgQUrJBVLEarFxjSuh2BaVTv4uWMLJ+NFKe+Br7E0hq3VDAi9lrtBAVSVmgyar5Cs3u7YLFayHaSuRN4usBfWsgsSzQLRMG6SFNdwsqllgyNPGwesEIKa67gXGV1/IWprpex+V/zg2J8RpP30Zir3NMLYr9sS2ZyoFCvqDoK8rpjKSgXbM5ISg6BryD9DHZMpLoesZgvruhSZ+LYOpocounsN9ld8SM5CUrpLfdbw9B9vs3ECJCvqG6zv/8AXoiszubmsQKDUhKFR3/JBqGUcUOiutaojs3xv7BLF/ZdzT5vmK4vxqAbAtSE1XXa4QO4eJb18QRRpXesgDmpJUZINDtZ5ZZ0SScJcqNZjSU3O5fy3BglIeNGo0eOjcE1++HLBWbrr5hpTB0lvqo2ejlpVl6Am0PFGyNrKZr7wRA8rXdAjdZVXX1AuEqbhHNZ0LSMQhf1wA40JSU1JLRASZZVftA5K1S6flGSC26KYnspuR9AmpAuWqHcScrrAJaWNNzQfRPsa86PN/jrtBI9MHbr/EEdIEF4OgzRr7/0xr78kq10+0NjfF/QEr5Oy/UOuBFiZN4/StUnRydk16PqBBLrKeS/99fi5UfmBXDa1ASo212NhDuOP+U0zmtlHEj3TP5UpVWuEdeV3xksJtkBbBY6/wCRP1dYiJqVdZ2br+QAIlh9gMG7WyG/odIsRVdK534vkGbFVVWyV59L6gdmhvX7hq2bqpV/KIzZSEQlonazZRA4RWsv9wtQL4qptAqtySoSxnBRC4qJJJd7mGVFt96fl2gLXm/hFBVFQoJB8FP5/IWT7W1S7oXxPvQugr8gHY0Ak8FeS+vkFJ4b0JwNkK6YpUjNAg+o0jyBd89kZWjr8hXX9MVngr6Yt8gP/FEjx1LtiFX9IkaIkXlZoRmWRUmZWV28v8gQ2T334hGBRgsQrHosMYYiilK19fMM1OYZj/2DLpFklVgyieusREhEpWniZPCLjmtbURMaUkHsmmQinNEVTSks0L70qXKSqClWKqu9dgZD0BOJvu9wWuiJckGLkv8A9fa3QpcnlBrNQIpZdip1gUxt9yAQrGb3APGG9TcTLPjAeAmEib7x7/UMwUtR4D3vmDD7AwmdyvwjFdVW1mishcgZgTkgW14Am0WFjvX4ROMb4pgqIlccqBQ2IUdQVGUA82aMEWmjViYYf4hGK1rKA8Dzc0LCFV7lcKgVsKrwEDmVxPLker1Cmb/ARI4CjIJTPK74JTU3qaF1+106/EBDc+XxPmAwsYkPa6ZNdwHpQ8aAG8MhXLB0CB31aB8S8u15hkxJVcWJkshVeV7YpQsv2fRV5LNZGP6QwoQTTIl0MQolEk3iH12h6F/Z8w4uZG98YklBLlR4xci1Hlu5iXhu4qVPqJ1ciUqPRVtZSv5CFcTNH0/mBWxljloje31ITvJdsRWjkZHYGTTeSIMGl4MFm46XTiPRJ2Ox1DxY77l1OiJwU79f2QUuqwESK9v8hk59eYYjG+MRlb7XDS76NJvAlf7giaGXrWHkj5c34cIsq76FvEMVcCiG0K4kFpi2X7iMS2R/y1jeAka/sEcES14RTGG5EFTZua+HKFChO3xD7gD0UhVWCGJl8fQA6pAQpBLpk0eYVGKNQX1AZz71kAYySoPOjrWvig8OwEdjdQscRVSSPoesUVLK17YYOC8wGOhyXf2/cCx4pgCpJu9ExwMo2BkuVvWmKJe+q9ir+4C/ZaH7AVo5AocQVlcQGnSSFSpAA1sAUS33u/mBDoJZ2UGZy70l+QDVLK1wBAqQmctwCuhyWsQ7VIATpyq4NFI14FC6YFVRDJVO1/YDqpen8wrGzFahP/sA9+Ulmu2DliCkxJWdqAVZWE7BoFEymtRm9K7AhWtbKzGC/ssgaVvowrH5VBTGOvGEFFPTAj3M+wQSKU0X1pQDIpZCaU1VXzBkaqCjxmgJRTxWvCLjnV9AUqGS7f0CzNZQeCs0UmLNmC+KiWax+3+Qgc6Qmv0MiohNeoQOdIWXrX9QiSKQZd9h+RakdJJIYNEVRJvuIIw2xk9Mz3ovicVwW7ZxGrvuv7CRYhby2ZdKMkUVE4KcroCmJxCtzBqsyQUdWbXGSRFBBOB1ZR+n5Az32B+Rkxt9ECqfxGYlyBWQtkFNRZXmiRTWvHA5TC4hfFcGvUEfyGW0Tgey74sTLvvH9kURIklZDKZhjXj0m33CUlsCnmSqqtQh1YF7OEfpVcjdK1pnwaEfpK1zoJVa1bfCRhf9UR+XtAqpfajWbkTSV/SgP0O/psMk/ot7QLr+1Oesl5oYfLgw9Q4fWwyWf0dHDOnQ2o+llUtlOlai65zwN2b23g6g0pNabUpRLEQPUJiGjfvbkIwFdIXP7AuoJQyX/tXy5OAO4JpUMwetXTWecl7qwaPk3Ijyb8nWX0FR+Q/SryCHx0quC9wh/SRWrV+g6ouuoufzc41q5u62gVVdgNVT16ka5eLrEPTK2SaqqtT1QGlcthX+InoeiVVaUPNVqT1cUpb8N2/8h16gGqSVSytMA4xQikqmTqusc9ayqGwXh2WiXNqRVXm9whyI6Ifo2U6c1XsECY9HpY8p0Qh8OKfSDpZeakdVLihGdsk6SOrNxyawwCTQ0OlGvFpFq1rtXVSvhJVJtDYrlaQSVS0CEGp0tQyTVU7+Vn8stbd4YQGxXP0Yk1otOVlnD6oXyMqZikrZJK5d8axXVaqkVSDlZirNteNDGCl82dTSKzahCZZONANxJSByNwF9LNVXSWylVQG1USVanSVVqHD0xEkq6UquQ/uA6dCMH6p5SvdP8hJrGY6qUNnm8fuC8p1kJVu1wj88f64mNPK3ZURSj+ooyXZHI1xb0SwKbGJHqjejAfoMaiHWxV2vHv1DcXgHxr/WzcVTKtA0XdGqqddCjjnSOWrgTie9hwcMb0IxHd6N/wDks4ubR8PxheFxIjym13hIh/FD3/xOYiYqsr4xghfFC8pFeSrixVGyGROSFx470BVUf0hmqlK14QKqgrNDgQuNAURTDE5PFa+8UmR7fojDAtRTkh4m4DCp6nFJ0t9GvED+yk0AcxoZ06VJsXHPokq3/mItm02pZD9Dv6DfANc5T1Fnp6nqGnnrwlVi3+DhHD6/169JDPydfp/S/wCof6PiW5bwX3UXUPyMGFFnPXPAmbji39ofRNBf0CeEZ/Rez5qBD1a8o5Y3+rrH6OUb4GbiKBpld/RdDIILnvaMNvmG+0JRCSW9eyPluf8Anefk1Ckevxfx8OOHUfmR4Nf6Aro6Zfk/5GrsVAhqp65dy/zjpXh4/pA8Gng08F7qmUsR6gTEVq3q0YQv3sMI7e0P0BPQiSX3kfHP/wDUBusVSuXQuXa4+zValXq2vyHN6f13PPmWci/J6fjUKij8t12M11KSSPj+UdW8Gn9ON293jprKos5EFzZZix2r+3zjv/8ATJ/R8/uyfoXR3UNTkZIVFSJGTjjR278b/uH3TcvcZQ1ySpGrBgmQiBIY9XJ5uYer63+aaj7fF/2zh4fQx7zOSeB7+mqhvBzQyH3Uh3sqFY9WF+/txvDuVzTZJhUSxMrJB5l0la9kFqUWrWYrNx/IPn58nJOecj0occWqNycP2qSWdIQLnV1aSSUpLexqdL00kqlnRqVN3XNWCVlj9kNuQNJB11N0rpKuqkqfp4w47dh4TX9o1YKnOufRIYMabp91TNdq1r1NM+1VCJRChrnGB37pWuvp1sMReMEtd2J7kYA1DOHSSR6Up5XHy8bbHKfCv4XUpS7Vqr2ahvoNa8LXhuVVnsGCtTbKOAO6bVf11XStfb0h7/ov4+qnM8r1PqctDekKXdUo6Oqqqc+2esKDHSxJunf9QToON96fG9YJK6Hu4xjqJ5z6i1bOxADlBVVXQF8D+3pCJ1JtcLeJmgJFHDmgckjNstcA8VPI0BemmkFb8mi6LTJZGXrtClcvpgpM0rO9oVKlyFelkAWM2ALIdgL1SylfxB0oklnUgtO2m2QPG8hHDIEjDIm4mu6CWx/0EGFEUt9HkI2vH6QfbehMBsm7SlSgVPstD5hakt6fFBJYq9ANX2K4dIUZT+fWMJuN66MQLBdLla/1FEVZoc52w6LmyP5BCLz2AuO5ApnyQbpDXgdQfen8hA9IBEd6KlH/AI0HXgOA/UfSs6InpVLElaA1tSlJorJSiSWdAaxMkbJ9oTVTjEKRlVxrUaTS5XpipSmBjV0m1GfSks7jik1JJKjVftMRjSXphkjYvwbNF7azcvbFf2mNei+yEptTpigz7xp/kCHD7NjjSc21m5F8oHPSm4Nei8y5vEGIufgDVj1DYocqUj8XqECUlr9ApVcckKk1hkskCje6OpDuDdKGcWQ5ZQ6yquuAdAoR140RksTJm+MF5tSVU7+1+4Zpmm9sa21VyEusO0HCvswrYo5JIvF6Di+N9sWQPrxhSQ+u4LjDXoJWqsqFryOXKxAwULN1j6gI6INgBqxE8S1+gR0knNGzvEd9SqH13AlewDx13FfbZp78qW+6ASuVLKVKyw8pY9qNbfKTe/0uDmHbxvJEa+hW4J2wCvGaClFcsUnhNFMg6ZWUgtSILUm4YotY4lkEbMRaITallj6e4GyTTeuIIIs991KG6SNkTI6YjJ4lkips07Hb5gwTaWX4hakRL2Rkx8jp5dX5BLGiRRIJGGJnbHom5KzADJnilFR42VklpicYq2lqK1i5H5DJUxHRlNXxQzFXlagpKPHNvX7jGTCCLDxVQPP5ITmStfkMkZPMvIblRWbaGCmSFicPFDNyH3LuWIFmiSaCvJCaR966PrBFl7qoVMf4g6pRiJEpuaBJofyFJyTePXDCOdlKsLWyGIafTF1XehWYmtUGwFUI8rreHj2qQitDv9vD5hWdfIlY4HyAi2tZWuWB1YqqjJ11fTyhRGbK11iN8QJ7orXhZBQ6Nrrug9dWy0/mFDmKU3v6xBj+w/2BnPlyhRHbFyqgoIpyoLGROv7HtD0EtesZISb3BmEUu+cZMEiFdVKy7giaPoCyBUt9SqHGTEDVsWjBlEpUrE6YhGM1XzCMS76Ix+P5fuCMzJlfFCoxpW9DMY8kMJn8b3RuxiZI/wABJJW16HQwiCcZosRT5IKzJOyRT5Ywc83uDB/b7Q9GGuu0MGuozGMpWbjg5NXksgBpx+GsCkDTc6kAwqxu0PZA1COQE6KiWa184ZN182lr+fkGXSan2YcRS1+EQWNZdMQgeb2+0IRNyoN+RXDwfSicP4CRTCEPbGYE4R6b+2fL5uOkSgblcjjjxozR6tkDPE6YLA3lHZipyv5jFdX+XCLCllV9fMPQjrtgJmoySHKj0xKVpiMSiKkBoIO0WFhNshKEN9SSEScrl9nAJFLK1vgB4+zMGh3B4uvSGI6dkMHP4oFdQCcdaoriblRmMb+sB6MdfzGrEZUzxTiUpLO6fqGIx8aInNZHC/I3w0yk0BRAySqvExOrCC1S5GgB4k12w3y7h2kCGTlf78YUxzR+IDFSSt9FVWy0As9DwYEoT/GQCqk8Ufogtyl7eOKzRVA+IzbsBOX+IFWsu/p7gPMKVDTe2MMmAKEyPRL9QIvBJLvmx+vhDFWIFWLZaxAcBkxasTfQPEyXT75gasVX2ALEvKpEAoa2wdQqSuaETpCxWIgoVUKxoNS7gKxAvVRSDc5fFCs7feuOSuN1DX1aNecN/wBYDWhK3qoNicN1d6ChwhyoX5FH+hKdMVmT/kGK0JW9AFUkr8AFDx+wWWIKw5LXrFx4Aar6HmCL9lU8lSKyp+hpVBXCGWqkM1uSFSqgYZNeScI70IlVlb6IwOMXklQHrRnMLMrNtejrfA6se57h6MbKy/IV1IjLpM3l3Ib6MzLXoCpYyualD0PgCMxYdVLHESlSFdXlRO/KG7aGo9GOQLio2XnFRlbLQEkT70FF3EzV6xXGNr3BaU4sq717YZjd+4KY1kIngL1Ca7ojV33W8AhSsuazQtrzRVUiJlgD/wBmxJR9ARjDt/ITip7GSPGir2Ao8SmsqlvQyYwyfaELLvjG/oshrwjxISh42vSgLLyQ3bsaQYwjKVJ2vdhH2x/TVdcqrTNFylTyF28Sd+EIbo+Hk1Fc6O6+AW7RVq6apY5DsVYGJUwVoX4X4RE+eGfGPxvaZ9+Xek2KkhSkq3qwqcNfdwhQ5VVVa0W/dOqiFI/d1Uj6J47XlwB1Si//ACi5xq6SyJUDEOfar8A0Sm6QdUpQx6GVrkqKwMTcjfhuwHg14PRQ8oegKLuDfr0psoh11z5O5ev/AJg+6J8k6SIq13+/ifkAmbRhdHQyGWddqSCS+NhwYI+ceYUIq1dHlKnOQhoSiHNhNAKuRfGXc2Ll1QCKMotJJ0RV060cThvjqtGxV2Kha4+AJ07lkkpCqquPVhi8WI2tsjKSJ91r1CYtQc/NaL8fV3NjZwV2B8Q1x9GlMdJqlaV4Vq+1ehHbgHlFmVVaylRAjO1tQkJZG5BWZm1dJEm94gHItsVWUkrkaAIo9VL7UWYY/wAgU/otg1SmpVzrnxgyVaDGpbJmirKmhOq7SdV5uWTR40A2ZTZXc0xrtJRVav5qWQNxrGYeR5QDWxNlJTZVTj9UAK6ZJbKIq1V4ckHUKvspWyqSz4oiZhKdStMgrOBCDA03WxVZSqVcg4v/AFCUD/yPwc3SsEkq5yMzrpEMXdJjeSI7C4XlV0lcv5DRrtIJP0l2quOg6Si3PU4IwvfMDhlhtCciPyOdNpSp+36hA0EpvjPMNx8L1y3/ABK7elKBa45GriJCGLxNuG2NNKnNS+EfQcc8oKRwrqZaRJUXJl9gQbpq8kcXJwVzvpdIOp5BcZR7lapfT0ie4DqElBgdEVxbJduuHvpJ1TsVGJ4rsDJW9kC4teSHok4EgR2ukWmR1q4cIKZUK/dZpI5+6NluOuOpS62mWtF0W1Oudc8CFq4duO31QH6ceAf+ke5KhrjUGt1FFkdPVyQMqYxd3mjtwvDyP5H+Uj6bpjt//wCHV6b0mfy7Hy5/T7/RDTN2VFtbrbp0tisVywMQm1E0MEfcP0P8EVw9F+DmiyUDQLXETJlbYPoujWtzjBC5xrYNUMUpOaGAM07pGFF5pKv2B8X6v1PN6rc2fR8HEuJUkPYsprqaqNhbJJJJDUqKuuYUo/JvHROHF0FKpJNZSSo4YQlGWRafV0lV1V0LVgkRKblj5Qu48Hivha8KBHVKWlHUcauUp9o0b8NvzDrFMlf0o6/ujnIQ+LjC1i3SYWunx90dUeT6BGFR6jolzdH0Xc5cuRq1SQIQhKu4BaPdNVVV5o0v7Vf0o6IwSVxK0BtjaUkwlb4K45sha40SpA7WUdJL8xqjxvyqpw0dKqpBK6g6ddgNhZvcpUJ3yCrpKUl8ISL3NtUkjqv1a42xw/asKiSXEGg3Y3R7FSOqqriCqihP7FNNUvQ1ApL2RCVOofMXhj8KrW3atXVeuaOKXy7Yx4afDBsWe1SVx/yHzDSlNq0o6O6dKnrnPik3PNwxH0P8f/HUvcn3PL9X6rdRL6WpZV+6OqAILSgPFwPEUS9ge7R5mbD5olshXkQAipvougeyzoy6UL5DE1hZX3r2gEpETSVSlSvb+oXcigxJD2ASVWy1vBeiqrvWsAVA3ocT5gGDyGVzSqWX5BgvJAckVROEIzQj6RyUU85xOKB1kvQBB9sVGirKGX2a9UL1kptSb+QwkS1Bp4Jb0BD+KFoyZJolftQQmf0wIeMq10/hEouFcTIAlJ2KtF8c1r7gGu4vK+fvAlU83uAFycUhNE5oXvl1QAekFUs6L3cFUtcIRulFc6Krq0aEcQg7/lRCLxXlf3+gULL7k0Yg6SDVRsRkq7EIPQsipvQiZXxQNZAx6dDAzyyFZnvwAAx1RGvzA0BIYbMEyuQsgfhFkVAyUew2hmRb/cRioIFPNS4glFPfdeYHGIF3IROMbI5vWMqlFMC8qN30a8i85rWy0xYSNqKInlWQsT1OFxAuxsFGq2pEsjaG9USbI45PaHPqMNkTRvlEGyNA9USnA3xNxYmDRJTegjZG1+QbtDa7o5WVTHiSkpLzApI3wBagYEpmyMvKEB7+y5Q+uADOI/8AYL1JSSQAXhvqXoB0xgN4r/oEr6Hpho8NyvEh1BW7hZHFESxyNVpYqqtrKrjVnhJvb4g2ykZo192nan8uMOmArNbMVXksQWN0gaZsqrnQSiz3pKp8wzm0Lh9FKDT4fWGSSEq1EW7eVUmhoRL/AB44Vsdw1R5BvrzAgtlXlY4wUkrNDJr+9d8KPH6RZA9kMJxA5I3vQEoGC0Cy0hsvTEiH9AVFikL4JjI1GSx8aIqwshYmiIqQS/2DfES7K4lEInV74t/LzCMSze4AhktFKcB45eSyx45BiEbyQIyWJIilrxBdFZL3Af0BlOAWjB6a021yMaP0BJY67gVFhr1g1uebZcQHAZsPMcYMW14/u/cSSEok8UBRNlcSb77FUUx0+nogiMLKUK14ze2AFC5aHsAaMeS74LW1xgKvCVnebSGCVxjK6ZBExrIWH2xUoRXUwNGsCW+uvmCtyj40N3CSUoKX/igacRWwBQoHOW1BKkRXWS7Z/oCNCzMJu9JYmQMGj/EYr8l6I9GFrN0CDDMsiSb2xCBeAWxOMRld/wBY2QpCCSojUiLzFmpZ3pCssFf8nvGDWRVAgql/H+wNgmqPRgl/sDYrQGRHxovSLK3oZOnkK4gkpATHX6IGm68AgYys0SgUeMRXse7CG6Q/2QhBVKvxNHhBaO13BUWHoC5GAzMmFJFsps0m75gTA00AlOqqqTiaQIgRX8X5BTBxlvbFdbn+or/xCqurKsgGGmfVdbeusTSiliSlcT5iEv8A0xOAZKfeuJrtxHq3kfK60yZvmIwjayoZH0ETQV1NhGLWbmuDRv1uAFX+QK2WENvU3L8o9EiuJZD0TWtloefzDx86NEz7Ga3JafyEIRSV4/8AsJQN3B697AfxZPyehHkviEyxHoKK66Qw38b8V4Cw5fRk34oEGFD2osjC9rgEDwm/p2xr+x66TBo61RI6iSSv4KuVHm5hDc3z5jMU9a2EB/sMV0/s9GM3iE+ohAnjROKQwb/LpDJs3tX3MzOsUGT8b2KpveL4GlV1cQDqn5KoBVhupYlJ4Jdupl43CKlE5WsASYm+9EUxKFaHy6qAjQFJY2QJUhKzQqOaylSvQ5xm8gW+4IqVLO4/7gYxrXXGiD4FV9n0QKvDIlALqC7A1U1UgMdCy08ni4fyBqsBSZH9O1tcwJfQvULyXEASieXx8oMHKU2vrtAVwnNqa+oY133A1Cfq2hTDxQJUKlj5f5AWEO2EHhRXey4iyolKsscehCy6dcQv71069b5AMdIpct9awRvURsSpd60NdsLXiARsc1xQtkBnCYaOUpVliANZMEOSrEWrkSApycl/EMl0klVZquJogMxJW++0FuJSH6FqsJXEAyxNSg86IGcJKjFIaQOf/KPEKLYk/iKow9gKmHGyV+IhE6osKURq9YGRsSJ1PT8grqb6J1Nd0ZL/AIvaBvJBsrjHWrgGa3ihNWIjEmpgthsibaGSxlVBmtEYhDcgCZosgor3xclGy/CB70BZmgLFMHVEL+WMxJN7fTEDG1IDIzjsrIYYIYYgpyoxG1CFF1Hirb1xBMyiXbFZdcUeSN4oYEIOyUT2QkUYjEeKcFBj0uiZTC1M3JCqBe4JEir3O0BIVk7/ACQ6N4GHqv8AyMiXHxj1S8EYDm5Q/uJp9W5y6NlSm9kVtS7WDaiFl1RoaLxP1EuFumSdXJEapVJCBsbhw8HOEN0S3/tNWuWrj9XD7toaf/T/AHRKv2r1qklXQdFg4Sr6JMF+A6LdM2msPutch62Pw7v0HgzjjKkejGWcdmtUWq6oGmTumE89fOt60bykOa/gvw2x1Gg37WlFUFdinQPllrFhHrHOljpKv0JW9pQ0b3k4Bv8Acb/dESSx/cI8/Hn1+SvDNwVHSIIJKqk7ED+rcDJJ1ZJysepfGnqUm6SpQiSqWJkVifMOmS8qurl18TH0YiGEtfY8ZUbaxUSlTdOr5OoFInSVVIOfUPTSqT9dgr3D1uDhG4MaQaunUrErkLxgjhKLH1IGfIbAf7K45wc1bKupmuAHLMJtQBNldgP9i5ALsyeKFyrpJgqdqr+d4a7TKSspNVJXTxt0bbdCRqkls8BLJJfZZHXHLXyQ9eQKWqNeoYyqX9rpnrjYXrGUlsrTOWuKGSexajqVUrhvSNIMFWFrlhp8ijE0ONvZplKnSV3o9fS6Wu6Nee0Xspguqll5ZCDb5KSrU6o1h2orRbqbjyD6O3WAjNUTfHkz45/qd8BzqmVSXZUCwPsqvBJ0QmGsSOCBr27GEY4Rotw/9F3hGutYEpTYByIH6OG9EfqTcJcdc5TzD7UdJIHIfejXtsb/AEfQ1F0WlsVgkQhOKThEef1vNFYwdIrxcEF4PgW4/wD/AKf1Aq0NKpl0fZVTi7o4H4Zv6N7t7g1Tq0W1O9ZcYhY38F8frmoy5LLFTq5hrSiR0n7UhycSrgHDx/yPNxvoZ2Pg45LZ+CdI3PUpRasp+1OhU4xQuUaqpWuRX1vD9oPCD/TR4ObrUl9lUCgRepHHKmWGHDzXx81Xdf0DMHTWbc4qch6+ThvXh6fB/wD9BBOuZNHLP+NyVo/O4jdV0rKS/PCOl3D+AS7e7J+1YMKLPbXsY20WHz/IfR9zn9AF1v28gq/fkIhNrnPVvx6tsfatxHg7YXEMCJbFIddApCTSFvZML18N6j+Zz1xdjcfocJdZyj+n7+lCgfBe1QpmlEiL0pgPWOXJwbUIXh3VamEqLVlNUsgMnbZ+6apyu+Ned0a6SVskh8xz8+U8pdz1ePjoBpNyq/dbKVyNAL3jtgwVmq5AjTiytFpTVRpNIJuqeVztQTU8tlorqp9htSV2TVJ/9w0L3VeG1sKfVpRgRKbXX+Q5c3uZdKuiJSuDrHVKBoFVq1J2BpSclSLdMUDppqpdsAPFnSquxUla9cNaUcWuwGuWcX0PQqrBXZSuWcFQohNuXYMuWub2Klsp1lh2sqkwSPpheZ8r2CdoQZFdP1ZquYJ7Q7ON49zl5IORCDdWlLXQ7N4B0k5SlSsioGL59vSWIQahdBSKTBI6qqpBa8l0ifHuKLonspKbNHy74cfColQzVdLZWPkVesdWuzu0atWrp0/dEQQIWOUaG1wj88vDNduldHdG62K6OdqQ2LjX60PoPY/jfRZvKaPP9Z6h1QhuouqdU8/O6VtMfE6oYAqg59svvC85hkpteKPpowxWMTxcchlBa1svzGYrWoDTc8lliSLrlcv1eQMh106GJDCJbLvnq5QGKt6BBeZb+Ixn+wuEe+MlcJZpUDQVSlSsfHHjGCNDt0hggeVvoLTV8b+37hMkr3wa3c+K15xNoQboqeh5xamoF6bjI18ozFey4gV7Hi9B8FkhUZSalZAMiqv6xZBZVX9GCAUZhFdUQNa5rQ1wiBTiMTb73A6YuJKJBWnAZNa6+u8PS5WdDXkaqJFmilxaiyKm9DESTa/H0QPiImInSc3O90IniI2tZtKzoSvG1le08PULwkLias4KBwzdN1UrWUFyhRZi/IhCF4TNEQNtDJSgUAjWiMCUYXxi9EGzHobYsv8AoCFWAkUwY0g0iutUWk1/IDE/yi0pshIFCMkobXaGauQMVPigPQhyoZ/oZUShDWqMJkVSGMPKjNT2Aq7C2NWB7Ug3mi1FVeUP0NdwaIxLNqDdaENKS/UF5OxssjcGZ7JMPUDyuPuVekNcYx8aHjY/yHFyIrCOxulFKVnQWkpvoVoWSp/b3QXP7/7iQ+8qZYqfU3yFRy+gIEVHlluS+LzwCD6YMoRVVKVl1/JgCp2SyDg0Jqs1Lj+jg3AC5J3xWAj2a85Rm70NcdN852xuTmUErhv4oWQje0a4k2lWomVEHGZTRmCOvzFGb9EE0hamSVxBakjZTRknf9LdAHbIy9dwSPESSSsvaGYF74wjm/ANFMZIWb/v8gTBvrV/MQl+n6hgq5HiwtegJwLKzSomQsr8QtKbIyD928EQX2IWSW+44knEeNAeNHkg8hYoiaGvXwjxYZtITKpZEstYi6Cfjah+gB+IFvsLnKSvJd4gGhCym6/uGkUVZunuChRv8Ue6N4Gpx2BwN7HuFt6AxLtdb4sgmBS8DFJE8ib6FYGJltf1DGxu2L26O9cfiABa8BRIq4mgLoTc6kKip+xk8Ikmn7AOfgWjMYq6/mIqF3pX0yiSpd9/OqKjFm77r1AASWQKqmBTt0tfUDFc7r7hRBLlc58uAYropgiMqJJKpdgXmjkSvzFkUEt6SAsWvoSroBS8R/SNleIylQreIZaqWXo4vuDWIqNaPKSzvwik2uNeDFy2m17KoF6yW9BhtxRWiqraDJVRiClkKqsBhrcohMz49YC5OPp9n5geCQJj/l7ozEoybNTVdM+IMVLXjiZyWRBg6Ov1AckOjKkMjL7o8aKU3QGDzfwcAweMqoCEgYowpHkhNZTeuv1geMJWayye4JkY8oeaMGNZZ0ehtiBISqmu6MJliTSV3riC6Kntl8oDv77fqAgprKyy/XeBsXYUSItTJa2QpKebXsuwLCH5IC/oe7LyxEDTUuwIRPN7YgcqqWdV0hhrs+vIFsumQVmU5JIWGNyusOfnETG9AesqPlrruVlmzROEJX+QRr77NGCFy7X6jP5AsxAu+4/ZOLSn8UIVvTHoGV33W+ABvEkqWyGIGspU0ZJD+YwaV2z5AKlqgxWz26oJngMRzSllU948kRKUNfkOOPYyYokUu+5GiInU1rCV/wAX7QZoLmRjZV5owfxQxE0qvr1X/PzCV7euJ5hn3NeaoybleoRiSbmh6BUle4fyCyJd9zfECtg+USMf5iB4eKxOyLP+rHEIm/0GbcVYUlVFUT5Ha8l4UKmywWpAUGJanm4h+J8wt/Yez0BKQ7ZCCqBdeYFm2xQZDfdeoHpCuR9kDKRS3rs1xScqoJOaVZYlmTXyihYnjfQCjQeQIaGu55wOcnsA1YyW9aAEOXxuvOMHLYEuBzlVxLX2QxKSbnfyFB0UsfyDPehxcuhvvp+QAKFlBoogl0/S4QIqlkBcMYjKvAHL8VX12hCCm9C+8r7QpVLKtcj6gFoy8o8rDXmAi6U3vgs5rLpgZyb08AQwlct/FZF8AKJTd6yw5VLN6FTK6QWrlteOGsMOndCxYuX6P5AFb2ye4N1pXJY/a/IAKF9MKWSx8i9aCWvCBTF3oHqlm9wUqFspUoK6D8gCKQhFD0AScgipZdsDFlEwZWPJCEYyku2CTE15xVL3qaBN4msoqJdsSq84jeVSV44ipZZ0Cu1D/Izr0hiEZqtr3RhNS118wxfiA1IyaoybaGYxyJXHEKtqMFiMkwvqL04Zc0ROeaPFU/V1jBTDebM0uxEkRGMdwWRhuREb0oZMzRWS1HolFl6IvKlkAM0cqBCx3qUcYrRF5kssVQgAC/8A6RgZXuCwpkhA5hCBMgN0gTkWEEzn7gjV5xmryoShiyEbwuQhkdv6CosbKyEySlQGjH2x/T9d3RdDfYjpJUiZDtYt1y7e5e89/CPpSmXbV1Q2z2rXP5J6uUPgjwHOJVFrusc52qsMTcvGje9W2Pva4pZK6PwfNZVTcOU3NDbHl+phhI6uLa2aqyctVUiJOkhu1yiqUr7rlk9oalCimqr87VWuTbMU43i5RgrKlNdDSHK3rqLquyLWL1VVU6rpXErYxDDZmLxJ0kdJLQPW4RXS1ANUqLX2Ull6W1hCS4+U1VOlNtD365eaG0OfNZ6OiPHoxSjt1RdMnlJZZa3ODaGeP0n+z5tQ59Da6wWWj2qtPNXSqVcmGv5RfSVEbFdWSWJ8OEDl5l2obj477M2mjbsJtkqrkaQqe02kq6IrNJlYo1pGj9gV+njkCqk1FXTqU1r4nSCLr7DThijprmk2r9rsXEC58dVJIiU3uEGu0ZF/iZYrugeqqqoZfSBrD+hFvSN2JSzBWi7JKuv2RrS6yrqurkdAFUWsq1anlJZYwgolZzUsev6wmrehqniB0tTLVgkRqkkevphVSlI7PYE+645OiPXYpTX6Dprr1gmiVXSqqnEqQFJ4RhYkIylLEBuTu5VoZ0dgq6IhXPknwDqVFXUTbWbXIfTHxv4e7lLvGtMnpmgXS52vESv4vmGu+C3wv+FCi35LnKUSXXJhlGVLh8483khDmTaZ60IYKmz9CkaZSStRsJLpGsofPtzV3j9JqT7USOTtbQ3dpTyVMpElYnuMOOL9qOgyhGZvMD/aitkHCdAJSs0E9zC7VKpa64BuqbhKCXMK+n9PHl3M5+fklDUBNGgEpVkkFylCzVZQ3JEoGlJJKivJ6Xap6Iw9TLaEZ6ObMG15Ua1STZrnRtNN/elNijVaVSV/tWo871GMZYI7eCUpK2cguvUVpR+dqklkcUDUJQSs21SqDpzS4VJJ0d06xznGXdCpNc0lUHLK4vR28eAnY0I15LIC27G6T7La7AotKe6PilJu63gRT10atFpbFa5849cncsrNJTNPY658chTi3H9E535Fdxtzbpr/AOepmvPPxtGAeUi5V/6xstIwSlZrEGkUg/VfutgNcisLe39k03EKo1urSip+IQNXy6SSWxUsghB5iVJgwlJZekEdJ0jli/HHNE5yxFdLv9iemOSeEi7NKi2B3TpUhCEx8ob1T1JNUmC79+qRAiHGH58f1KeHH7Zfr3OUM6OdrXiQ1XBW27+sB6novRPlmsux5/qPUYo0/wANfhpf3WvzsGDo+wiYuJpfkOJLL2oi6cKq51UDHUH2HDxQ44dJ4fLyOb2EKqJJJCEF0uVxwOZTviEVRRondDAp7IWpLheVSaLiGsgKDnehpM30STcJb7xQBBQZIcLQZvQx2RZEm6BRLZU1KyABHE3OiRnPJBaGTySsMTWSS3oFIvuSyAkgoqkrZC5NdVKuBQy6h7FzkKq5HrGSOfG98KU3IlBe17ok0FWOIKpSps3EwiwjiytQoSdWQuRX8aEoehuVffcgWk8UFc9JLfReV7a8dM+QMkxW8RjAvjRZA9r0PWBElt9Eyxy7LHDJGLlDJCKWvmEYHGIHyMjiCj6gNqJkyc3Ohe6bZYYpmsrXHxxlcnoafUF+II9S7GmP2vKhC6Q5Ibu/ab7ljWXrb5jo42TaxEdWA9WgLVUxTeiHFJQhuQHoQ3ID0IbkBMkFRjYmIlERMRjG+DuQV3LUdoWJKiohxMpLUOoiz7hGcGYxyBiKnJDEC2tqDQqjWyZiCJo71rziZYDBFPFA2YOYLWuaG6UHDI4nrGislbUbzRJksTsBGvIro2yjtsO0FPFDXqPVSm+bGOHaJ9eMOWa72Ug7GaSkq1BKZ+50NwA34C9NSb6GlzDmOj/kXnW8VljxrUVkm+nj4vuGb8oINVbKouLKy9PyCgys0TVV114QGc1qKQJvuVuYK718IUOIa1g2WJNSOrl9OteAbjQHRBCS7iuKcpWUK1Uxccm+zcTIE4KCiMyCbay7YwclqCkbXsDMpNX8Pk+oWIM+xBMg8ZD2/cLCSuwMnJNtZtT1jViFSQIoj7AiU0oEqF/05+oUrQyNfIFbGX2iuBptcZTmzeh0xIqPivnHyjMTDJi247PV5WuAYMra8QeOlNEDn3riBksg7LEjK4nl6rwtrSs0kQDmEzLDNGSPRMrncSv9BVE0quMxN3D5YipHIsv3GMl4bMljvoiVQQLyvoCcD71ibgQa8Q0sJtl6eN8gSinKzQFb5qbpgttHlQrHL5QqiT+XMLIKiMFAuLN0lcIzRAx/YEjHSFcY5HHDpCNUypQ034ynqio/ti4xN9le18hSoYC9jmW0Zqp+gLoFS5UUltdfeLyEm64Al7Cl0laqXfr+4Ll0P01AzjtiqKCUr4Q9gcVia25Z77kBQ7QmzBtLhuraJfuFDtCUr8fyve+IfLLsT2a9GHoCEsGPIAdEiU2yB7jWTSJ7eWCSoCv/ABAgsbK1V724FNZCtrziMT9/j9QsOlruDxITbVLsCdYsoirO67ghVsgUQqvoD1WUra8XL6xQNZMEMbfRSaHKgmJJszoCkhbUToz2DlNyuRkiMZWu2L7/AIoVQL40UJT7kqvJKiZTiMUxgqgwWWoxFiZsi1J0gOn6AySyV442IQk5hXf5URNHfR4pvTGxkY+wb3K9oeIsMwJN32ptDxdNLuV8A9dPGJ8q3srKVLE6fs/UW3vb6PDhGTGy9CpeqCBj5e91BvkL8TJ4pJVNP3jEITbXuVB5OPY9H5jJy2VlkV/LzhewUnLsZJFLtjy22IRIkl3+ObBgGSm1/MFryMvpk7XhHoQyJqXpcAjAvJVx6OtcMD8jJ+S6uq8MeNyBIigiSM2v5QOoHJ4Jw1xsBh40e3l1+H9hXCIuicCg10ninSlH4h9dsYv716OvlEIQ5USibsAP6Cu1mSw5VXv7YgSNrZVxlLO2v8h6OazXc5+sYC6iJocr8QrObvi03zHja1AKyN8dAisEtTXv26hSqdXH1gDo64ooUMkNeI7TSATIKzc1X7sBQojr8gwMRJUCnKqr0KmmNds3wjoCUj4oDQLan/1DE8LLidHdA5ieKBG/YCeKXfygO4h4r5g45PgFBofLGCjxlfcWqp2R5oHPa98MlY68YUHJZEshjIWykux6/UBIpSunj5QZrp9/sgRwlK/iEOi1egJY0oUrafHBKpd9FKpEhvJnmuoCWLrxQuVT/wBD+UNlUvT1vgJ0la+bF3QGuoeDyWxUoSUAooqzQ3ULyWQAjwmq93yBFGmx9CxQlqB1i/zDE6fihQujN3oMyl4ixWErOcb0hA0NeKDVCTenUAysQrDeQHE3CBjw9Pp4f2BaxN91MKIk8UJr/kUiCwjyolH+IyXOyhmMQPj2G79jEmUIG/EMpGtbUZMSytUgTURqQE1ND8I9ZDJzjGQOcgmQolG1EkoAMORUbxqo8bXFGYwss1XEq+QNqgN4kE+4CykA8CK6lGZsoKursN+y0xPnWrFwAQ5ReZ1vQpifkvQBwFzohEo9CO+jJ4Cu/kRGoN0WiJxGJxmPigKC3ki0xhZAysqy7YhCE0WJxGsMUdi8BDpVVV0w45JuVgvQ28A+5fBU/wBgXLrpbKrkISBy9GBoYYeSN68PgPwKv3SV1CDVJLPpRS9W0Ps64PZ6VRrKOTFjN4DXuAcPqUn3K8eno6tR7VLZSE2pj3j1tvb3Bulyrxqk62KkkTL8gT3J0Yk/YSsQ6+CqTT8wPeXLP7l3U1XEnkxDjyOeeTo7uKGO2bH4QH//AIbYqWWckMn5DVLiqMlK7KdJVD9P6iT5wqqkRJXHOTHJ9ARRFMq7KJNSxBx3gzt3JDmkTpSpqWJUxw7ohVrTLAiuJX0/mFqhGqqQ9RThq1stOvXqAtZE4PHuNKRaJJWSQWUPc7sp/NDV+RV01+65YxRSirC1VCT5fajXkpDiylbY3YUSkrXSVqeoKaRoNLfamWK3d0EqvKVqVD6wCCmbr3Uo6soR4uSfIWnxxhs2FMiTVrnQhugpjYCs2VXIOfoeFJ+lTJGqtSocbf8Aa32y6JZEOQHk5PbEhxZDt+dg/otB0kl3fJfvj1zqDV1UtalfEPuVR5pFJVrK0yZP7DLei1dlEVSrkAfqFOFBhxOE7NpZMKLSdHot/RZHrVfErHLfq3xx+6m4hrQN0a6tF0WQ5EFYHSxcmEcMYQ4B9GUSySdMEM3XJerGq4RrXhHoz/4uJicXmCz5MOMKWXIcruapVWnq7V+1ISponLhGzoN3Vy9RVJKuh9RpVIUNSjCo/a4h62jwDfrm7pUqUYEav6lerVq/Pzjz4ckJndLiaVo2miKfSVzSVQbpRtMpKpEtRprGgWqTXZSSosawVSzQf3HAn7amdSb0klKzo9FzuDTmj9JJK1zgJbUpNsg/J6k516bYa4XtTqgNgS1O6V7opcKqzSSu+JIObUjUcLeUrZ1KGKJxc/ejjWLqaY2KlZZY2ulV2rBqdVXLqDRm7FWlHWylcxxOMDLjHhJdxDQVzrqlH/2o/wAgh6xC68I3WZKSlaBAdBBJJKyxBrt0zpVq1+6pY4RQxHyy7gF0dKq/2DDLOeqJXP0S1otrNdZ/SOcD0GirK2U/SqHE6TpBVWySyB1x41KiM50V0tSCU0/EGm07TaTVJRXiDZVUElUpqo4d4aPCBQ1xtFunTpUhKl+pjbo9Lg4s9ROHl5DhH9TnhcfsKLdUWlSh0CL3yGIU17Be5h8Hv6RVdOjulVa5z38etlc43LwueEN1dvTy7qbYVo1Ooc4NEfW+i9P7MNniep5M56LzKzRSZW1FRiiI76VHK+plxlhEqnKimMb4yUZBXcvSODEj71oAGEdwEJ53fAwPIYT8QymabZAUqiuvCCkChByaaKsoTPmhIppqoicwVMVuiqK9rKGYLAcegoC45AU8QyLi1/UJxXtQAmcWkWCOBaM/sMKoLyq/x+gXGWlC0qk3OieIIPYyTW/iL0jpWec94URW4cgFIrykuhrfGcdBbHaS3oAmK1kEpV/G5eTV+gIRc2sro45uMEobIYTu+TXcE04ytdwBJuJu9dEWwjnFUgMhP0HwNr+QsTN2/RAE/exeVX+IIU6Iui2R7X5jX37ft7g2U50pWaIAXLbse8MmGUVJmlUg2lBYcbS/b5dl9AieI9wWhPwRfSAl2xMu2MRLwjwrcQGImGRGO2JDXE2J4kRYUUw2xdV5wcjVZejt67YtKbc184pgSymiaUcjXaBTBWJbAuXr+4yQZjDdE4FCOQp5tnYjc6LWyBpycVeSGwUU6yAc9gcPyN5o5bX5fmHqEUhqNHOcj0q42Fqpa9wc/N2KQeTHiBlRdA0rfdfIA2599FxTjkstkExNN33gqiRUsv2hUkrK+DziSqnJa84m8ylqUa8lJ9dwDGhfVE1TgaJ996w8BGeVN7Gu4AFodwnxAxSKXJcABXLl+UdcHiTasHOfffrtimelN7YrcxyJXfAhFZqooDqxHCRpVT4OsRnpd8CwdZApKuAhFDyNymSEqtknr7gubrgkq3K5AzNgeMskkIKfrqiJz+K9EeT8blgFIv8AEyQ6WJliRvY1wiEISu/rgEiSteEJkB9LoklHlcjpmyhBUs3oCUeVV7NTqEas3fQyYjSq33IRJrVGIxm64RNwbI7Oh8wMSKvJdgKUiSPG1lJDMDKxEIGldsZjEa7HZ4hu3X4wmQ3ihhOORl1xdFMY1asmlH+Pr/IFJGmpAEhPY1iPGhKiFasyYaVYTme37PWAIqb6rxgQmslncQH4h+RdCNrpiKkJv+3MIwPa2WmMX/Gg/sVHjFA8Y/8AZ7/ILTFmzBBYoweqJOMRGvAer+mMnMrvtQTodszW5L6i4peV1vihP5C1M9rmsgDE10CLF5Ln4Qneo77iB6qVLH6fshO8KKKo9gGtLFVSVU4nnApIb78AZPoZYXRLkSsSoYUbJUE37LX3C1HNZrEwZYFRXFpVpXQ7YVllj4L17VUiSVQUpl5LE/IQrTRaTO2VcagJ1ouiWb+j5iJ1Es0MRP6A9f8AgCWF/RQeGvOBzGV/GCVBQsWUlrtAAWiEI3t6EYm4RMeLFJJUHsb5bKzFyPi+QidLfRfAyXJCmPoBo9gumZsuEYhC+JRJvonGKSqU0H4iNnoHmpfqiPQLZfuM3lZQydSUkTTBs0JRrZ9fmP2B6Gam8cVHV8UfE6vfAZIfxVn2h6qWJ8u2sqJxhyqoxe7/AOLmgJHgkK4WudSDf8hK2ZVP3Oh9eYZLHXcHinla3xZC1S6H1Cv7DuytT/FX9wzA0rsCRU5udV921eGSn14sATb/ACPEtR68rmhhWakPJx1MAjQ6+/gjfm2WhruiczrHjmlWXX1DJPFe18gTT127Hiw8UPQS9vSHr6o8nED5BUNaJFS7/wCQxFTLsuxUKMRNK30ZIZXW8EofRH6QGCn13CjJiJf9YzE/6w9UhUsWZiWV6ejwCk8MvLF0C+N1vCCsJu+4gSLx0zT6lSKjHS7grMX2Mn5C2MLLWI8rNSslano3/wBgzNDo+QNVm9Cpi+XXdFR0vbvi5RP5ea+MKGtehrwBayKaVghyygJVlb7l+cGKGV1LDG5gOclqABPWwU/+IUqE30FKQtZopUJruDDqYGsmlK7AHVJkAo0JXb/MQWjNGKwxoVmRlWvdA6yavphmtBIDRgkExB2FMn2xBaALOXev2FMY61Riv40BqJgVZKbrh84PPDkhQeG9fAMNf4io6WWA1EFUu36g3UJl2QEPDuAWKKlEu/8Ah6hUmgDVYJZpKZX18goVIFe0Wihes3w98BuYJSvPohvGbN6AEWQVm9AKV/YjXLvuQSpxQOYM3SWXxOiYCKpqjNZBg8QWKE3fRVe+EEQKqKTFE6KqiFbmGIH13RiG0MR+AZDEoxSHqvUIGUGa0RrEPEKJVuoQ6+8MFiFHJ1pVf/YYjt+YVGJK6YybX5goHyL1DJCo8R6tASgmMukJXCA9GAlE0r+I8fbGzBRXejwHFZockJnVlCET/p3AX2MkYhC+JwKqKoQtc6LIG3rUoH6HRaRRIXox5UDkN6fyBjUs0J3DE6H4H2L9/dvRaTCvXmwyC5PPEfoRQbL7BouVSmJixNXPg24j4+/prLRdF0p9sv1cdrk1tLyfUdp8IPhEp66h0Rrc4wXqZNbBU5vIPL9VKUnR18EcVkzp1ynhE2BdbsWi1Trn01dC9wDrV1l1j901QyD7XWPnrwZIKsGGyn7Amza0K5tcA7TcvRH28rsp0riE8w82XFj1M7HyZaSHlHQYOmqDrfz6HFGwMaHS6AWRofYqpJSVhxgwaO5WvrEJziUhH9hareVa8QJH6CqT9B0liY8PNfG3OmqSrWal2whpCKSrDp4QmQxs9HmlNUFVdMojSMLWVoHCuhV9lUX2BB5SiqVSaI8jV7LRT8Cq6NukwarupRz4kT4gDaM0qUoYj9WuTFj6hbdXdIkkwlKpZeJ5xrCd12xWBGCSVh8ojogujRCa3UjUqfYKpUpspq1yMnFGy3LPlUkiOnSWRocwrg+mtXVlX2zVqo1qiLuHSSp6GVovTy6vmHLzqzq4F4gdZo2k2rpWakkcgcxdusRVLIwDS6AXtSZZK+X0RtSiiqTA8rHHFOWPY6Yf8jolyV0Er7q6S7w2uLBq/rzUq6ZxzK5alEnSUpVXHyB0Gg3arWyVyAvHy5KmLycX5Lua1TtxbV+rsVJKzrAhh4K2jV0g65MbmdlNtUgYzScqZ0TcIynUQT5cVpmuqUK1SUlJZApdMEmo3E7KUEtMt5qQo+N8UW5CcfLm/wBGunRsgAkoqkrZAy+rmhExJQ4eSm8zugq0w6i4qyjqq5Yiquk1VmqgFB0q17AS3S02q/8AuFF584eUk4WhMHZY7pD7ZpkjVJWw0xsqrRJJIkrIIENytAK0WlNdY5z4xz9eENaXfJJJZ0VcuhMVrKaSBnDxJJWVNCoiLp+6mq5BMgCJOlaZfkSa4+1XqaPPEOKUVVYJEa6Yn1DzX4oX0mpKskgvjBJLOi05JSR3So1Sm6dSSSOqqqOriWRz8jxiKrvLq0qLYHVmkIQhY6W7eH5o/wBSvhiVuopR1QzV1XakPjfOA7T/AFReHpVg1dUDQypyLnLEhzYMW/CMMA+E6TdKunR3SuOc9+t1j6v+L9Iv/wCjPD9TyfXcBXPais2aHjxlDA+gWzziEYzRk22Jpw9MZBFoqjHdiM1ZQypBLEEa1qCjMsKLYRshUTxqozMSDALb8BNFbxRwN8YzWVC0YbFWSHjLJAMiolN5IajSdUQVVshXD4xYclqK4Rva4AfijLqJQPwqjMFRQYw9E/KgUM2EwU5VUSguAq/P6xKZkCbQRiVRJIWFUC+ZETgorreAoNjUjnXACDra1gpgqlrfE4L9sag2h2mul0AQVdXECdI/JAhNfItRJwDehpXiLCKeN7Pk3Augbxo9Py8sBQFbXcdpmm+iPRMAG7nXcBhTJeyDRoSqxe8b+N7QQvWtqNlWIFTxDxQZM1ZGuOErUUQheDJdsr+kAmQtRZNAKYk4BmBBfEvCKzEGszjoiSAsLARqc3qFpCdwHECMwKLSxtbIYKXU4tIVKbxCDXizUWpGshmrvoiQwmY8q1GNRIsd9DBktakC8gJQPyozEZtLB5vWmNjo/Q/2GoNVJSpJQ2WjVchIR5EHjNrSh4o4JT2wtbKzUu9p+8MinHM0XVMJIIR0M2MV+YRiW1E8hr/xKlQMc4IXglN85fUBzRSSDLpF2URNNS7GSFzmMqy1MGBwKvK32oK8byM15FShhRe32VUBChJuaFKsJVkLi5FVaA9MSmiSh960+yK4m3oYxeVbkhfBVJUCEOCE4jCtZdg6BUpvQ12hA0O+IJGtegCKmv1vBBacexGPsesRtUvw/mL4k3rQGIQ1wR8oHyDsrLC1lAmol3xSZO1zuR0RcnGba/hBDX2VKWuaxBQpBVJUHyhQ4LK9H5gZ3pDKu4AdO119YxxEkvyFxz2s0VmPaggkSLa50Xw0xQkC79+p5Bhr1RKKVkRIRvJY80ExIlvtf0hSsn6YSrD8Qc2vAMljySQysX2NcIqhC8G+IEi6p3BM8JXTFSagsPAEy3swRSyFZziwpeS74rOT08jzcAN7ARIpyonH9AjCG6MEjyuWA6loctMVL3Cwkci1A5o+nk82t4SSNNAZiSsJvQC50Xm0AwOfLtdAL1ob70cgGIgieI77KPX+QXFLaypR6gaPIqzQrcHVmg/+xksjCZbKy+EYidVVXNfLAInhNsvQqC6oriYfZheC2PSiRUUsiC1M3JCqDb08oWFJ8hqS8gZYYu+jxj71liRiWVr+d4QIS10Oj0Qm+wyIRhlzdMQgmr/kILFf8vsiOZBGiDwjvUrEPrtjx4ewLi+K/MYTT5Xt+UYE0DwgrNstYCu014ASpDekviFZy2QeDJEEjpZ3HE0ypdwQObehmtKSOHGrRbOiIKJ+N9wqK4GJ4WicnE+wb6UqalXJo+YWnilrpCEY8r/ISiVXksQeufMNUWRm9AQq71f+gyaKvc19QyWPcCWM6PIk8Vw6+USIZXE4mV5RiP8A19AeKey+Ia8Qvp2iRYen6hXUVm+cEpZoVmmpDKZmt3IwWFlK6xgs0SUm52VoCBY8rrzgq4rIVvfSSj4pUeV1/MZjoCN/LtQL8hdJGS6E1LI6h4pu50MGKMRNlj19Kboe8FMOWOjO5ZfmPGN4oeiXfdDiVhk5tebgGXyF/sicspLvV/MJVJqXbETE/kM3lfwfUH5dgJpsiMENKSPrtiUTWv4N0eq8riY2KA1iZfRiEMiy0RCMNerc8otThlqzewIniAV7fIpNBUQTLl8fjid/ev284iZPua+8b9GTsEWT15+EUrl33j9LAC1Sq77/ACAaifjdGuTcDYGvIHiW14gpPAFmT5XI4gqOT9HAUI40GMfIGv8Ajyi7YGNrwgw8AMqnru84A4GeGX/qBly+NBx01QKoX2+P8gGsYjp49xcrGUrxBUY6udBypcgDrE5LECdQ3y2gI2dFCqOcVBR/G1D+8Dqklb0CMmBHTAyheSx+8GEYKq63wEskqlnQg9AbtJIDKfMFLpZAqURteOB1LRW8QUpVfb8oiq130MEogdaytcvGBNexK5Q9vLARk5v4ODnDikUZtQK1uSS/jDgCNfRSPcDXbpb0BVoSgc6sgArCbnfQIAlofYOqUVVOcGmQSzugKFi+gEbY2VFBjDBT+KrjJoX1REsAxrJb1KEVI2XEGDQ8aLIFmgUOVpFHoGFkS8IrMXWqN/QrR4pZotgVVIYSJr+QzE4H9hswRT0xE/KjMIyhUopkDWErV1OIqTvcJKig5JuvmAbCiUDb1pj17xtcZgXlf4i9FsMmO+5e3bKulZSQ+hfAP/TNT13lSmX6Uii6+Xumjtw3NocXuZZbKfoduGvuH6WeB6L+5e4hlRcrHlQOepo4PoPM9fzThDoZ0en4VdnC7pPA81uNp5qwYYk89WuU3vHXbkLmvsui5SqUyuSrX3TXo7oYvrlnV1t0ez5uI19422irn3++pVyIExBww5cl1Ms4P4mlL0LSjWlCKsMwfO19sdNZrumFFkVa5BD4+MEr4rqUfYqWOQOaJZulaBXSlTNLyheSSlEPHkmND3cKpUWdLLPlF/MHXDXStaZSPsprj1qo5q8OkrXSVSqVMrcwdQ3i4l5RbBqRJrlnyxz8lJdjqipHUUk0lUpWu0NXepSnR0t4D1rFVWpKCmn2KqSpFZtSufG845NXR01qyVBJ7FVPxALS7bZTqbxBNq6VYKylVezXBTgs21SE5peTQk/Bzy6dR+rZNWtcnG4sRp6lLJY7VVrj1I+fhG+XWr0pKP8AZaWPkDlMGb9V1NdZfZHRxPpsnyQ8s2+4u6BrjsFVcfinvbXlGyOUaG/ukmpJhMo1WA5CvQj9q/I/aq4+Abgybv0kpTpXP5HRiOP1XG32O307UTc4XTUClISSVx9PaG60c7aumtlpj57oS466P7UXVVrna1om9eAdwuQbWSCSvMOfkiowtdysOpjCVsB0RXIr8ThHSbk1JqRFXQ1Z1Q1qRVLHImcPGVIpNf8AQcBRo35k5SSslQYWkEt6Gr0c/SfpSpoa0KnNrpcQ47+KT1RwcnEu7NhNapBTSLbekgygZQQLa5wdHLXLHE5uN4Ss0k1GqpK68IFeEG6PWkwKlmnih5s/TtHox589mtt0kla83ETq8UC0JRTDZ53UquHj0qUqVKASRkmrWyDRjCOmPKWSC6QcpSs7UINEfuVaZf7Aa8fHFNNvH791sBgrXr8QbZc/QKVzjDZSuOufLP5BOXIpPEeCjCIO3YNbnGtkkQh9ML3FIbKVtQTS6+z7UIXa6TVI7qbUITjCvEm31dhJVGP7M0kuqrXSm4g4B4W7p5To9F0D96dY+a2i7m4HnhC8Ij9+1XYUD2a5TYQH4NPBslcvRZ7rbo3Vdd7j2ujfw7o6vj2OZwvbPzs/qEYUzRdMn+2a891fxNy9wescNUj40fVH9bd2Vy9KXW7AoGouugSM1UhoRw4IXowhwcI+Vjnmj7X0CfsLR4PP08jKDR+YiXbEzG5IQtB3rpOXyeLtjFTmGSQHoGDsQ8WIgaIsLajB9oMkGiMY3hKrEQNtj0DAIBaMl/yiMNoRvfrAowVA3sCZSa7oGTMCUlwwPkEQlK5oDxLlq+z8wQUooNHehgIoiYRgcSiXsdIVGMA2Ol9kjQEYKCIwbaCaNZOO0LUogcu0LYQSBbNZff8AGi0ikoDewJ34BHoYPLGaJlU5XHAMFJQug5C0MNIn8bXEirSgGRTIEoxy/hASGrQwTUsuICknEqyy/cFqMUlfTBJDq8qFE8jSMd6ATgoububLO1xk5bIYd9QoeJJb0Fp09eoOFE5Sp1dDogExRRMleQpvWt4YOXevRFy+dzQq+sQ712HMENvv4Rm9+gST3PwCJBkHpLIkGYqiB1BOB0vZGS2TbRIhhOCiQrSjZCwuaB79wNFpOVBKS9qKU0xbCF8NQr6Rw1VmqkV0xsdFr5HEGqNVpVQbBRTj/wDyq4hOxoG6MVvFYgalMr7OuEIaOPkewHJDckOVlAkpvYvCMYTRCClrNE4n7AmURWrH9AqUL/oL4GHjGGqVhYKYsqp2MgAKkS7/AGQxNAUrpzVZXfKKw6SUhKsnKVAiyc1WbNDtaHf94WqIi39mXcXrQtRjXJyr4MOiqKDEDXkbIgkUXIxSEPFafGEr9lfC/kYPKTNyqmOLImVV7HrAqCmRK9MXpKjNSMqkX1stJXHEK0rXCPROInLvqQ0P2ZuJeUiSvHEyJ9+X7gPvURcQ8pLXGGxEvImqey12ucCqG3rW8L1DKyugBo+3xQUtGSBTlEEzzRaqXX5CRC2s30BrGpGEc7ri84KIRJXNaHGA5CfrBMLLsfIAJekb5+bmFcS+3iF6hJNXt1xiJvYGM2DrQy+nr6xSZSUlZa8AsVJaiJY5zWF4b5CxbMJRSmgglklaiiVvoIgWalxBpGohW1qik5e5jdYIOVWzlcTyXwMvCbXVlcHqGAukyeFrvggfbHr/ALYyUyQT8iqeWyETq77rESTj7Y9GbuiJ3KSuvzDfIzeyyCoDdLTen+HyiaqquIA1DWpA9CWAvoyuwfiBOtN5LE7QavVAqOUBbQU8ZURvX0j+UXITVUtfWIQhvXRiJpxyArQ72EkU8UT5GGL3K4mvuESn12hIx0le4NggPq2eOcSiWy1iPQLZTcsTiflUsc4RjlVVLg/YVqEyNcAuT3wVGj40Bdx8SEDSu+InJNHo+NGa6XCGEcfspSL88oSibku8JKG5JURMdLkge4MARYivoCMdoXujb0kIRshW+kRkCx9D1+QRveKEqgmnyQwrWXxPsQxf0jF7tzPUMQjvs3scAtMUepZ8y92QgortDBlteoeIna2uOJl7gLVOzQJEUtZWvUMEhl5GOIGjNtZXsiUS777O0BSFbLYR+IYMYeJHXyCMDb6AvkUbPX96Vx+KceLN9iPdGYaGh6xghrK15+bWAaXxFdIjA9kRLX9hM8NecYLCVrfHow+D5hIAbtEjEsh4krXB6x6EZtdIeJBLlRomappETJze5xBJKCXfGLXH4mhtbQyQgZ9SDeJKML4jf5XLyBn0/l9B6/364yQrZ7/Lr5bwyVOalre94ieORxMnKGYlS7+hjbgEliViQMWy0MTyj0DfpHr29ccSNHXm5ue+AD5FQwYosjDImiqqrj8TBUBQu6pFUYKyuhpfkB1099BR4ehxMIgYg1jW+zBIIWWgBlEe5pbgNOnvgqMnN30asgr/APAFVNLfUuwfjAeBJoPWTSSr5Z6gHMiEaDn10wBUvJWgGU3dfMGSiWvMKCpfqB8D34Fqn+IULE1q6+4MTkSV7HzA5oJJf5OntAXk6Q6YrUT5LE08nDeAsc12w1WJ/OsBzopZ3QC4/YU8RSqXehQskGKySu9ChRMCRSOXkULJgc6UrXdDZRJXHFCyfitECxxdAoqOZIXnm778oipRrrVAZSNSFyylqFbkv+wbuUbWVxOjlAYzXsYnzCsKd6Eyqfjf3Ax9CyDNZvlgUyXKgWM9aB702yA6iKua44PKnKrgaMbW1+ITT6yqBTJpJCo6fitecFmRmiEEASkSmEdwTIgLNib7N/SJES/7K/RCSAn4KDpqisyevyB5iWuEUqpSuJjgoz1pgshLO6+QYjyQtMmrr7hUc3JADQqRXE1kKylSFxi8kKYQ/wBRgfErMPQhkCRkRaiQYKJoo9/3jsfgd8CD+7xW1sGtWuc9Uc5uYoZWlKUI1lZZoE84+2fBPcmlcu1Qaqv6iB0iVyVr+GML8Rwes5JxhUDq4Yq+s165n+ltglShNi0yQ5CHx6t7zYb/ALh9NUHc4/sGGQgQkCVqsL5oQwBdc2nQ1AuvuFvXPXrm2/WOh0XSiSqpLLEwaPCPG5J8klUzu40o9jbrm/By1asCSksstY+1jeoPHNxCWwM1UqecwtoWnrKVNxCDZGlIJOs7kDh5+Vx0kdXHx3tnOv8AhqWwF7KofjhTRrTYqS6So6pTUWsqyHOaWT+9WVcT9947KezGznVOUM1t7WocKaGc/Zas3QyPzgL7u37pJ+Rg1SPj67YY0Vck6pShpTrLqi75OhMSK2dSuQpBJ+1mpK5BYe4EXQRSVYH45MbzDSfBqm/otVei7TE4/AN4pJtsprZc+kITaWylXqJpztyk6kTcQlcP26c1KyyBqSqSuwD2VQ6CvzG23MbKVa2qVcgr0SjsRwcewupCiZqtl2Bol0VzjpgrZJZY7ClR7pV1agOmrl9lVFRB8sYOl2H9uU9M5Xc3c2rnX6WmNjeXPtc6roY5PINncUNKa9MafTrp+kkdK0qYfcA2uUpBYA9H3R0MkqdrsomVxskbtRjhrKJKVxNCoaA+VVbmbo3VPLylTkrqx0ucdfuMc0zRbUjWlFZh0L1TpQEOTihF6Z0Rmp7R2+i3CqtlNrg5S5906VTVaq90apQFNJK2rVXuc42FjdMqwV+9aY4nBRK7ls2ajaBVapTcevp9f0DuhH6TCukrlnMK6Bp5q/zSoZnbpTZuJ0R2cUdWjz53LTGySk1OYKVCKiuj11FVZQYLJQTHV7fuq/o5X0ToBgRUVKIAqckkA39IbFanV0wFCCiPGUr7Gu06ZJqNKpKkVc01yzjYnxFX6s1UCN2bVJWbKyB5fP0s9KHxKrnqHSotKarnz4xj7oop6mJW+4naEadpxJqkpKHN3dIv6UdHSVVsAvGsu3cpWOxtSN3LVqlKSHN7qbuaUp6uwa2CBMs3GgIXTOUklbJXEJlmCO5JjSl2V0aDBqlUotA1dwrxuaHqHZFOtkFvYZ4Pbgn9M0zs9VI+wSY3aiHP9Q692TC407C5ei1FzpkiUhC7ZYRhehG9fgOzvaaucuNoZBg1qEqF4vMPhv8AqX/qY8JaVPHoa4hgchCX8cyMDwN1QiOj0nH7s/2c/qJ9OR8kXbeAzwoSnV0dPUWvuqqmPe647vMOLLpKtVdiq5ZL467d14avC+/nsLo6eekIuTGSqlIS9HbhevbUeaI5AutNVmq5Z8ofbelzjBRbPnpylJ2yBoCsZhG8MxhfHWRkevQEYG4BI20IGBQGSIYeNtjxYCZEw2QqZUaIiLoxGIlAuISuEbwkaAwbaGTRB6RzBNsXFPKriqJeEZJHfQGxIhKa/jRmJ0gLCN4WDJ5BZmtf/EIRiMnN2BAxQoDA9X5hiMUhGMRjExMv+IQgfhGa3MNiFdy6MbwwaYl2xATgaaMbySgfhGUlhEorNEIPsNmyu+CSK8r8N/3BcWImU42LDlkNETckCYOLUKyLa1hcktNtfbE2YaIrcl6JgZFaaFMVPhEyKpamAaGfSXrRtfOBVoWQJgvNSlYlfCKVTa1g0BEhYvzJCg9qDlEQKomHyD+JUWHjR6BpQzEwxHxQZaErIlAokQojBWVmsc4xCFrZK69YKZtF8IbolBJLXaHimE69kF3I1k0M8LTxtRQmZIWxhfFLcVsDDkVZX48UNmMd60AiKtrzBpRbiaqJTerFRvNFKZGmHqUBrNGLb0lp/IbKSPp+Qcs0X/EKgaVvuOLEzd8UwIqMGMJtDKf6LYxHjnFENcYZjAKFy0YUiJFJvQjW5IeIpN13RWK2Kis6CXQA6ifcBsYen6hGMBX5E7E6yOXNASyXJBuvaq8SpjAJzH9IZAYt14YXhGCnx8wmoVKUAzRSzQA93oLQPN9MME7UK0DSgcgYGzUGGjySXuEInsjzdPzfuPG2xE0eV/IMI1sgXX6i+GvSA5DfMeMuAxUwmEfQwj0SJZ2UQVENvXti8sdSAWUj+iBkfFCECSgSUnbyhmpaygv5BYNLFkIqpJaAkpCbvQjV6wMxl1EIH8UMmj/EYiX2B6Z1B11E3GzNTLlcTJGDJ9gnaF8IJQGCmS9Do+4CQEiBbLWGN6h4sJSX+/DzC1MmXp8Xoio5NcPqGKX0kTHVSA1b2wVelAdQvoAX4D0kDFFepRkymvOKa3jQcTZouUN+sCx5IZV5XXrAyh8u1BgKya8bImRu6xAUY31RA6sqy1vgYzvlam73ecNiJqJh4belfYC85966+6CFlJud0ACc/sDDYPyZUjNEymFExX/cSJAD5BegmKu+ixNTXcAgtirkTagUcNTN2D94RrzePiaVYBxPkSuKLIKASVBRcc3K9wVH16h4qk0YIbksvpBFrZRLIkaM1IVliMmKIVv/AK+JzjPfYE+glGMqoIzfQ7I9Um9sVRLvStcMhG8tFcY3lRk0O+PccSv2XTDCpdROv7ArIXfe8Mkh8hZCHsG8l6IePxFj3Pr+BeD8+oeSiqJnxlcPEiMN+DoD0mfMI9GKqSWd6YyWFqIX7XuRFujW3Q6loEex6JlUs6ImN4oeJGJjRLHahfvCN6GP5QE7D4Las0QNG17HmEqsNipirfQO0hC0kOV1viy9ZdP1XhiGaFZYxKarDaBbGppWTKS1zQwaNra+ztCZoVtsVBbsr+Jacs3/AFGClh7zjzeFZXCJlwX724NfgjGOrKjF8aMHTVVzSokWMTbYzmUrPAKN0jR5I/R6EJXwfmPHT5LIr1xlWMa5DbooMuoXaiFWyhfGEr0+sQNDxogfexKMa22DImzFr3NCrojMYb17fFGEI1YYOL8xZunCLtY6+JBUnf15hg5eSS0RGtEqR7wsjG+kA3QsHk2VRj4r0hUaySzWWcEFzQohnYf5IRBSBGNy2RgT5is6e+yvqLTZpTtiJSwm90KFvEGO2S/SB1kgygWGP5AKpCE0vNtDDpZLIAgnvWvnA5y70GJ/qImRTtMHB7oDayKeBPFNXX3ikyPKhnBFOG4BlxlY3iwBRHxXogQ6Mrp6YPcfiFZ4fHAH8WLlsWKJ2R0gFKldy/pBwqWGJruharkHLuVoCfHs6vCYIZOUBzk/2BqkIYnbFK8MSruVwGt0PnjsXGRAyrUMTZ0Cmjv2lwjfskpC6KKu+gVVDsY4cKRiAHAWJbsJztP5gVRKaG7uEJXmAqpYWfk9wWasZSFahO55wKdt4rXhDNSEJveETIp8AjVFkAwT3rfBWskl3wWrmh5Pd5toYNgsmHCLoIyrUWJxxIl3IX7w8eNZIl/iDSGgVQgkrvXfA5ya/TrBCOd7wFWhl9oKbeQPEghEmuvCCDwhKFN6E0vNtBvxGh2aBjkEIlBKxYSTiCaRLTBpjBKkyBmzopV1USS40KnXEVQhAyWEd08AFx9BUvdGzi+aTIQWhGrfwR2hHleKspCKsz4KPApdG6VQplVI6CFavWOXDg4ID6euauQpSb96SOclWGje2sF8dVuToGiYqHTKyIQiZcUhYXi+YbunRTGLVWqjUvEheq4NweNzeolJ0ehHhVWILmrg2rVqR06qH0/yD/YUqokk1IQnZ3BVc2qdZUqJ43yw2odW0NkdRx626POybdHb7UYC5M8qySxA7ZUzsWolpn6QRLGiNbcPnRXBDQUjfrQ94Xl/Y3DJy7G/OboFVfhAb5SUlNCxmuotC0jfDZwiQyWGA4XqVna4pKjT7pWKSqqDrYtc572iNvoiGxWqE1LRyRUZsjiYkBhSP38iOjU2hTl5XhSI8fEmxyxRazTqtUqhz+cPmFGygioqEIDYWqyhdqI4+SWjqXHgjS6Waf8AlHTVLTDS5t1sBqRqqlMqCSiCZqcO4jDH4QDSbhVvT0lKN4t+/eG5eVx40Di4k50zdkItXVSyqCDlNLNZY1ajaSd7KzumHxF1DOsMRzXast8dCN4vsVU6TrTyQod0fsreiHr9EP7roQM1nRyuEB3NR2RLnYw6YN8hGawVmrGuZYJWsogCMzS5LIxR1aLJqsraIFjtbgDpig6NwWG3t4RHlyUu4/HKL8Gj0DRrpJXZSWInxRtKrNV/UlZfy+oso1BMqsmEMW/evDY2DVBFXEJCA5XyPI6nHpMUKRKhqiquJX942Vq72U6JKVxDhMuimuqedCt1i6hMU1WG0O3imcE+NPYzpKmVaGVm6GkHtG0z9qJTRzW6t64lHxg6uQXU2Gga/hrB1zy454oHJwRfHn5NucLZYQv3KqvYDFxGsqS+K1kE+AdE3pHLF0JFYgGlnqTVKUGLqENn9waPdK9cbKPjDh5ZZTo7YdrFF0VKpKpdMag/urSoZqdLYtc5yRxsGLfDFeM6usfCbhHHvCXSz5rRq5UFqu3h3Rfj41GFmzc3QMpSD+7emfsZhXxzVFTk0R225tlRdxFDEYNcshapz7puGMd0a/8A0/XPUV/ww1K7GhspXKV3Y4Abd6soiwVWTjeNC/eiC1UbEm7tfRy/w4eFpK5KhnVMpJKOjkxKtbm/IfBF1P8AU7dbSj86qSSBMaNXFh68A7R/VLT1Jt7mDM0V6qaquNGEMMcEd0fFS0bU4+p/iPRcb482eJ63mbdGx3Y3cUpdkqR1SkiuTiFvDVTZ0TMKzxiPeUFx6R5y+JgxR420MRheiJlxVcA3kH4sicwgXaGRkmdD9nRi2EL4vSKkB+DnF8YQNBS+DLsYrUIBxOMcIypABmKyCJdsTKMHhagC2ejDciMVoD1WAyXNBk6AYjG8JVuYQhtjxdsBsxOBhg+6PbYzHGjhAMRqwGRku2IxjEaI3YxGN8ehtiUYQ2hGG2MEmQwxGO7EQGSg2YmUwkWM0VFEgAdyYyQwphC+PX4jA/IIKsCCqgEsbyouJo820FkOmHon32aCUzWQASFkFj4mEIG1TGBVN9GTnFTc0ccTTgMJ37FRoZYpVKLFN8ESwhK7w10MlYKT/FXGIRlC48ITe4Kq0Smqw2gU8tGs9XiMkEb0IKiQpiAuvpcqJkUEDRsi820Mkjak7FfygPsbGmZga1GDriBYWlbdrwEVYQDQSfcVlxXHfDZgt4oIyRj7/kGzDO9wCUUA3eiz5A2topkfiGnUJGI25hGMqPNeHJyFPAwTjN332hYUgoQElM0JDRdoyYuWKD2QvLCFStu4BWcYYqMoMwMJL7ZO2B1s13wyA9bLIq9/XmFOyOVFe6cVLRjfFia2EKKZfsgJwey6YmTFVgjDJMXDDzCteHy9wnduirVRA1opewAVk9eLzBm42gtVzXmFyTZEkZvcDBsrvQWJ4u0CiRjYdkY0fkMSGlJDCi/isTXhAkY1ql8TLHI5hu+wv6JHU13RhKM0QEYaYVhSoLSja/qBKcOxxPIA0sbb4gIRjE22AKlbDIqykpQrgfOZH5DF6FoB4GjWOXcq/OACGp9i4ppud/iMHMMX443Ptj16EtPthksjfEyfkuPreEYJyu+JEjb1dyoMmjG+TtRGWpCv7IEha50E3pW+iiQnwCo+aGmDuE1pSsrE6eNgvCF/xun6hBMeOWErvgfIeKxTPTZ2d/PBtClQyX6fmMQLARNGNetu3rwKgLGUfooVMl3wPA9r2NAWmhD2AMpGOJ2xmMeifxopVJN8X2BYtvnlAlaIKQpWoj3wIsVXUwLhvYGeQtVNd0DJyMlSF7hbekgIbO/6Ax3p9sBHh77wYqWFNNzQsIf/ACa7YiT7uaqji8+6J6ZDbtQYSfyRiJe4K4pzd9xxerjJEvis2LtcwQZkYGVS/CLCnHo5VXcv3xA+Mqe+A5Aqtkyqb1xBmB5X4BEuaFZIx9wydjxbjtBBDzfWMKa9X1FZs6QVnNHXrASNLkaLo6av1ETKe3lDEI1doS/1DAuyETJb72PIPS+SHoZrvCJoVVcAxvJlSImRxvWt4VRhW2xk390HW9AR/9k="/>
          <p:cNvSpPr>
            <a:spLocks noChangeAspect="1" noChangeArrowheads="1"/>
          </p:cNvSpPr>
          <p:nvPr/>
        </p:nvSpPr>
        <p:spPr bwMode="auto">
          <a:xfrm>
            <a:off x="434975" y="252412"/>
            <a:ext cx="885825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0" y="-1707452"/>
            <a:ext cx="1655064" cy="1655064"/>
            <a:chOff x="1244600" y="2495550"/>
            <a:chExt cx="1655064" cy="1655064"/>
          </a:xfrm>
        </p:grpSpPr>
        <p:sp>
          <p:nvSpPr>
            <p:cNvPr id="8" name="Rectangle 7"/>
            <p:cNvSpPr/>
            <p:nvPr/>
          </p:nvSpPr>
          <p:spPr>
            <a:xfrm>
              <a:off x="1244600" y="2495550"/>
              <a:ext cx="1655064" cy="165506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5" name="Picture 7" descr="D:\Hyde Park Stuff\Ecybermission\Animal Bites\Snake bite\Dog Bites\German_Shepherd_-_DSC_0346_(10096362833)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634655"/>
              <a:ext cx="1655064" cy="13768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165893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 descr="D:\Hyde Park Stuff\Ecybermission\Animal Bites\Snake bite\Dog Bites\Scorpion Bites\Death Stalker pic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7" y="15444"/>
            <a:ext cx="1655064" cy="16740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1658937" y="-1734969"/>
            <a:ext cx="1655064" cy="1655064"/>
            <a:chOff x="4347633" y="2444758"/>
            <a:chExt cx="1655064" cy="1655064"/>
          </a:xfrm>
        </p:grpSpPr>
        <p:sp>
          <p:nvSpPr>
            <p:cNvPr id="10" name="Rectangle 9"/>
            <p:cNvSpPr/>
            <p:nvPr/>
          </p:nvSpPr>
          <p:spPr>
            <a:xfrm>
              <a:off x="4347633" y="2444758"/>
              <a:ext cx="1655064" cy="1655064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8" name="Picture 10" descr="D:\Hyde Park Stuff\Ecybermission\Animal Bites\Snake bite\Dog Bites\Scorpion Bites\Sting rays\250px-Dasyatis_brevicaudata_4x3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7633" y="2649986"/>
              <a:ext cx="1655064" cy="1244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001" y="15444"/>
            <a:ext cx="1658937" cy="165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3317874" y="-1734969"/>
            <a:ext cx="1655064" cy="1655064"/>
            <a:chOff x="159321" y="2038350"/>
            <a:chExt cx="1655064" cy="1655064"/>
          </a:xfrm>
        </p:grpSpPr>
        <p:sp>
          <p:nvSpPr>
            <p:cNvPr id="15" name="Rectangle 14"/>
            <p:cNvSpPr/>
            <p:nvPr/>
          </p:nvSpPr>
          <p:spPr>
            <a:xfrm>
              <a:off x="159321" y="2038350"/>
              <a:ext cx="1655064" cy="1655064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60" name="Picture 12" descr="D:\Hyde Park Stuff\Ecybermission\Animal Bites\Snake bite\Dog Bites\Scorpion Bites\Sting rays\Cone Snails\Geography Cone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321" y="2428842"/>
              <a:ext cx="1655064" cy="874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0595"/>
            <a:ext cx="1658937" cy="165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94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47800" y="-1655149"/>
            <a:ext cx="1655064" cy="1655064"/>
            <a:chOff x="3581400" y="1314450"/>
            <a:chExt cx="1655064" cy="1655064"/>
          </a:xfrm>
        </p:grpSpPr>
        <p:sp>
          <p:nvSpPr>
            <p:cNvPr id="5" name="Rectangle 4"/>
            <p:cNvSpPr/>
            <p:nvPr/>
          </p:nvSpPr>
          <p:spPr>
            <a:xfrm>
              <a:off x="3581400" y="1314450"/>
              <a:ext cx="1655064" cy="165506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197" b="13673"/>
            <a:stretch/>
          </p:blipFill>
          <p:spPr bwMode="auto">
            <a:xfrm>
              <a:off x="3644081" y="1314450"/>
              <a:ext cx="1529702" cy="1655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895350"/>
            <a:ext cx="165258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416287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2265</TotalTime>
  <Words>11</Words>
  <Application>Microsoft Office PowerPoint</Application>
  <PresentationFormat>On-screen Show (16:9)</PresentationFormat>
  <Paragraphs>6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Default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Huanyao Gao</dc:creator>
  <cp:lastModifiedBy>Felix Meaw</cp:lastModifiedBy>
  <cp:revision>21</cp:revision>
  <dcterms:created xsi:type="dcterms:W3CDTF">2025-10-31T19:33:09Z</dcterms:created>
  <dcterms:modified xsi:type="dcterms:W3CDTF">2025-11-18T03:38:41Z</dcterms:modified>
</cp:coreProperties>
</file>